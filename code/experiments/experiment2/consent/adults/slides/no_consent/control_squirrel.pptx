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d73da640b34bbb" /><Relationship Type="http://schemas.openxmlformats.org/officeDocument/2006/relationships/extended-properties" Target="/docProps/app.xml" Id="R885234406baf43a0" /><Relationship Type="http://schemas.openxmlformats.org/officeDocument/2006/relationships/officeDocument" Target="/ppt/presentation.xml" Id="R429c2915adc341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06ff6a9fa141c1"/>
  </p:sldMasterIdLst>
  <p:notesMasterIdLst>
    <p:notesMasterId xmlns:r="http://schemas.openxmlformats.org/officeDocument/2006/relationships" r:id="R0ca25597da944520"/>
  </p:notesMasterIdLst>
  <p:sldIdLst>
    <p:sldId xmlns:r="http://schemas.openxmlformats.org/officeDocument/2006/relationships" id="256" r:id="Rcb1791697c9d4da1"/>
    <p:sldId xmlns:r="http://schemas.openxmlformats.org/officeDocument/2006/relationships" id="257" r:id="R505ef3fa58844afd"/>
    <p:sldId xmlns:r="http://schemas.openxmlformats.org/officeDocument/2006/relationships" id="258" r:id="Raacd4214fa244bab"/>
    <p:sldId xmlns:r="http://schemas.openxmlformats.org/officeDocument/2006/relationships" id="259" r:id="Rf35f1e7da0334e41"/>
    <p:sldId xmlns:r="http://schemas.openxmlformats.org/officeDocument/2006/relationships" id="260" r:id="Rb7369c8e5ac541c8"/>
    <p:sldId xmlns:r="http://schemas.openxmlformats.org/officeDocument/2006/relationships" id="261" r:id="R39e9ac3513934b2d"/>
    <p:sldId xmlns:r="http://schemas.openxmlformats.org/officeDocument/2006/relationships" id="262" r:id="R90043aff91a64631"/>
    <p:sldId xmlns:r="http://schemas.openxmlformats.org/officeDocument/2006/relationships" id="263" r:id="R19c2c61a90de419b"/>
    <p:sldId xmlns:r="http://schemas.openxmlformats.org/officeDocument/2006/relationships" id="264" r:id="Rb6c3ebe0690f4a60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5a24fa8c6c4faa" /><Relationship Type="http://schemas.openxmlformats.org/officeDocument/2006/relationships/slideMaster" Target="/ppt/slideMasters/slideMaster1.xml" Id="R5c06ff6a9fa141c1" /><Relationship Type="http://schemas.openxmlformats.org/officeDocument/2006/relationships/notesMaster" Target="/ppt/notesMasters/notesMaster1.xml" Id="R0ca25597da944520" /><Relationship Type="http://schemas.openxmlformats.org/officeDocument/2006/relationships/presProps" Target="/ppt/presProps.xml" Id="R2bbbf5a4ec154914" /><Relationship Type="http://schemas.openxmlformats.org/officeDocument/2006/relationships/viewProps" Target="/ppt/viewProps.xml" Id="R458e2d3ffb444db3" /><Relationship Type="http://schemas.openxmlformats.org/officeDocument/2006/relationships/tableStyles" Target="/ppt/tableStyles.xml" Id="Rf26162fd725e4081" /><Relationship Type="http://schemas.openxmlformats.org/officeDocument/2006/relationships/slide" Target="/ppt/slides/slide1.xml" Id="Rcb1791697c9d4da1" /><Relationship Type="http://schemas.openxmlformats.org/officeDocument/2006/relationships/slide" Target="/ppt/slides/slide2.xml" Id="R505ef3fa58844afd" /><Relationship Type="http://schemas.openxmlformats.org/officeDocument/2006/relationships/slide" Target="/ppt/slides/slide3.xml" Id="Raacd4214fa244bab" /><Relationship Type="http://schemas.openxmlformats.org/officeDocument/2006/relationships/slide" Target="/ppt/slides/slide4.xml" Id="Rf35f1e7da0334e41" /><Relationship Type="http://schemas.openxmlformats.org/officeDocument/2006/relationships/slide" Target="/ppt/slides/slide5.xml" Id="Rb7369c8e5ac541c8" /><Relationship Type="http://schemas.openxmlformats.org/officeDocument/2006/relationships/slide" Target="/ppt/slides/slide6.xml" Id="R39e9ac3513934b2d" /><Relationship Type="http://schemas.openxmlformats.org/officeDocument/2006/relationships/slide" Target="/ppt/slides/slide7.xml" Id="R90043aff91a64631" /><Relationship Type="http://schemas.openxmlformats.org/officeDocument/2006/relationships/slide" Target="/ppt/slides/slide8.xml" Id="R19c2c61a90de419b" /><Relationship Type="http://schemas.openxmlformats.org/officeDocument/2006/relationships/slide" Target="/ppt/slides/slide9.xml" Id="Rb6c3ebe0690f4a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875489d8734e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8ad0983cb74618" /><Relationship Type="http://schemas.openxmlformats.org/officeDocument/2006/relationships/notesMaster" Target="/ppt/notesMasters/notesMaster1.xml" Id="R8fcd35e6030d43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00d807f6664aa5" /><Relationship Type="http://schemas.openxmlformats.org/officeDocument/2006/relationships/notesMaster" Target="/ppt/notesMasters/notesMaster1.xml" Id="Rf8e6f4657cf842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e4ee0e8b414d06" /><Relationship Type="http://schemas.openxmlformats.org/officeDocument/2006/relationships/notesMaster" Target="/ppt/notesMasters/notesMaster1.xml" Id="R8c4f5d25c62443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640e8f82fd4a5d" /><Relationship Type="http://schemas.openxmlformats.org/officeDocument/2006/relationships/notesMaster" Target="/ppt/notesMasters/notesMaster1.xml" Id="R4f138111ae6444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5741e25ed2414f" /><Relationship Type="http://schemas.openxmlformats.org/officeDocument/2006/relationships/notesMaster" Target="/ppt/notesMasters/notesMaster1.xml" Id="Rd7219c3b24d34d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5bed58893f484a" /><Relationship Type="http://schemas.openxmlformats.org/officeDocument/2006/relationships/notesMaster" Target="/ppt/notesMasters/notesMaster1.xml" Id="R1138ca33ce6d4c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ada186c6694117" /><Relationship Type="http://schemas.openxmlformats.org/officeDocument/2006/relationships/notesMaster" Target="/ppt/notesMasters/notesMaster1.xml" Id="R1b7d0c180a714c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2bb69fddbe4e12" /><Relationship Type="http://schemas.openxmlformats.org/officeDocument/2006/relationships/notesMaster" Target="/ppt/notesMasters/notesMaster1.xml" Id="R5b84631eebc248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c86b2ced544e84" /><Relationship Type="http://schemas.openxmlformats.org/officeDocument/2006/relationships/notesMaster" Target="/ppt/notesMasters/notesMaster1.xml" Id="R2e07a011cf7949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code/experiments/experiment1/adults/slides/pilot-v3/control_squirrel.pptx,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Eric tells Nora: I know a squirrel could eat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code/experiments/experiment1/adults/slides/pilot-v3/control_squirrel.pptx,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Eric tells Nora: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ba28ce35e54b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cb47668f6741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07e08edad847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68e37f47c044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4819be78543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8257b7700e40a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320be45c61407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55ff5721e04cb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5a7ce0ffce408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2b126e8bb04f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262def5aa84b0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591266a8be40c4" /><Relationship Type="http://schemas.openxmlformats.org/officeDocument/2006/relationships/slideLayout" Target="/ppt/slideLayouts/slideLayout1.xml" Id="R1a4f12ce13064337" /><Relationship Type="http://schemas.openxmlformats.org/officeDocument/2006/relationships/slideLayout" Target="/ppt/slideLayouts/slideLayout2.xml" Id="Rd2559f3db7504a56" /><Relationship Type="http://schemas.openxmlformats.org/officeDocument/2006/relationships/slideLayout" Target="/ppt/slideLayouts/slideLayout3.xml" Id="Rde7480b94e354208" /><Relationship Type="http://schemas.openxmlformats.org/officeDocument/2006/relationships/slideLayout" Target="/ppt/slideLayouts/slideLayout4.xml" Id="R75a2682347cc4800" /><Relationship Type="http://schemas.openxmlformats.org/officeDocument/2006/relationships/slideLayout" Target="/ppt/slideLayouts/slideLayout5.xml" Id="R026f9c81c56e4268" /><Relationship Type="http://schemas.openxmlformats.org/officeDocument/2006/relationships/slideLayout" Target="/ppt/slideLayouts/slideLayout6.xml" Id="R4416a38ae7fe415a" /><Relationship Type="http://schemas.openxmlformats.org/officeDocument/2006/relationships/slideLayout" Target="/ppt/slideLayouts/slideLayout7.xml" Id="R0eb69d0b8a70494d" /><Relationship Type="http://schemas.openxmlformats.org/officeDocument/2006/relationships/slideLayout" Target="/ppt/slideLayouts/slideLayout8.xml" Id="Ra7848165538e457e" /><Relationship Type="http://schemas.openxmlformats.org/officeDocument/2006/relationships/slideLayout" Target="/ppt/slideLayouts/slideLayout9.xml" Id="Rd9f7a291d3da4ea1" /><Relationship Type="http://schemas.openxmlformats.org/officeDocument/2006/relationships/slideLayout" Target="/ppt/slideLayouts/slideLayout10.xml" Id="R001933cfc3ba4277" /><Relationship Type="http://schemas.openxmlformats.org/officeDocument/2006/relationships/slideLayout" Target="/ppt/slideLayouts/slideLayout11.xml" Id="R018f330451da493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D6EFDB4A-8EE4-1645-ADF0-31732329A8FA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FDB4BD08-D936-8240-A9BE-01FD1B6AEE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4f12ce13064337"/>
    <p:sldLayoutId xmlns:r="http://schemas.openxmlformats.org/officeDocument/2006/relationships" id="2147483650" r:id="Rd2559f3db7504a56"/>
    <p:sldLayoutId xmlns:r="http://schemas.openxmlformats.org/officeDocument/2006/relationships" id="2147483651" r:id="Rde7480b94e354208"/>
    <p:sldLayoutId xmlns:r="http://schemas.openxmlformats.org/officeDocument/2006/relationships" id="2147483652" r:id="R75a2682347cc4800"/>
    <p:sldLayoutId xmlns:r="http://schemas.openxmlformats.org/officeDocument/2006/relationships" id="2147483653" r:id="R026f9c81c56e4268"/>
    <p:sldLayoutId xmlns:r="http://schemas.openxmlformats.org/officeDocument/2006/relationships" id="2147483654" r:id="R4416a38ae7fe415a"/>
    <p:sldLayoutId xmlns:r="http://schemas.openxmlformats.org/officeDocument/2006/relationships" id="2147483655" r:id="R0eb69d0b8a70494d"/>
    <p:sldLayoutId xmlns:r="http://schemas.openxmlformats.org/officeDocument/2006/relationships" id="2147483656" r:id="Ra7848165538e457e"/>
    <p:sldLayoutId xmlns:r="http://schemas.openxmlformats.org/officeDocument/2006/relationships" id="2147483657" r:id="Rd9f7a291d3da4ea1"/>
    <p:sldLayoutId xmlns:r="http://schemas.openxmlformats.org/officeDocument/2006/relationships" id="2147483658" r:id="R001933cfc3ba4277"/>
    <p:sldLayoutId xmlns:r="http://schemas.openxmlformats.org/officeDocument/2006/relationships" id="2147483659" r:id="R018f330451da493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1c2e1d755949ca" /><Relationship Type="http://schemas.openxmlformats.org/officeDocument/2006/relationships/image" Target="/ppt/media/image.png" Id="Rf8836730131c4310" /><Relationship Type="http://schemas.openxmlformats.org/officeDocument/2006/relationships/image" Target="/ppt/media/image2.png" Id="R24257befcc19436d" /><Relationship Type="http://schemas.openxmlformats.org/officeDocument/2006/relationships/notesSlide" Target="/ppt/notesSlides/notesSlide1.xml" Id="R606ec4e1f9f64b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6da3ef3b34ff0" /><Relationship Type="http://schemas.openxmlformats.org/officeDocument/2006/relationships/image" Target="/ppt/media/image3.png" Id="R76f1ae466a024dab" /><Relationship Type="http://schemas.openxmlformats.org/officeDocument/2006/relationships/image" Target="/ppt/media/image2.png" Id="Rcc8d40454c124608" /><Relationship Type="http://schemas.openxmlformats.org/officeDocument/2006/relationships/image" Target="/ppt/media/image4.png" Id="R9d3f8b1957544d64" /><Relationship Type="http://schemas.openxmlformats.org/officeDocument/2006/relationships/image" Target="/ppt/media/image5.png" Id="R965eb4252fdd4e6c" /><Relationship Type="http://schemas.openxmlformats.org/officeDocument/2006/relationships/notesSlide" Target="/ppt/notesSlides/notesSlide2.xml" Id="R7dcff796e72b49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75a6d4aaa4121" /><Relationship Type="http://schemas.openxmlformats.org/officeDocument/2006/relationships/image" Target="/ppt/media/image6.png" Id="Ra90a11b701054afc" /><Relationship Type="http://schemas.openxmlformats.org/officeDocument/2006/relationships/image" Target="/ppt/media/image7.png" Id="Re7dd85623b364c0e" /><Relationship Type="http://schemas.openxmlformats.org/officeDocument/2006/relationships/notesSlide" Target="/ppt/notesSlides/notesSlide3.xml" Id="Rcac26745419e45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bc8b49fcdf4b9d" /><Relationship Type="http://schemas.openxmlformats.org/officeDocument/2006/relationships/image" Target="/ppt/media/image8.png" Id="R3ab0c722cac64fb5" /><Relationship Type="http://schemas.openxmlformats.org/officeDocument/2006/relationships/image" Target="/ppt/media/image7.png" Id="R80ea3d2544a745bf" /><Relationship Type="http://schemas.openxmlformats.org/officeDocument/2006/relationships/image" Target="/ppt/media/image4.png" Id="R30773085d8854300" /><Relationship Type="http://schemas.openxmlformats.org/officeDocument/2006/relationships/image" Target="/ppt/media/image5.png" Id="R3d2e770fd1d64e38" /><Relationship Type="http://schemas.openxmlformats.org/officeDocument/2006/relationships/notesSlide" Target="/ppt/notesSlides/notesSlide4.xml" Id="R5d86695bdba84d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549b6b7357425f" /><Relationship Type="http://schemas.openxmlformats.org/officeDocument/2006/relationships/image" Target="/ppt/media/image9.png" Id="R1f960bbf7a044a33" /><Relationship Type="http://schemas.openxmlformats.org/officeDocument/2006/relationships/image" Target="/ppt/media/image4.png" Id="R88b6eb2e3c30412d" /><Relationship Type="http://schemas.openxmlformats.org/officeDocument/2006/relationships/image" Target="/ppt/media/image5.png" Id="R8232d1d107e2465a" /><Relationship Type="http://schemas.openxmlformats.org/officeDocument/2006/relationships/image" Target="/ppt/media/image10.png" Id="Rfc37c58e99a74799" /><Relationship Type="http://schemas.openxmlformats.org/officeDocument/2006/relationships/image" Target="/ppt/media/image2.png" Id="Rfd7bf899fd064350" /><Relationship Type="http://schemas.openxmlformats.org/officeDocument/2006/relationships/notesSlide" Target="/ppt/notesSlides/notesSlide5.xml" Id="R53c8da23840447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5ea03158a0479e" /><Relationship Type="http://schemas.openxmlformats.org/officeDocument/2006/relationships/image" Target="/ppt/media/image9.png" Id="R9c5b9633f0ca4cb7" /><Relationship Type="http://schemas.openxmlformats.org/officeDocument/2006/relationships/image" Target="/ppt/media/image4.png" Id="Re111d0b9667841aa" /><Relationship Type="http://schemas.openxmlformats.org/officeDocument/2006/relationships/image" Target="/ppt/media/image5.png" Id="R74d7736745414b0a" /><Relationship Type="http://schemas.openxmlformats.org/officeDocument/2006/relationships/image" Target="/ppt/media/image10.png" Id="R5ee4156dc7454352" /><Relationship Type="http://schemas.openxmlformats.org/officeDocument/2006/relationships/image" Target="/ppt/media/image2.png" Id="Re4ba2344ad654bfe" /><Relationship Type="http://schemas.openxmlformats.org/officeDocument/2006/relationships/notesSlide" Target="/ppt/notesSlides/notesSlide6.xml" Id="Rc61f8b2de44747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ecbebedb1a47bb" /><Relationship Type="http://schemas.openxmlformats.org/officeDocument/2006/relationships/image" Target="/ppt/media/image9.png" Id="R6b5cb90bcd4a4db2" /><Relationship Type="http://schemas.openxmlformats.org/officeDocument/2006/relationships/image" Target="/ppt/media/image4.png" Id="Rf81da37d7a984f0f" /><Relationship Type="http://schemas.openxmlformats.org/officeDocument/2006/relationships/image" Target="/ppt/media/image5.png" Id="R498c3d37a8344de6" /><Relationship Type="http://schemas.openxmlformats.org/officeDocument/2006/relationships/image" Target="/ppt/media/image10.png" Id="Rcda3c0a067e54f79" /><Relationship Type="http://schemas.openxmlformats.org/officeDocument/2006/relationships/image" Target="/ppt/media/image2.png" Id="R5786716c68124114" /><Relationship Type="http://schemas.openxmlformats.org/officeDocument/2006/relationships/notesSlide" Target="/ppt/notesSlides/notesSlide7.xml" Id="R804a1c5a1a4046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a80bd22a7546ff" /><Relationship Type="http://schemas.openxmlformats.org/officeDocument/2006/relationships/image" Target="/ppt/media/image11.png" Id="R4e1a36cbda1f4d09" /><Relationship Type="http://schemas.openxmlformats.org/officeDocument/2006/relationships/image" Target="/ppt/media/image12.png" Id="Re98e568517c540d7" /><Relationship Type="http://schemas.openxmlformats.org/officeDocument/2006/relationships/image" Target="/ppt/media/image4.png" Id="R905adbfbaf9b409d" /><Relationship Type="http://schemas.openxmlformats.org/officeDocument/2006/relationships/image" Target="/ppt/media/image2.png" Id="Rc1412fc423654480" /><Relationship Type="http://schemas.openxmlformats.org/officeDocument/2006/relationships/image" Target="/ppt/media/image5.png" Id="R2d26e22657684164" /><Relationship Type="http://schemas.openxmlformats.org/officeDocument/2006/relationships/image" Target="/ppt/media/image13.png" Id="Reeddcd9d42974cd5" /><Relationship Type="http://schemas.openxmlformats.org/officeDocument/2006/relationships/notesSlide" Target="/ppt/notesSlides/notesSlide8.xml" Id="Raeaa958e8a3a48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a2ac4dfab5424c" /><Relationship Type="http://schemas.openxmlformats.org/officeDocument/2006/relationships/image" Target="/ppt/media/image14.png" Id="R968a7927e3ee4667" /><Relationship Type="http://schemas.openxmlformats.org/officeDocument/2006/relationships/image" Target="/ppt/media/image2.png" Id="R3ab75808fcf145d1" /><Relationship Type="http://schemas.openxmlformats.org/officeDocument/2006/relationships/image" Target="/ppt/media/image4.png" Id="Rd918c4789fb04e1f" /><Relationship Type="http://schemas.openxmlformats.org/officeDocument/2006/relationships/image" Target="/ppt/media/image5.png" Id="R9142056d0aa7497c" /><Relationship Type="http://schemas.openxmlformats.org/officeDocument/2006/relationships/image" Target="/ppt/media/image7.png" Id="Rc7b2674c524d4a97" /><Relationship Type="http://schemas.openxmlformats.org/officeDocument/2006/relationships/image" Target="/ppt/media/image13.png" Id="R1899076941274e53" /><Relationship Type="http://schemas.openxmlformats.org/officeDocument/2006/relationships/notesSlide" Target="/ppt/notesSlides/notesSlide9.xml" Id="R278e432191c74ca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AD557632-834E-49DF-A42C-906C087B24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836730131c431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01426CF3-5CCD-40E5-969B-A650530C8D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57befcc1943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42427" y="195522"/>
            <a:ext cx="3249924" cy="5554716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3B19F09-B280-4FCA-9200-16FEBFAA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Nora.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A8FFCD1F-5A03-4E2E-A7D5-2717AD48D3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1ae466a024d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4D6637F2-6EF3-460D-9E77-0C8844778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d40454c1246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42427" y="195522"/>
            <a:ext cx="3249924" cy="5554716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25B6A2B9-86D4-4E01-BC05-585B4A72B5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f8b1957544d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4208643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55E2823B-37CF-4EA0-A214-1E37368F7E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403037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B0AE9950-D773-48FA-B771-563C44A7B8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394618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270B13E8-2DCC-411F-8581-F327D56A54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394301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126FC988-2B65-4B8C-95CA-51716F7752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8732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5B7F7E6A-F15D-4DF1-9B4F-4F1956B74E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40256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7DBD2C1-8ED5-4CCD-9462-E295E3E2FD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83127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CB046438-7F47-49E8-879B-8E7BD70A13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eb4252fdd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853882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EB7180F-F0C5-4187-A987-1D9BFAF1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Nora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5565848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69CD0B20-33C3-4B79-826D-C382BC0E4F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a11b701054af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42620042-8F5C-420D-A6B3-335D8AFE6B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d85623b364c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773" y="537695"/>
            <a:ext cx="2682453" cy="5196501"/>
          </a:xfrm>
          <a:prstGeom xmlns:a="http://schemas.openxmlformats.org/drawingml/2006/main" prst="rect">
            <a:avLst/>
          </a:prstGeom>
        </p:spPr>
      </p:pic>
      <p:sp>
        <p:nvSpPr>
          <p:cNvPr id="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A8B0DCA3-3B69-4369-A3E0-8053914D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Eric.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DE4BC29A-4A36-4162-B201-82314AF74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0c722cac64fb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03065BC2-B848-45D5-AF64-99DAC043FE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a3d2544a745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773" y="537695"/>
            <a:ext cx="2682453" cy="519650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14EFBF6A-B33A-49C1-9214-562D622FC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773085d88543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0020" y="4145489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4008CC50-8DFA-45C0-B061-07A97C4C0A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2e770fd1d64e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029" y="39672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54856688-2ED0-490B-B252-9BB078AC6B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2e770fd1d64e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66300" y="3967224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87B56FC-5CFB-43D7-AFE8-A21F963F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21268137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B60D0453-3DAB-4039-9F11-C282C4503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60bbf7a044a3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197A074-99C2-4F27-AF3F-3A84ECE7B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6eb2e3c3041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08159" y="519194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E22C6BA-44DF-4E6B-B292-239FFD576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168" y="501368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CC516E0-3F04-46C7-8D8F-1C49E57826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08154" y="501368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6F8DBD5E-186F-4231-BC5F-337FE175A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7c58e99a747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1200" y="1122744"/>
            <a:ext cx="2856405" cy="461251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2C53AAEB-0979-4669-AD4A-2427149EF8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bf899fd06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5013" y="566404"/>
            <a:ext cx="2967791" cy="507249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FCC06FB4-A6DF-47FF-A74A-87EA8BF88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6eb2e3c3041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90678" y="4124991"/>
            <a:ext cx="938107" cy="29118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CCE49733-C732-482E-805F-11AC96A362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6993" y="396516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2ECF5850-4E1C-459D-84FF-23B0390AFF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5407" y="388097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02D61AA7-F2CE-4929-8EB1-4224547B5C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54" y="3877800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C36956CE-4922-47CE-92F8-28BD4BD079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66439" y="38080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27769F7F-A6B0-4DBE-9BD0-4027036EBF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9990" y="39604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F8AEF6BF-057C-4879-92C7-BFF6B22A52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30" y="3766059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0FD1AF12-0C24-4281-9FA1-7FDAE9CD3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2d1d107e2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2009" y="3788668"/>
            <a:ext cx="962347" cy="485139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tells Nora, “I know a squirrel could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B60D0453-3DAB-4039-9F11-C282C4503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b9633f0ca4c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197A074-99C2-4F27-AF3F-3A84ECE7B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1d0b96678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08159" y="519194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E22C6BA-44DF-4E6B-B292-239FFD576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168" y="501368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CC516E0-3F04-46C7-8D8F-1C49E57826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08154" y="501368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6F8DBD5E-186F-4231-BC5F-337FE175A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4156dc74543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1200" y="1122744"/>
            <a:ext cx="2856405" cy="461251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2C53AAEB-0979-4669-AD4A-2427149EF8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a2344ad65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5013" y="566404"/>
            <a:ext cx="2967791" cy="507249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FCC06FB4-A6DF-47FF-A74A-87EA8BF88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1d0b96678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90678" y="4124991"/>
            <a:ext cx="938107" cy="29118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CCE49733-C732-482E-805F-11AC96A362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6993" y="396516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2ECF5850-4E1C-459D-84FF-23B0390AFF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5407" y="388097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02D61AA7-F2CE-4929-8EB1-4224547B5C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54" y="3877800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C36956CE-4922-47CE-92F8-28BD4BD079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66439" y="38080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27769F7F-A6B0-4DBE-9BD0-4027036EBF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9990" y="39604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F8AEF6BF-057C-4879-92C7-BFF6B22A52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30" y="3766059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0FD1AF12-0C24-4281-9FA1-7FDAE9CD3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736745414b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2009" y="3788668"/>
            <a:ext cx="962347" cy="485139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tells Nora,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B60D0453-3DAB-4039-9F11-C282C4503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cb90bcd4a4db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197A074-99C2-4F27-AF3F-3A84ECE7B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da37d7a984f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08159" y="519194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E22C6BA-44DF-4E6B-B292-239FFD5765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168" y="501368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CC516E0-3F04-46C7-8D8F-1C49E57826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08154" y="501368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6F8DBD5E-186F-4231-BC5F-337FE175A4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3c0a067e54f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1200" y="1122744"/>
            <a:ext cx="2856405" cy="461251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2C53AAEB-0979-4669-AD4A-2427149EF8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6716c68124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5013" y="566404"/>
            <a:ext cx="2967791" cy="507249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FCC06FB4-A6DF-47FF-A74A-87EA8BF88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da37d7a984f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90678" y="4124991"/>
            <a:ext cx="938107" cy="29118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CCE49733-C732-482E-805F-11AC96A362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6993" y="396516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2ECF5850-4E1C-459D-84FF-23B0390AFF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5407" y="388097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02D61AA7-F2CE-4929-8EB1-4224547B5C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54" y="3877800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C36956CE-4922-47CE-92F8-28BD4BD079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66439" y="38080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27769F7F-A6B0-4DBE-9BD0-4027036EBF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9990" y="39604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F8AEF6BF-057C-4879-92C7-BFF6B22A52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30" y="3766059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0FD1AF12-0C24-4281-9FA1-7FDAE9CD3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3d37a834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2009" y="3788668"/>
            <a:ext cx="962347" cy="485139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C1444E9-1DE9-4D92-A35C-7DD73FC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Eric is tying his shoelaces.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FB77687D-A9C7-4E00-AE1F-5AF768A79E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a36cbda1f4d0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9719B10-6B50-4754-8A56-48AC2C652F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e568517c540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65210" y="1120402"/>
            <a:ext cx="2859543" cy="4518501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CE65062-EDB5-45D1-BBD4-E1BE924F5E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adbfbaf9b40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08159" y="519194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6BDF36A1-397D-4FAC-A2B0-E94487F9E9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12fc4236544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05013" y="566404"/>
            <a:ext cx="2967791" cy="507249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5EF41D76-68D4-494A-9ADA-34F4CAAAA5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adbfbaf9b40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90678" y="4124991"/>
            <a:ext cx="938107" cy="29118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E80D1AC6-1A10-446C-BA80-4224B4B1F5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6993" y="396516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6F5291DD-02B0-4BC3-B759-BBBA960886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5407" y="3880975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C7D27A5A-6D03-4C7D-AD25-BFF4F01A3B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54" y="3877800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6C0BC1AB-F196-4F8B-968C-7835D7B571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66439" y="38080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9F2EA512-851D-4C47-AB8D-61FC0381A1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9990" y="39604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E38719A4-470E-4271-9EA0-C0CBABEDFA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22430" y="3766059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CD1BAAB4-2905-44D5-9FE8-5134753FFC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52009" y="3788668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B441F1E7-454E-4636-AC6E-2A66CFCF2A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dcd9d42974c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3537" y="4075142"/>
            <a:ext cx="1467516" cy="1499390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4488CA59-0954-4063-AB08-B3693568F6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29438" y="4434639"/>
            <a:ext cx="894528" cy="450950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AABEEA7D-8B66-47D3-8860-6FA3E21B87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6e2265768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5453" y="4403213"/>
            <a:ext cx="894528" cy="450950"/>
          </a:xfrm>
          <a:prstGeom xmlns:a="http://schemas.openxmlformats.org/drawingml/2006/main" prst="rect">
            <a:avLst/>
          </a:prstGeom>
        </p:spPr>
      </p:pic>
      <p:sp>
        <p:nvSpPr>
          <p:cNvPr id="2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87849067-AAD8-403E-8C93-EAE3B98A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A squirrel eats 2 of Eric’s cookies!</a:t>
            </a:r>
          </a:p>
        </p:txBody>
      </p:sp>
    </p:spTree>
    <p:extLst>
      <p:ext uri="{BB962C8B-B14F-4D97-AF65-F5344CB8AC3E}">
        <p14:creationId xmlns:p14="http://schemas.microsoft.com/office/powerpoint/2010/main" val="23502625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Picture 43">
            <a:extLst xmlns:a="http://schemas.openxmlformats.org/drawingml/2006/main">
              <a:ext uri="{FF2B5EF4-FFF2-40B4-BE49-F238E27FC236}">
                <a16:creationId xmlns:a16="http://schemas.microsoft.com/office/drawing/2014/main" id="{275316A4-8405-4D2C-9AB5-5113BBE6F0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a7927e3ee466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FCA71337-35F8-4F3F-8C6B-B688E2DB2E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75808fcf145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9660" y="340372"/>
            <a:ext cx="2967791" cy="5072499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6A402B3B-9743-4178-9372-91D014D29F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8c4789fb04e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15325" y="3898959"/>
            <a:ext cx="938107" cy="291189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506DEDE5-B6D4-4D7D-91C3-615F48CE43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61640" y="373913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F0B67E6B-35CD-48AB-A3C1-37CA83EA43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80054" y="3654943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9F7E484E-0879-4D20-9F53-8B4F5C0BB4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7101" y="3651768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33AD5ACA-7998-4460-90EB-C7162FE2E2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1086" y="3582001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74E9CF03-E574-4F98-9483-E62AA74D03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54637" y="3734401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101A45DC-083E-4437-A8CB-504A98C63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47077" y="3540027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614B1290-49A0-4BEF-B813-1F458BBD98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76656" y="3562636"/>
            <a:ext cx="962347" cy="48513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5C2B81C6-7EF2-464D-B0CA-921211D625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2674c524d4a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1601" y="255815"/>
            <a:ext cx="2682453" cy="5196501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F29F5F12-53A5-424B-97FA-EB03041102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8c4789fb04e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26848" y="3863609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41" name="Picture 40">
            <a:extLst xmlns:a="http://schemas.openxmlformats.org/drawingml/2006/main">
              <a:ext uri="{FF2B5EF4-FFF2-40B4-BE49-F238E27FC236}">
                <a16:creationId xmlns:a16="http://schemas.microsoft.com/office/drawing/2014/main" id="{1828987B-F754-4BD2-9420-9CCA4CE316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99076941274e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01964" y="4044889"/>
            <a:ext cx="1467516" cy="1499390"/>
          </a:xfrm>
          <a:prstGeom xmlns:a="http://schemas.openxmlformats.org/drawingml/2006/main" prst="rect">
            <a:avLst/>
          </a:prstGeom>
        </p:spPr>
      </p:pic>
      <p:pic>
        <p:nvPicPr>
          <p:cNvPr id="42" name="Picture 41">
            <a:extLst xmlns:a="http://schemas.openxmlformats.org/drawingml/2006/main">
              <a:ext uri="{FF2B5EF4-FFF2-40B4-BE49-F238E27FC236}">
                <a16:creationId xmlns:a16="http://schemas.microsoft.com/office/drawing/2014/main" id="{3C4AD902-620A-4AF6-B0A5-EAFB8912E6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7865" y="4404386"/>
            <a:ext cx="894528" cy="450950"/>
          </a:xfrm>
          <a:prstGeom xmlns:a="http://schemas.openxmlformats.org/drawingml/2006/main" prst="rect">
            <a:avLst/>
          </a:prstGeom>
        </p:spPr>
      </p:pic>
      <p:pic>
        <p:nvPicPr>
          <p:cNvPr id="43" name="Picture 42">
            <a:extLst xmlns:a="http://schemas.openxmlformats.org/drawingml/2006/main">
              <a:ext uri="{FF2B5EF4-FFF2-40B4-BE49-F238E27FC236}">
                <a16:creationId xmlns:a16="http://schemas.microsoft.com/office/drawing/2014/main" id="{AA9593CF-3599-4ECF-AE47-E27AE2033E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42056d0aa749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3880" y="4372960"/>
            <a:ext cx="894528" cy="450950"/>
          </a:xfrm>
          <a:prstGeom xmlns:a="http://schemas.openxmlformats.org/drawingml/2006/main" prst="rect">
            <a:avLst/>
          </a:prstGeom>
        </p:spPr>
      </p:pic>
      <p:sp>
        <p:nvSpPr>
          <p:cNvPr id="4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41AACAF-546F-4E24-BF52-AFEF9420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Nora still has 8 cookies. Eric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2026-10-16T18:06:29.2120000Z</dcterms:created>
  <dcterms:modified xsi:type="dcterms:W3CDTF">2026-10-16T18:06:29.2120000Z</dcterms:modified>
</coreProperties>
</file>