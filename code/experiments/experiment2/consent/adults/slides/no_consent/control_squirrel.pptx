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976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557632-834E-49DF-A42C-906C087B24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26CF3-5CCD-40E5-969B-A650530C8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427" y="195522"/>
            <a:ext cx="3249924" cy="5554716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73B19F09-B280-4FCA-9200-16FEBFAA852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Nora.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8FFCD1F-5A03-4E2E-A7D5-2717AD48D3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6637F2-6EF3-460D-9E77-0C8844778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427" y="195522"/>
            <a:ext cx="3249924" cy="5554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6A2B9-86D4-4E01-BC05-585B4A72B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044" y="42086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2823B-37CF-4EA0-A214-1E37368F7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053" y="4030379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AE9950-D773-48FA-B771-563C44A7B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467" y="3946189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B13E8-2DCC-411F-8581-F327D56A5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514" y="3943014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6FC988-2B65-4B8C-95CA-51716F775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499" y="387324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7F7E6A-F15D-4DF1-9B4F-4F1956B74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50" y="4025647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DBD2C1-8ED5-4CCD-9462-E295E3E2F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490" y="3831273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046438-7F47-49E8-879B-8E7BD70A1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69" y="3853882"/>
            <a:ext cx="1053833" cy="531259"/>
          </a:xfrm>
          <a:prstGeom prst="rect">
            <a:avLst/>
          </a:prstGeom>
        </p:spPr>
      </p:pic>
      <p:sp>
        <p:nvSpPr>
          <p:cNvPr id="16" name="Study story caption">
            <a:extLst>
              <a:ext uri="{FF2B5EF4-FFF2-40B4-BE49-F238E27FC236}">
                <a16:creationId xmlns:a16="http://schemas.microsoft.com/office/drawing/2014/main" id="{7EB7180F-F0C5-4187-A987-1D9BFAF10E2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CD0B20-33C3-4B79-826D-C382BC0E4F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620042-8F5C-420D-A6B3-335D8AFE6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773" y="537695"/>
            <a:ext cx="2682453" cy="5196501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A8B0DCA3-3B69-4369-A3E0-8053914DD38D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Eric.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4BC29A-4A36-4162-B201-82314AF7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65BC2-B848-45D5-AF64-99DAC043F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773" y="537695"/>
            <a:ext cx="2682453" cy="5196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EFBF6A-B33A-49C1-9214-562D622FC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140" y="4168349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08CC50-8DFA-45C0-B061-07A97C4C0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149" y="3990085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856688-2ED0-490B-B252-9BB078AC6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420" y="3990084"/>
            <a:ext cx="1053833" cy="531259"/>
          </a:xfrm>
          <a:prstGeom prst="rect">
            <a:avLst/>
          </a:prstGeom>
        </p:spPr>
      </p:pic>
      <p:sp>
        <p:nvSpPr>
          <p:cNvPr id="16" name="Study story caption">
            <a:extLst>
              <a:ext uri="{FF2B5EF4-FFF2-40B4-BE49-F238E27FC236}">
                <a16:creationId xmlns:a16="http://schemas.microsoft.com/office/drawing/2014/main" id="{287B56FC-5CFB-43D7-AFE8-A21F963F6DF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60D0453-3DAB-4039-9F11-C282C450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97A074-99C2-4F27-AF3F-3A84ECE7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159" y="5191948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22C6BA-44DF-4E6B-B292-239FFD576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168" y="5013684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516E0-3F04-46C7-8D8F-1C49E5782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154" y="5013683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8DBD5E-186F-4231-BC5F-337FE175A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122744"/>
            <a:ext cx="2856405" cy="4612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3AAEB-0979-4669-AD4A-2427149EF8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013" y="566404"/>
            <a:ext cx="2967791" cy="5072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06FB4-A6DF-47FF-A74A-87EA8BF88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678" y="4124991"/>
            <a:ext cx="938107" cy="2911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E49733-C732-482E-805F-11AC96A36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993" y="3965165"/>
            <a:ext cx="962347" cy="485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CF5850-4E1C-459D-84FF-23B0390AF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07" y="3880975"/>
            <a:ext cx="962347" cy="485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D61AA7-F2CE-4929-8EB1-4224547B5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54" y="3877800"/>
            <a:ext cx="962347" cy="48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6956CE-4922-47CE-92F8-28BD4BD07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39" y="3808033"/>
            <a:ext cx="962347" cy="4851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769F7F-A6B0-4DBE-9BD0-4027036E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990" y="3960433"/>
            <a:ext cx="962347" cy="485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AEF6BF-057C-4879-92C7-BFF6B22A5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30" y="3766059"/>
            <a:ext cx="962347" cy="4851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D1AF12-0C24-4281-9FA1-7FDAE9CD3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009" y="3788668"/>
            <a:ext cx="962347" cy="485139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is tying his shoelaces.</a:t>
            </a:r>
          </a:p>
        </p:txBody>
      </p:sp>
    </p:spTree>
    <p:extLst>
      <p:ext uri="{BB962C8B-B14F-4D97-AF65-F5344CB8AC3E}">
        <p14:creationId xmlns:p14="http://schemas.microsoft.com/office/powerpoint/2010/main" val="78378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60D0453-3DAB-4039-9F11-C282C450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97A074-99C2-4F27-AF3F-3A84ECE7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159" y="5191948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22C6BA-44DF-4E6B-B292-239FFD576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168" y="5013684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516E0-3F04-46C7-8D8F-1C49E5782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154" y="5013683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8DBD5E-186F-4231-BC5F-337FE175A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122744"/>
            <a:ext cx="2856405" cy="4612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3AAEB-0979-4669-AD4A-2427149EF8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013" y="566404"/>
            <a:ext cx="2967791" cy="5072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06FB4-A6DF-47FF-A74A-87EA8BF88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678" y="4124991"/>
            <a:ext cx="938107" cy="2911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E49733-C732-482E-805F-11AC96A36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993" y="3965165"/>
            <a:ext cx="962347" cy="485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CF5850-4E1C-459D-84FF-23B0390AF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07" y="3880975"/>
            <a:ext cx="962347" cy="485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D61AA7-F2CE-4929-8EB1-4224547B5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54" y="3877800"/>
            <a:ext cx="962347" cy="48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6956CE-4922-47CE-92F8-28BD4BD07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39" y="3808033"/>
            <a:ext cx="962347" cy="4851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769F7F-A6B0-4DBE-9BD0-4027036E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990" y="3960433"/>
            <a:ext cx="962347" cy="485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AEF6BF-057C-4879-92C7-BFF6B22A5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30" y="3766059"/>
            <a:ext cx="962347" cy="4851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D1AF12-0C24-4281-9FA1-7FDAE9CD3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009" y="3788668"/>
            <a:ext cx="962347" cy="485139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tells Nora, “I know a squirrel could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60D0453-3DAB-4039-9F11-C282C450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97A074-99C2-4F27-AF3F-3A84ECE7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159" y="5191948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22C6BA-44DF-4E6B-B292-239FFD576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168" y="5013684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516E0-3F04-46C7-8D8F-1C49E5782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154" y="5013683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8DBD5E-186F-4231-BC5F-337FE175A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122744"/>
            <a:ext cx="2856405" cy="4612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3AAEB-0979-4669-AD4A-2427149EF8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013" y="566404"/>
            <a:ext cx="2967791" cy="5072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06FB4-A6DF-47FF-A74A-87EA8BF88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678" y="4124991"/>
            <a:ext cx="938107" cy="2911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E49733-C732-482E-805F-11AC96A36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993" y="3965165"/>
            <a:ext cx="962347" cy="485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CF5850-4E1C-459D-84FF-23B0390AF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07" y="3880975"/>
            <a:ext cx="962347" cy="485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D61AA7-F2CE-4929-8EB1-4224547B5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54" y="3877800"/>
            <a:ext cx="962347" cy="48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6956CE-4922-47CE-92F8-28BD4BD07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39" y="3808033"/>
            <a:ext cx="962347" cy="4851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769F7F-A6B0-4DBE-9BD0-4027036E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990" y="3960433"/>
            <a:ext cx="962347" cy="485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AEF6BF-057C-4879-92C7-BFF6B22A5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430" y="3766059"/>
            <a:ext cx="962347" cy="4851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D1AF12-0C24-4281-9FA1-7FDAE9CD3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009" y="3788668"/>
            <a:ext cx="962347" cy="485139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tells Nora,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B77687D-A9C7-4E00-AE1F-5AF768A79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19B10-6B50-4754-8A56-48AC2C652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210" y="1120402"/>
            <a:ext cx="2859543" cy="45185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E65062-EDB5-45D1-BBD4-E1BE924F5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159" y="5191948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DF36A1-397D-4FAC-A2B0-E94487F9E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013" y="566404"/>
            <a:ext cx="2967791" cy="5072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F41D76-68D4-494A-9ADA-34F4CAAAA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678" y="4124991"/>
            <a:ext cx="938107" cy="2911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0D1AC6-1A10-446C-BA80-4224B4B1F5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6993" y="3965165"/>
            <a:ext cx="962347" cy="485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5291DD-02B0-4BC3-B759-BBBA96088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07" y="3880975"/>
            <a:ext cx="962347" cy="485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D27A5A-6D03-4C7D-AD25-BFF4F01A3B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2454" y="3877800"/>
            <a:ext cx="962347" cy="48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0BC1AB-F196-4F8B-968C-7835D7B57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6439" y="3808033"/>
            <a:ext cx="962347" cy="4851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2EA512-851D-4C47-AB8D-61FC0381A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9990" y="3960433"/>
            <a:ext cx="962347" cy="485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8719A4-470E-4271-9EA0-C0CBABEDF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2430" y="3766059"/>
            <a:ext cx="962347" cy="4851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1BAAB4-2905-44D5-9FE8-5134753FF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2009" y="3788668"/>
            <a:ext cx="962347" cy="485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441F1E7-454E-4636-AC6E-2A66CFCF2A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3537" y="4075142"/>
            <a:ext cx="1467516" cy="14993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88CA59-0954-4063-AB08-B3693568F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438" y="4434639"/>
            <a:ext cx="894528" cy="4509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BEEA7D-8B66-47D3-8860-6FA3E21B87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453" y="4403213"/>
            <a:ext cx="894528" cy="450950"/>
          </a:xfrm>
          <a:prstGeom prst="rect">
            <a:avLst/>
          </a:prstGeom>
        </p:spPr>
      </p:pic>
      <p:sp>
        <p:nvSpPr>
          <p:cNvPr id="27" name="Study story caption">
            <a:extLst>
              <a:ext uri="{FF2B5EF4-FFF2-40B4-BE49-F238E27FC236}">
                <a16:creationId xmlns:a16="http://schemas.microsoft.com/office/drawing/2014/main" id="{87849067-AAD8-403E-8C93-EAE3B98A658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squirrel eats 2 of Eric’s cookies!</a:t>
            </a:r>
          </a:p>
        </p:txBody>
      </p:sp>
    </p:spTree>
    <p:extLst>
      <p:ext uri="{BB962C8B-B14F-4D97-AF65-F5344CB8AC3E}">
        <p14:creationId xmlns:p14="http://schemas.microsoft.com/office/powerpoint/2010/main" val="235026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275316A4-8405-4D2C-9AB5-5113BBE6F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71337-35F8-4F3F-8C6B-B688E2DB2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60" y="340372"/>
            <a:ext cx="2967791" cy="5072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402B3B-9743-4178-9372-91D014D29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325" y="3898959"/>
            <a:ext cx="938107" cy="291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DEDE5-B6D4-4D7D-91C3-615F48CE4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640" y="3739133"/>
            <a:ext cx="962347" cy="48513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0B67E6B-35CD-48AB-A3C1-37CA83EA4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054" y="3654943"/>
            <a:ext cx="962347" cy="48513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7E484E-0879-4D20-9F53-8B4F5C0BB4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101" y="3651768"/>
            <a:ext cx="962347" cy="4851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AD5ACA-7998-4460-90EB-C7162FE2E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086" y="3582001"/>
            <a:ext cx="962347" cy="4851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E9CF03-E574-4F98-9483-E62AA74D0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637" y="3734401"/>
            <a:ext cx="962347" cy="4851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01A45DC-083E-4437-A8CB-504A98C63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077" y="3540027"/>
            <a:ext cx="962347" cy="4851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14B1290-49A0-4BEF-B813-1F458BBD9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656" y="3562636"/>
            <a:ext cx="962347" cy="4851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C2B81C6-7EF2-464D-B0CA-921211D625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1601" y="255815"/>
            <a:ext cx="2682453" cy="51965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29F5F12-53A5-424B-97FA-EB0304110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848" y="3863609"/>
            <a:ext cx="1027288" cy="3188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828987B-F754-4BD2-9420-9CCA4CE31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1964" y="4044889"/>
            <a:ext cx="1467516" cy="14993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C4AD902-620A-4AF6-B0A5-EAFB8912E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865" y="4404386"/>
            <a:ext cx="894528" cy="45095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A9593CF-3599-4ECF-AE47-E27AE2033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880" y="4372960"/>
            <a:ext cx="894528" cy="450950"/>
          </a:xfrm>
          <a:prstGeom prst="rect">
            <a:avLst/>
          </a:prstGeom>
        </p:spPr>
      </p:pic>
      <p:sp>
        <p:nvSpPr>
          <p:cNvPr id="45" name="Study story caption">
            <a:extLst>
              <a:ext uri="{FF2B5EF4-FFF2-40B4-BE49-F238E27FC236}">
                <a16:creationId xmlns:a16="http://schemas.microsoft.com/office/drawing/2014/main" id="{941AACAF-546F-4E24-BF52-AFEF9420AFA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still has 8 cookies. Eric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Macintosh PowerPoint</Application>
  <DocSecurity>0</DocSecurity>
  <PresentationFormat>Widescreen</PresentationFormat>
  <Paragraphs>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2026-10-16T18:06:29Z</dcterms:created>
  <dcterms:modified xsi:type="dcterms:W3CDTF">2026-10-17T12:55:55Z</dcterms:modified>
</cp:coreProperties>
</file>