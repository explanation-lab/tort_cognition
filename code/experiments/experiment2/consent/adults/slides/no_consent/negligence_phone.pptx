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1418bd75144b5" /><Relationship Type="http://schemas.openxmlformats.org/officeDocument/2006/relationships/extended-properties" Target="/docProps/app.xml" Id="Redb760f56158413e" /><Relationship Type="http://schemas.openxmlformats.org/officeDocument/2006/relationships/officeDocument" Target="/ppt/presentation.xml" Id="R109611902f16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8779dd6434f67"/>
  </p:sldMasterIdLst>
  <p:notesMasterIdLst>
    <p:notesMasterId xmlns:r="http://schemas.openxmlformats.org/officeDocument/2006/relationships" r:id="Ra1866aa94d244044"/>
  </p:notesMasterIdLst>
  <p:sldIdLst>
    <p:sldId xmlns:r="http://schemas.openxmlformats.org/officeDocument/2006/relationships" id="256" r:id="R1ab846d37c85417d"/>
    <p:sldId xmlns:r="http://schemas.openxmlformats.org/officeDocument/2006/relationships" id="257" r:id="Rc73ad46b9a0f42ea"/>
    <p:sldId xmlns:r="http://schemas.openxmlformats.org/officeDocument/2006/relationships" id="258" r:id="R300c4ecf3c3b4679"/>
    <p:sldId xmlns:r="http://schemas.openxmlformats.org/officeDocument/2006/relationships" id="259" r:id="R75830e45d53d41fb"/>
    <p:sldId xmlns:r="http://schemas.openxmlformats.org/officeDocument/2006/relationships" id="260" r:id="Rdd31b48096d844e5"/>
    <p:sldId xmlns:r="http://schemas.openxmlformats.org/officeDocument/2006/relationships" id="261" r:id="R178859a387314adc"/>
    <p:sldId xmlns:r="http://schemas.openxmlformats.org/officeDocument/2006/relationships" id="262" r:id="R9276a6d567ca40de"/>
    <p:sldId xmlns:r="http://schemas.openxmlformats.org/officeDocument/2006/relationships" id="263" r:id="R1504d879ce4e4644"/>
    <p:sldId xmlns:r="http://schemas.openxmlformats.org/officeDocument/2006/relationships" id="264" r:id="R21081c94ccc241b2"/>
    <p:sldId xmlns:r="http://schemas.openxmlformats.org/officeDocument/2006/relationships" id="265" r:id="R0c6246f9145e42f5"/>
    <p:sldId xmlns:r="http://schemas.openxmlformats.org/officeDocument/2006/relationships" id="266" r:id="R22331064a7da494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a08056646e447d" /><Relationship Type="http://schemas.openxmlformats.org/officeDocument/2006/relationships/slideMaster" Target="/ppt/slideMasters/slideMaster1.xml" Id="Rd7b8779dd6434f67" /><Relationship Type="http://schemas.openxmlformats.org/officeDocument/2006/relationships/notesMaster" Target="/ppt/notesMasters/notesMaster1.xml" Id="Ra1866aa94d244044" /><Relationship Type="http://schemas.openxmlformats.org/officeDocument/2006/relationships/presProps" Target="/ppt/presProps.xml" Id="R4c3339553ac844b6" /><Relationship Type="http://schemas.openxmlformats.org/officeDocument/2006/relationships/viewProps" Target="/ppt/viewProps.xml" Id="Rbdf7d1fc987a4d00" /><Relationship Type="http://schemas.openxmlformats.org/officeDocument/2006/relationships/tableStyles" Target="/ppt/tableStyles.xml" Id="R5b7e8ff0bace4c05" /><Relationship Type="http://schemas.openxmlformats.org/officeDocument/2006/relationships/slide" Target="/ppt/slides/slide1.xml" Id="R1ab846d37c85417d" /><Relationship Type="http://schemas.openxmlformats.org/officeDocument/2006/relationships/slide" Target="/ppt/slides/slide2.xml" Id="Rc73ad46b9a0f42ea" /><Relationship Type="http://schemas.openxmlformats.org/officeDocument/2006/relationships/slide" Target="/ppt/slides/slide3.xml" Id="R300c4ecf3c3b4679" /><Relationship Type="http://schemas.openxmlformats.org/officeDocument/2006/relationships/slide" Target="/ppt/slides/slide4.xml" Id="R75830e45d53d41fb" /><Relationship Type="http://schemas.openxmlformats.org/officeDocument/2006/relationships/slide" Target="/ppt/slides/slide5.xml" Id="Rdd31b48096d844e5" /><Relationship Type="http://schemas.openxmlformats.org/officeDocument/2006/relationships/slide" Target="/ppt/slides/slide6.xml" Id="R178859a387314adc" /><Relationship Type="http://schemas.openxmlformats.org/officeDocument/2006/relationships/slide" Target="/ppt/slides/slide7.xml" Id="R9276a6d567ca40de" /><Relationship Type="http://schemas.openxmlformats.org/officeDocument/2006/relationships/slide" Target="/ppt/slides/slide8.xml" Id="R1504d879ce4e4644" /><Relationship Type="http://schemas.openxmlformats.org/officeDocument/2006/relationships/slide" Target="/ppt/slides/slide9.xml" Id="R21081c94ccc241b2" /><Relationship Type="http://schemas.openxmlformats.org/officeDocument/2006/relationships/slide" Target="/ppt/slides/slide10.xml" Id="R0c6246f9145e42f5" /><Relationship Type="http://schemas.openxmlformats.org/officeDocument/2006/relationships/slide" Target="/ppt/slides/slide11.xml" Id="R22331064a7da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7d60fe416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67c1d9b1740ac" /><Relationship Type="http://schemas.openxmlformats.org/officeDocument/2006/relationships/notesMaster" Target="/ppt/notesMasters/notesMaster1.xml" Id="Re9364341417c4d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c60e3eafd4ba6" /><Relationship Type="http://schemas.openxmlformats.org/officeDocument/2006/relationships/notesMaster" Target="/ppt/notesMasters/notesMaster1.xml" Id="R010a4769a18c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082f01eca41b1" /><Relationship Type="http://schemas.openxmlformats.org/officeDocument/2006/relationships/notesMaster" Target="/ppt/notesMasters/notesMaster1.xml" Id="R528dcb0c566343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6d3986c5b491f" /><Relationship Type="http://schemas.openxmlformats.org/officeDocument/2006/relationships/notesMaster" Target="/ppt/notesMasters/notesMaster1.xml" Id="Rf58f6785092c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6a497b4e34dce" /><Relationship Type="http://schemas.openxmlformats.org/officeDocument/2006/relationships/notesMaster" Target="/ppt/notesMasters/notesMaster1.xml" Id="R2bdfb1f7ca92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6e6dc135b455b" /><Relationship Type="http://schemas.openxmlformats.org/officeDocument/2006/relationships/notesMaster" Target="/ppt/notesMasters/notesMaster1.xml" Id="Ra14e26ae116a47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443f2e9d254b3a" /><Relationship Type="http://schemas.openxmlformats.org/officeDocument/2006/relationships/notesMaster" Target="/ppt/notesMasters/notesMaster1.xml" Id="R7a197cc0abc549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0f7bcda03d4fb3" /><Relationship Type="http://schemas.openxmlformats.org/officeDocument/2006/relationships/notesMaster" Target="/ppt/notesMasters/notesMaster1.xml" Id="Rdb533bd2e0584d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66fadefdc4106" /><Relationship Type="http://schemas.openxmlformats.org/officeDocument/2006/relationships/notesMaster" Target="/ppt/notesMasters/notesMaster1.xml" Id="R83b848726f50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919f6be1864c24" /><Relationship Type="http://schemas.openxmlformats.org/officeDocument/2006/relationships/notesMaster" Target="/ppt/notesMasters/notesMaster1.xml" Id="R1a12f119d8d341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75d0b5d33641a1" /><Relationship Type="http://schemas.openxmlformats.org/officeDocument/2006/relationships/notesMaster" Target="/ppt/notesMasters/notesMaster1.xml" Id="R3b01199aac5c4b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code/experiments/experiment1/adults/slides/pilot-v3/negligence_phone.pptx,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Ruby tells Kai: I know you could bump into me while looking at your phone and knock my cookies onto the ground.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code/experiments/experiment1/adults/slides/pilot-v3/negligence_phone.pptx,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Ruby tells Kai: I’m not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48e9a95db43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f4615ed534e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e7a2a134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9e44d760e40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bf6fe43c64e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7a31f81e4b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6eec2238b45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4422672a142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3f961ca374da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8e9174b304b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890fafa60454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40a9f900348b7" /><Relationship Type="http://schemas.openxmlformats.org/officeDocument/2006/relationships/slideLayout" Target="/ppt/slideLayouts/slideLayout1.xml" Id="Rcc5331e6b6fe47b7" /><Relationship Type="http://schemas.openxmlformats.org/officeDocument/2006/relationships/slideLayout" Target="/ppt/slideLayouts/slideLayout2.xml" Id="R324f10e49b4e4038" /><Relationship Type="http://schemas.openxmlformats.org/officeDocument/2006/relationships/slideLayout" Target="/ppt/slideLayouts/slideLayout3.xml" Id="Rb328f2b5579b4eab" /><Relationship Type="http://schemas.openxmlformats.org/officeDocument/2006/relationships/slideLayout" Target="/ppt/slideLayouts/slideLayout4.xml" Id="R00d0217a96784d5e" /><Relationship Type="http://schemas.openxmlformats.org/officeDocument/2006/relationships/slideLayout" Target="/ppt/slideLayouts/slideLayout5.xml" Id="Rf9e98c37d94d47ae" /><Relationship Type="http://schemas.openxmlformats.org/officeDocument/2006/relationships/slideLayout" Target="/ppt/slideLayouts/slideLayout6.xml" Id="Ra79fbd896eab4756" /><Relationship Type="http://schemas.openxmlformats.org/officeDocument/2006/relationships/slideLayout" Target="/ppt/slideLayouts/slideLayout7.xml" Id="Rdc85fd289e304fe2" /><Relationship Type="http://schemas.openxmlformats.org/officeDocument/2006/relationships/slideLayout" Target="/ppt/slideLayouts/slideLayout8.xml" Id="R3c7ec492b7404ed7" /><Relationship Type="http://schemas.openxmlformats.org/officeDocument/2006/relationships/slideLayout" Target="/ppt/slideLayouts/slideLayout9.xml" Id="R9d6f78a33526407e" /><Relationship Type="http://schemas.openxmlformats.org/officeDocument/2006/relationships/slideLayout" Target="/ppt/slideLayouts/slideLayout10.xml" Id="Reb0a885bbb094062" /><Relationship Type="http://schemas.openxmlformats.org/officeDocument/2006/relationships/slideLayout" Target="/ppt/slideLayouts/slideLayout11.xml" Id="R37b01309531e45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331e6b6fe47b7"/>
    <p:sldLayoutId xmlns:r="http://schemas.openxmlformats.org/officeDocument/2006/relationships" id="2147483650" r:id="R324f10e49b4e4038"/>
    <p:sldLayoutId xmlns:r="http://schemas.openxmlformats.org/officeDocument/2006/relationships" id="2147483651" r:id="Rb328f2b5579b4eab"/>
    <p:sldLayoutId xmlns:r="http://schemas.openxmlformats.org/officeDocument/2006/relationships" id="2147483652" r:id="R00d0217a96784d5e"/>
    <p:sldLayoutId xmlns:r="http://schemas.openxmlformats.org/officeDocument/2006/relationships" id="2147483653" r:id="Rf9e98c37d94d47ae"/>
    <p:sldLayoutId xmlns:r="http://schemas.openxmlformats.org/officeDocument/2006/relationships" id="2147483654" r:id="Ra79fbd896eab4756"/>
    <p:sldLayoutId xmlns:r="http://schemas.openxmlformats.org/officeDocument/2006/relationships" id="2147483655" r:id="Rdc85fd289e304fe2"/>
    <p:sldLayoutId xmlns:r="http://schemas.openxmlformats.org/officeDocument/2006/relationships" id="2147483656" r:id="R3c7ec492b7404ed7"/>
    <p:sldLayoutId xmlns:r="http://schemas.openxmlformats.org/officeDocument/2006/relationships" id="2147483657" r:id="R9d6f78a33526407e"/>
    <p:sldLayoutId xmlns:r="http://schemas.openxmlformats.org/officeDocument/2006/relationships" id="2147483658" r:id="Reb0a885bbb094062"/>
    <p:sldLayoutId xmlns:r="http://schemas.openxmlformats.org/officeDocument/2006/relationships" id="2147483659" r:id="R37b01309531e455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a19ce96844ccb" /><Relationship Type="http://schemas.openxmlformats.org/officeDocument/2006/relationships/image" Target="/ppt/media/image.png" Id="R18a9713323654cfb" /><Relationship Type="http://schemas.openxmlformats.org/officeDocument/2006/relationships/image" Target="/ppt/media/image2.png" Id="Rb96940eaace94f80" /><Relationship Type="http://schemas.openxmlformats.org/officeDocument/2006/relationships/notesSlide" Target="/ppt/notesSlides/notesSlide1.xml" Id="R1f2d05ec420645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2cee720c87484e" /><Relationship Type="http://schemas.openxmlformats.org/officeDocument/2006/relationships/image" Target="/ppt/media/image3.png" Id="R32a5ce57271c4223" /><Relationship Type="http://schemas.openxmlformats.org/officeDocument/2006/relationships/image" Target="/ppt/media/image2.png" Id="Rda3a2243aef84ac6" /><Relationship Type="http://schemas.openxmlformats.org/officeDocument/2006/relationships/image" Target="/ppt/media/image4.png" Id="Rd652c87a069c4139" /><Relationship Type="http://schemas.openxmlformats.org/officeDocument/2006/relationships/image" Target="/ppt/media/image5.png" Id="R89fe0cd18d5e48d0" /><Relationship Type="http://schemas.openxmlformats.org/officeDocument/2006/relationships/notesSlide" Target="/ppt/notesSlides/notesSlide2.xml" Id="R8b5672810080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8a415661eb45cc" /><Relationship Type="http://schemas.openxmlformats.org/officeDocument/2006/relationships/image" Target="/ppt/media/image6.png" Id="Rdf3a03e1af684288" /><Relationship Type="http://schemas.openxmlformats.org/officeDocument/2006/relationships/image" Target="/ppt/media/image7.png" Id="R54eef7d7c3e14703" /><Relationship Type="http://schemas.openxmlformats.org/officeDocument/2006/relationships/notesSlide" Target="/ppt/notesSlides/notesSlide3.xml" Id="Rfca3f9d1d35d43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f61ee07f34593" /><Relationship Type="http://schemas.openxmlformats.org/officeDocument/2006/relationships/image" Target="/ppt/media/image8.png" Id="Re4e15b595bc841bf" /><Relationship Type="http://schemas.openxmlformats.org/officeDocument/2006/relationships/image" Target="/ppt/media/image7.png" Id="Rd48c86726b284f0d" /><Relationship Type="http://schemas.openxmlformats.org/officeDocument/2006/relationships/image" Target="/ppt/media/image4.png" Id="Re30b2d3d1feb4882" /><Relationship Type="http://schemas.openxmlformats.org/officeDocument/2006/relationships/image" Target="/ppt/media/image5.png" Id="R08717c7671ba4ef5" /><Relationship Type="http://schemas.openxmlformats.org/officeDocument/2006/relationships/notesSlide" Target="/ppt/notesSlides/notesSlide4.xml" Id="Rff56309760e0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4c2470ba047f8" /><Relationship Type="http://schemas.openxmlformats.org/officeDocument/2006/relationships/image" Target="/ppt/media/image9.png" Id="R1ffb599d09f74329" /><Relationship Type="http://schemas.openxmlformats.org/officeDocument/2006/relationships/image" Target="/ppt/media/image10.png" Id="Rb7ff278baea74c6b" /><Relationship Type="http://schemas.openxmlformats.org/officeDocument/2006/relationships/image" Target="/ppt/media/image11.png" Id="Rb1ffb81ed2a24ef8" /><Relationship Type="http://schemas.openxmlformats.org/officeDocument/2006/relationships/image" Target="/ppt/media/image4.png" Id="R0de30147d7bc421d" /><Relationship Type="http://schemas.openxmlformats.org/officeDocument/2006/relationships/image" Target="/ppt/media/image5.png" Id="Rece5cc482ae846e8" /><Relationship Type="http://schemas.openxmlformats.org/officeDocument/2006/relationships/notesSlide" Target="/ppt/notesSlides/notesSlide5.xml" Id="R37afb0ce829c4a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9eeef752b54594" /><Relationship Type="http://schemas.openxmlformats.org/officeDocument/2006/relationships/image" Target="/ppt/media/image9.png" Id="R1939ab15805144bd" /><Relationship Type="http://schemas.openxmlformats.org/officeDocument/2006/relationships/image" Target="/ppt/media/image10.png" Id="R7d3b21eafa4e4815" /><Relationship Type="http://schemas.openxmlformats.org/officeDocument/2006/relationships/image" Target="/ppt/media/image11.png" Id="R1acf3e921a3f4316" /><Relationship Type="http://schemas.openxmlformats.org/officeDocument/2006/relationships/image" Target="/ppt/media/image4.png" Id="R56a5fa93566441dc" /><Relationship Type="http://schemas.openxmlformats.org/officeDocument/2006/relationships/image" Target="/ppt/media/image5.png" Id="R5d250700f6244d14" /><Relationship Type="http://schemas.openxmlformats.org/officeDocument/2006/relationships/notesSlide" Target="/ppt/notesSlides/notesSlide6.xml" Id="R88f40027baa8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ce0578cddb4b9d" /><Relationship Type="http://schemas.openxmlformats.org/officeDocument/2006/relationships/image" Target="/ppt/media/image9.png" Id="Rc7e3aaa9da2e4bbb" /><Relationship Type="http://schemas.openxmlformats.org/officeDocument/2006/relationships/image" Target="/ppt/media/image10.png" Id="R15bd3bb90f43421f" /><Relationship Type="http://schemas.openxmlformats.org/officeDocument/2006/relationships/image" Target="/ppt/media/image11.png" Id="R5d31431aff5f4cdb" /><Relationship Type="http://schemas.openxmlformats.org/officeDocument/2006/relationships/image" Target="/ppt/media/image4.png" Id="Rbe72639b42e94d41" /><Relationship Type="http://schemas.openxmlformats.org/officeDocument/2006/relationships/image" Target="/ppt/media/image5.png" Id="R557beae94093456b" /><Relationship Type="http://schemas.openxmlformats.org/officeDocument/2006/relationships/notesSlide" Target="/ppt/notesSlides/notesSlide7.xml" Id="Rd86bfc52ce30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fe64a630ed4bf3" /><Relationship Type="http://schemas.openxmlformats.org/officeDocument/2006/relationships/image" Target="/ppt/media/image12.png" Id="R0d264db4ce0b4f21" /><Relationship Type="http://schemas.openxmlformats.org/officeDocument/2006/relationships/image" Target="/ppt/media/image10.png" Id="Ra3e31bd207944253" /><Relationship Type="http://schemas.openxmlformats.org/officeDocument/2006/relationships/image" Target="/ppt/media/image11.png" Id="Ra4c58914cb6b4209" /><Relationship Type="http://schemas.openxmlformats.org/officeDocument/2006/relationships/image" Target="/ppt/media/image4.png" Id="R38966ebfd94b49a9" /><Relationship Type="http://schemas.openxmlformats.org/officeDocument/2006/relationships/image" Target="/ppt/media/image5.png" Id="R80dc325b53e342bb" /><Relationship Type="http://schemas.openxmlformats.org/officeDocument/2006/relationships/notesSlide" Target="/ppt/notesSlides/notesSlide8.xml" Id="R10f6e4519fed4a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876283c3c40ae" /><Relationship Type="http://schemas.openxmlformats.org/officeDocument/2006/relationships/image" Target="/ppt/media/image13.png" Id="R7bce3e8a375b449c" /><Relationship Type="http://schemas.openxmlformats.org/officeDocument/2006/relationships/image" Target="/ppt/media/image14.png" Id="R4a4f7626ed644783" /><Relationship Type="http://schemas.openxmlformats.org/officeDocument/2006/relationships/image" Target="/ppt/media/image4.png" Id="R5ca939f08b6443e4" /><Relationship Type="http://schemas.openxmlformats.org/officeDocument/2006/relationships/image" Target="/ppt/media/image5.png" Id="Rc50fdd83672a4cf0" /><Relationship Type="http://schemas.openxmlformats.org/officeDocument/2006/relationships/notesSlide" Target="/ppt/notesSlides/notesSlide9.xml" Id="R967bfeea4134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00884114be4850" /><Relationship Type="http://schemas.openxmlformats.org/officeDocument/2006/relationships/image" Target="/ppt/media/image15.png" Id="Rf68f2b40adc54ccd" /><Relationship Type="http://schemas.openxmlformats.org/officeDocument/2006/relationships/image" Target="/ppt/media/image14.png" Id="R4b83b5ba80444ff5" /><Relationship Type="http://schemas.openxmlformats.org/officeDocument/2006/relationships/image" Target="/ppt/media/image4.png" Id="R57ad0585b2424217" /><Relationship Type="http://schemas.openxmlformats.org/officeDocument/2006/relationships/image" Target="/ppt/media/image5.png" Id="R0287e4be27154b54" /><Relationship Type="http://schemas.openxmlformats.org/officeDocument/2006/relationships/notesSlide" Target="/ppt/notesSlides/notesSlide10.xml" Id="R82d8b8a9a795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5bb16fb53b456a" /><Relationship Type="http://schemas.openxmlformats.org/officeDocument/2006/relationships/image" Target="/ppt/media/image16.png" Id="R034e2748f67e4ce8" /><Relationship Type="http://schemas.openxmlformats.org/officeDocument/2006/relationships/image" Target="/ppt/media/image7.png" Id="Rc48da9e986c54db9" /><Relationship Type="http://schemas.openxmlformats.org/officeDocument/2006/relationships/image" Target="/ppt/media/image2.png" Id="R7f80aae077ea4c50" /><Relationship Type="http://schemas.openxmlformats.org/officeDocument/2006/relationships/image" Target="/ppt/media/image4.png" Id="Rf1ae4bf649454917" /><Relationship Type="http://schemas.openxmlformats.org/officeDocument/2006/relationships/image" Target="/ppt/media/image5.png" Id="R796844d4d5624421" /><Relationship Type="http://schemas.openxmlformats.org/officeDocument/2006/relationships/image" Target="/ppt/media/image17.png" Id="Ra725b507b5654795" /><Relationship Type="http://schemas.openxmlformats.org/officeDocument/2006/relationships/notesSlide" Target="/ppt/notesSlides/notesSlide11.xml" Id="Re1471887ac654a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732ED60-441D-4629-AAE2-FDDB824B6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9713323654cf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596BA60-6FBC-4C24-8FE1-47F6D2FF0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940eaace94f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5C82AD7-C80C-45CB-A953-2D877750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7BCBC6C-2F36-4513-9A6A-F2777F122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5ce57271c422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F676687-A02B-4BD8-8817-58247DBDD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a2243aef8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208B5A8-8679-4085-A988-1E3953221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2c87a069c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9262F458-AE2F-4C64-A50B-89EB08759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D4728E8-2DE2-46C4-BCC8-C9A158055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40103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03EAB03-B182-4944-A974-2848E46BF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400718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EC095A07-32A3-4E4A-AC0E-2C9F3AACE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9374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6B0862DE-1770-44A8-B956-8410C18F4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898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09CB5BE-46A1-49A7-8E51-530BD8633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9544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DFE40F3-3903-4D7C-B2B6-B17BC33FE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0cd18d5e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91805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3F233F7-F61B-4ECC-913F-400224E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C24081C-2B1A-4DFC-9C91-F33617179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a03e1af68428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3C31C77-2079-4159-935E-ED34261731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ef7d7c3e1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D3866C3-C3F5-4679-9FB9-6F1CA2D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82AA211-C797-4CA4-ACF4-3A012BF3A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15b595bc841b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599D474-7E74-409D-9374-6EF0AE3C6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c86726b284f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9A2F378-F83F-4FD0-A819-E2D70B48F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b2d3d1feb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7765" y="417655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B1CA113-5F0E-4521-BB92-3F788015A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17c7671ba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1774" y="399829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672FC0E-93C1-4036-9C41-6F1ED7356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17c7671ba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877" y="3995129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67BE14E-545B-4489-B697-544C403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D885679C-FF91-4694-B643-D72F8FC3C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b599d09f7432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DA61BD6-84E7-4B61-BE28-F2686A6B6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f278baea74c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1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5FCE12F-3E6A-4ED9-972C-FCA223917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fb81ed2a24e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9BC62E8-4F3D-462C-99FD-F9AE4C384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0147d7bc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0153636-6962-49F2-9833-EE6D1A7AF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5cc482ae8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DA4003A-00EA-4A6D-A710-D949DF398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5cc482ae8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D885679C-FF91-4694-B643-D72F8FC3C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9ab15805144b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DA61BD6-84E7-4B61-BE28-F2686A6B6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b21eafa4e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1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5FCE12F-3E6A-4ED9-972C-FCA223917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f3e921a3f4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9BC62E8-4F3D-462C-99FD-F9AE4C384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5fa935664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0153636-6962-49F2-9833-EE6D1A7AF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50700f624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DA4003A-00EA-4A6D-A710-D949DF398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50700f624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tells Kai, “I know you could bump into me while looking at your phone and knock my cookies onto the ground.”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D885679C-FF91-4694-B643-D72F8FC3C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3aaa9da2e4bb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DA61BD6-84E7-4B61-BE28-F2686A6B6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d3bb90f4342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1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5FCE12F-3E6A-4ED9-972C-FCA223917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1431aff5f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9BC62E8-4F3D-462C-99FD-F9AE4C384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2639b42e94d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0153636-6962-49F2-9833-EE6D1A7AF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beae9409345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DA4003A-00EA-4A6D-A710-D949DF398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beae9409345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tells Kai,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7A24300-28BA-49B6-9308-7FB802891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64db4ce0b4f2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B56F5AD-0EA2-4815-83F5-ECD0C3E94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31bd20794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629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5C8F97E-C293-4066-BF34-511F3FF77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58914cb6b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C5136A87-8EC1-4C46-89C4-7ADB74851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66ebfd94b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D06E2F2A-3B26-4216-A135-55435A7EF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c325b53e3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8E59D1C-79F1-46D3-B469-EE6B1A90B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c325b53e3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9C8C32E-A9B5-4AF3-87F1-007F8F32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9EC8C12-672D-42F5-8153-8267A086F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e3e8a375b449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52EC4DF-1E01-4BB6-8A38-FAFA9E33C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f7626ed64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04F5E3D-C9C5-4656-830D-30B1DAD05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39f08b6443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2" y="2754735"/>
            <a:ext cx="1307517" cy="553998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DE061AE-4023-45FF-AFFB-F6CF9678F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fdd83672a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BDE6ED10-CAB7-4E66-8F0D-AA4D108FE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fdd83672a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F273630-170F-4258-A220-F06686D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Kai bumps into Ruby!</a:t>
            </a:r>
          </a:p>
        </p:txBody>
      </p:sp>
    </p:spTree>
    <p:extLst>
      <p:ext uri="{BB962C8B-B14F-4D97-AF65-F5344CB8AC3E}">
        <p14:creationId xmlns:p14="http://schemas.microsoft.com/office/powerpoint/2010/main" val="4152667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29B74E1-DA02-4141-AEB9-7C77CC2B6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f2b40adc54cc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690B918-7341-49AF-9886-2BEA7E661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3b5ba8044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8BBA85D-5025-4BEB-AE5F-924C43E34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d0585b242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2" y="2754735"/>
            <a:ext cx="1307517" cy="553998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266C64A-7FD3-47BF-A664-B25447EE5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7e4be27154b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4FDEC4C-7EF6-45E3-BFD6-546162A4E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7e4be27154b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549A4B8-E966-4E65-9533-2AE5D96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Ruby’s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12998257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E89888DF-68AC-4AEA-A724-48522B94D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e2748f67e4ce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B234559-857F-40D1-8ACA-59B6ACB25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da9e986c5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6488" y="525447"/>
            <a:ext cx="3802149" cy="507134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E1FCBAE-69B3-4B7B-BB9F-24BB61AE7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0aae077ea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8901" y="525447"/>
            <a:ext cx="3859690" cy="5287249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404C8FC5-1FEF-423F-B5CA-E6CEDBEE0F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e4bf64945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46CD6405-22A8-4066-8461-B37732102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633" y="419170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E23D9C97-EDBC-4C36-90AE-A7711DCB5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1072" y="416937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F87FA72F-4079-4E64-A908-CA917ACE4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1867" y="411919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910F0397-313C-40CA-9FD1-C2BE440F6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0583" y="4086927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F32C49B6-500B-480A-9450-DC17F8A38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0794" y="410305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915A205-0798-42FC-87B1-1C094EC09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b507b565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839595" y="5097085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FB9F6A9-C205-4C4E-A1E6-5754F1611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b507b565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491159" y="4962073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1495CF6-5549-404B-99A7-5A7D487B9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e4bf64945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8486" y="40447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9276D519-4899-4625-8C02-DF00E62D0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884" y="4035320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499C963C-E194-4539-90C5-8F4BC7758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44d4d562442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5785" y="4001823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2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96F90F0-1320-4B30-ADF4-FC60AB5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still has 8 cookies. Ruby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2026-10-16T18:06:05.7120000Z</dcterms:created>
  <dcterms:modified xsi:type="dcterms:W3CDTF">2026-10-16T18:06:05.7120000Z</dcterms:modified>
</coreProperties>
</file>