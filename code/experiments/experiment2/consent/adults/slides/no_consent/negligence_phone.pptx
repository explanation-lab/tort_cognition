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48"/>
  </p:normalViewPr>
  <p:slideViewPr>
    <p:cSldViewPr snapToGrid="0">
      <p:cViewPr varScale="1">
        <p:scale>
          <a:sx n="112" d="100"/>
          <a:sy n="112" d="100"/>
        </p:scale>
        <p:origin x="7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80FCF-407B-203F-BD5E-7AE432A706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304F00-41B5-C265-0CF2-0D1EB91D98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D51CC-61F7-102B-5982-CB8ED20CF90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867420-5A5F-77DC-6ED4-DAD06112BDF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49F74-F0D6-C93F-B474-4BB4F0A2FB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E58DE-2CC2-90F7-932C-ED578D1E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0F155-CD49-FF46-A910-EBE0EF454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8CDE57-D586-164A-00C2-4D105A5949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D6ED3A-7CC7-AB3C-5348-D8D2507143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C04FB-FD51-B1C3-269B-CEF698FD5B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B9C9F-DD4E-B823-3C97-E3E4273DE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908F4-B8F1-6958-8345-4990D7353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F32D5-8419-C290-7B57-149CA3698D5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FF7A8-675C-6955-3AA7-86B3D95C0CF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FE4D17-1835-1856-D762-AC8CEB3F611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1FFBD-00BB-BB96-580C-FB69EC7D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56FD8-26D3-B57A-0B52-C449B2948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AF7001-47B7-9C29-B564-5B6AAA30D595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553E7-FC40-5060-93EA-BF12C704CEB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CFFF26-DE73-46EA-C794-3092CFEB8A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865D62-F84F-0DF6-F90A-6FED683A155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FA501-9122-819F-1AC2-D5BAB4927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29A8C-3341-2A8E-9C19-21500D8B8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36758-6871-837D-F1A0-5D84772A0D93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1D8030-D568-AFC2-0042-854FC46F4FB9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7532BC-4215-EE3C-F65E-44DCC78B1125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93C098-5065-669D-FE2E-385BDF5C1D7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10/17/26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47B35A-C158-5C49-1E8D-110B789C1C2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EE09F0-C30C-3AC9-E872-FBF4A28C9F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FAC30-3BC3-8C9E-8CA8-0415CF18E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E65DB-6F23-0067-8402-66CE6F6F1B2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10/17/26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97D977-9441-B359-D0CE-9BACB1C4008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656DB-E979-738B-0847-7332167FA2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5674C-ED51-41D7-86A5-E161ED04600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10/17/26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9EE67D-3403-1EDD-6EF1-846CACDF7D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582F9-ACE6-30BD-B738-8191A2D257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2684B-12F3-323D-142B-4DF8B4BBF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969D0-34A5-37A1-354B-49195179D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9A5247-2524-8137-B7B5-A5CE6F648AD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B1219-7418-56CF-1D86-63645473BD4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EAB6E-6A08-3CCA-50A1-721CB383660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102C54-55C1-F70B-1306-517A317152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0A523-B4A1-B7CD-4C74-48BAEA829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C7C37A-AF02-C7E4-4A3B-17801E97F2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C72D0D-D4D5-07BE-180C-D7AAE8376C5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650CF6-75DC-2B11-24E6-2FD26F7CE95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72B1EB-57CC-09D9-7A2E-AD6F637BD6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62FE8-4643-794B-86B0-34AA231DCA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681EB-B7A7-2F2A-089E-99F33BDED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AA95D-A571-AA1E-819B-4BAA0DBB7D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EC448-CC93-F10D-C8FC-BFB62236796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D6A14-F01C-DAAD-CEB5-47B407E2DF4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0A623-F028-844E-ADE8-98DC94C828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E053FD-192D-65BA-6D39-8CDFBE48B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21EC91-2A7A-435D-3680-951964BBFE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D0A25-3C42-A769-AEBD-CE5A7D371E4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6EFDB4A-8EE4-1645-ADF0-31732329A8FA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FFD41-6EB9-CA7A-2FFE-60B8E322D72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3E168-1FBA-ADED-DF3C-FEDB04C2208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B4BD08-D936-8240-A9BE-01FD1B6AEE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E93382-66AD-60FE-D8AD-6B9F00C76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B29AE-0E97-9874-C056-48596C874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E9EA4-F0C2-BAB8-5959-B33C94BC5DEB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EFDB4A-8EE4-1645-ADF0-31732329A8FA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4E6C4-22F5-1E69-4BDB-687DC67A6876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780A8-7096-9474-CA42-9DE3291DCDDD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4BD08-D936-8240-A9BE-01FD1B6AEE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732ED60-441D-4629-AAE2-FDDB824B6DB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96BA60-6FBC-4C24-8FE1-47F6D2FF06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3833" y="440128"/>
            <a:ext cx="4066877" cy="5571067"/>
          </a:xfrm>
          <a:prstGeom prst="rect">
            <a:avLst/>
          </a:prstGeom>
        </p:spPr>
      </p:pic>
      <p:sp>
        <p:nvSpPr>
          <p:cNvPr id="9" name="Study story caption">
            <a:extLst>
              <a:ext uri="{FF2B5EF4-FFF2-40B4-BE49-F238E27FC236}">
                <a16:creationId xmlns:a16="http://schemas.microsoft.com/office/drawing/2014/main" id="{45C82AD7-C80C-45CB-A953-2D8777503B7E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Kai.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7BCBC6C-2F36-4513-9A6A-F2777F12277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F676687-A02B-4BD8-8817-58247DBDD8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3833" y="440128"/>
            <a:ext cx="4066877" cy="55710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08B5A8-8679-4085-A988-1E39532210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1044" y="4272811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62F458-AE2F-4C64-A50B-89EB087591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5053" y="4094547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4728E8-2DE2-46C4-BCC8-C9A1580554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3467" y="4010357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3EAB03-B182-4944-A974-2848E46BF4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0514" y="4007182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C095A07-32A3-4E4A-AC0E-2C9F3AACE2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4499" y="3937415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B0862DE-1770-44A8-B956-8410C18F49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8050" y="4089815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09CB5BE-46A1-49A7-8E51-530BD8633B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0490" y="3895441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DFE40F3-3903-4D7C-B2B6-B17BC33FE2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0069" y="3918050"/>
            <a:ext cx="1053833" cy="531259"/>
          </a:xfrm>
          <a:prstGeom prst="rect">
            <a:avLst/>
          </a:prstGeom>
        </p:spPr>
      </p:pic>
      <p:sp>
        <p:nvSpPr>
          <p:cNvPr id="14" name="Study story caption">
            <a:extLst>
              <a:ext uri="{FF2B5EF4-FFF2-40B4-BE49-F238E27FC236}">
                <a16:creationId xmlns:a16="http://schemas.microsoft.com/office/drawing/2014/main" id="{73F233F7-F61B-4ECC-913F-400224E52C2C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Kai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3556584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C24081C-2B1A-4DFC-9C91-F33617179A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3C31C77-2079-4159-935E-ED34261731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5091" y="440128"/>
            <a:ext cx="4015619" cy="5356078"/>
          </a:xfrm>
          <a:prstGeom prst="rect">
            <a:avLst/>
          </a:prstGeom>
        </p:spPr>
      </p:pic>
      <p:sp>
        <p:nvSpPr>
          <p:cNvPr id="5" name="Study story caption">
            <a:extLst>
              <a:ext uri="{FF2B5EF4-FFF2-40B4-BE49-F238E27FC236}">
                <a16:creationId xmlns:a16="http://schemas.microsoft.com/office/drawing/2014/main" id="{4D3866C3-C3F5-4679-9FB9-6F1CA2DD4C47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Ruby.</a:t>
            </a:r>
          </a:p>
        </p:txBody>
      </p:sp>
    </p:spTree>
    <p:extLst>
      <p:ext uri="{BB962C8B-B14F-4D97-AF65-F5344CB8AC3E}">
        <p14:creationId xmlns:p14="http://schemas.microsoft.com/office/powerpoint/2010/main" val="2072798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82AA211-C797-4CA4-ACF4-3A012BF3AFB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599D474-7E74-409D-9374-6EF0AE3C6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5091" y="440128"/>
            <a:ext cx="4015619" cy="53560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A2F378-F83F-4FD0-A819-E2D70B48FE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7765" y="4176558"/>
            <a:ext cx="1027288" cy="3188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B1CA113-5F0E-4521-BB92-3F788015AE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1774" y="3998294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72FC0E-93C1-4036-9C41-6F1ED73561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877" y="3995129"/>
            <a:ext cx="1053833" cy="531259"/>
          </a:xfrm>
          <a:prstGeom prst="rect">
            <a:avLst/>
          </a:prstGeom>
        </p:spPr>
      </p:pic>
      <p:sp>
        <p:nvSpPr>
          <p:cNvPr id="16" name="Study story caption">
            <a:extLst>
              <a:ext uri="{FF2B5EF4-FFF2-40B4-BE49-F238E27FC236}">
                <a16:creationId xmlns:a16="http://schemas.microsoft.com/office/drawing/2014/main" id="{167BE14E-545B-4489-B697-544C403B38D3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Ruby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2126813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D885679C-FF91-4694-B643-D72F8FC3C60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A61BD6-84E7-4B61-BE28-F2686A6B67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81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FCE12F-3E6A-4ED9-972C-FCA223917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9BC62E8-4F3D-462C-99FD-F9AE4C384A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153636-6962-49F2-9833-EE6D1A7AF6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A4003A-00EA-4A6D-A710-D949DF3988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4094547"/>
            <a:ext cx="1053833" cy="531259"/>
          </a:xfrm>
          <a:prstGeom prst="rect">
            <a:avLst/>
          </a:prstGeom>
        </p:spPr>
      </p:pic>
      <p:sp>
        <p:nvSpPr>
          <p:cNvPr id="25" name="Study story caption">
            <a:extLst>
              <a:ext uri="{FF2B5EF4-FFF2-40B4-BE49-F238E27FC236}">
                <a16:creationId xmlns:a16="http://schemas.microsoft.com/office/drawing/2014/main" id="{F331AB64-29EE-4E46-AE87-1363B2173093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Kai is walking and staring at his phone.</a:t>
            </a:r>
          </a:p>
        </p:txBody>
      </p:sp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D885679C-FF91-4694-B643-D72F8FC3C60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A61BD6-84E7-4B61-BE28-F2686A6B67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81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FCE12F-3E6A-4ED9-972C-FCA223917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9BC62E8-4F3D-462C-99FD-F9AE4C384A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153636-6962-49F2-9833-EE6D1A7AF6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A4003A-00EA-4A6D-A710-D949DF3988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4094547"/>
            <a:ext cx="1053833" cy="531259"/>
          </a:xfrm>
          <a:prstGeom prst="rect">
            <a:avLst/>
          </a:prstGeom>
        </p:spPr>
      </p:pic>
      <p:sp>
        <p:nvSpPr>
          <p:cNvPr id="25" name="Study story caption">
            <a:extLst>
              <a:ext uri="{FF2B5EF4-FFF2-40B4-BE49-F238E27FC236}">
                <a16:creationId xmlns:a16="http://schemas.microsoft.com/office/drawing/2014/main" id="{F331AB64-29EE-4E46-AE87-1363B2173093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0" rIns="152400" bIns="0" anchor="ctr">
            <a:noAutofit/>
          </a:bodyPr>
          <a:lstStyle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Ruby tells Kai, “I know you could bump into me while looking at your phone and knock my cookies onto the ground.”</a:t>
            </a:r>
          </a:p>
        </p:txBody>
      </p:sp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D885679C-FF91-4694-B643-D72F8FC3C60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A61BD6-84E7-4B61-BE28-F2686A6B67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81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FCE12F-3E6A-4ED9-972C-FCA223917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9BC62E8-4F3D-462C-99FD-F9AE4C384A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153636-6962-49F2-9833-EE6D1A7AF6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A4003A-00EA-4A6D-A710-D949DF3988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4094547"/>
            <a:ext cx="1053833" cy="531259"/>
          </a:xfrm>
          <a:prstGeom prst="rect">
            <a:avLst/>
          </a:prstGeom>
        </p:spPr>
      </p:pic>
      <p:sp>
        <p:nvSpPr>
          <p:cNvPr id="25" name="Study story caption">
            <a:extLst>
              <a:ext uri="{FF2B5EF4-FFF2-40B4-BE49-F238E27FC236}">
                <a16:creationId xmlns:a16="http://schemas.microsoft.com/office/drawing/2014/main" id="{F331AB64-29EE-4E46-AE87-1363B2173093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Ruby tells Kai, “I’m not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7A24300-28BA-49B6-9308-7FB8028915C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56F5AD-0EA2-4815-83F5-ECD0C3E94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29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5C8F97E-C293-4066-BF34-511F3FF775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5136A87-8EC1-4C46-89C4-7ADB748512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06E2F2A-3B26-4216-A135-55435A7EFA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8E59D1C-79F1-46D3-B469-EE6B1A90B8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4094547"/>
            <a:ext cx="1053833" cy="531259"/>
          </a:xfrm>
          <a:prstGeom prst="rect">
            <a:avLst/>
          </a:prstGeom>
        </p:spPr>
      </p:pic>
      <p:sp>
        <p:nvSpPr>
          <p:cNvPr id="18" name="Study story caption">
            <a:extLst>
              <a:ext uri="{FF2B5EF4-FFF2-40B4-BE49-F238E27FC236}">
                <a16:creationId xmlns:a16="http://schemas.microsoft.com/office/drawing/2014/main" id="{E9C8C32E-A9B5-4AF3-87F1-007F8F322D8D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Kai is walking and staring at his phone.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EC8C12-672D-42F5-8153-8267A086F15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52EC4DF-1E01-4BB6-8A38-FAFA9E33C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628" y="-276999"/>
            <a:ext cx="4112744" cy="62915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4F5E3D-C9C5-4656-830D-30B1DAD05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842" y="2754735"/>
            <a:ext cx="1307517" cy="5539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DE061AE-4023-45FF-AFFB-F6CF9678FA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26606">
            <a:off x="7865010" y="297582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E6ED10-CAB7-4E66-8F0D-AA4D108FE9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67185">
            <a:off x="8147089" y="2969742"/>
            <a:ext cx="1053833" cy="531259"/>
          </a:xfrm>
          <a:prstGeom prst="rect">
            <a:avLst/>
          </a:prstGeom>
        </p:spPr>
      </p:pic>
      <p:sp>
        <p:nvSpPr>
          <p:cNvPr id="11" name="Study story caption">
            <a:extLst>
              <a:ext uri="{FF2B5EF4-FFF2-40B4-BE49-F238E27FC236}">
                <a16:creationId xmlns:a16="http://schemas.microsoft.com/office/drawing/2014/main" id="{1F273630-170F-4258-A220-F06686DDC12A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Kai bumps into Ruby!</a:t>
            </a:r>
          </a:p>
        </p:txBody>
      </p:sp>
    </p:spTree>
    <p:extLst>
      <p:ext uri="{BB962C8B-B14F-4D97-AF65-F5344CB8AC3E}">
        <p14:creationId xmlns:p14="http://schemas.microsoft.com/office/powerpoint/2010/main" val="4152667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9B74E1-DA02-4141-AEB9-7C77CC2B61B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90B918-7341-49AF-9886-2BEA7E6619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628" y="-276999"/>
            <a:ext cx="4112744" cy="62915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8BBA85D-5025-4BEB-AE5F-924C43E348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842" y="2754735"/>
            <a:ext cx="1307517" cy="5539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66C64A-7FD3-47BF-A664-B25447EE57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26606">
            <a:off x="7865010" y="297582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4FDEC4C-7EF6-45E3-BFD6-546162A4E5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67185">
            <a:off x="8147089" y="2969742"/>
            <a:ext cx="1053833" cy="531259"/>
          </a:xfrm>
          <a:prstGeom prst="rect">
            <a:avLst/>
          </a:prstGeom>
        </p:spPr>
      </p:pic>
      <p:sp>
        <p:nvSpPr>
          <p:cNvPr id="11" name="Study story caption">
            <a:extLst>
              <a:ext uri="{FF2B5EF4-FFF2-40B4-BE49-F238E27FC236}">
                <a16:creationId xmlns:a16="http://schemas.microsoft.com/office/drawing/2014/main" id="{9549A4B8-E966-4E65-9533-2AE5D966367D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 of Ruby’s cookies fall!</a:t>
            </a:r>
          </a:p>
        </p:txBody>
      </p:sp>
    </p:spTree>
    <p:extLst>
      <p:ext uri="{BB962C8B-B14F-4D97-AF65-F5344CB8AC3E}">
        <p14:creationId xmlns:p14="http://schemas.microsoft.com/office/powerpoint/2010/main" val="1299825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E89888DF-68AC-4AEA-A724-48522B94D89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B234559-857F-40D1-8ACA-59B6ACB253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488" y="525447"/>
            <a:ext cx="3802149" cy="507134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E1FCBAE-69B3-4B7B-BB9F-24BB61AE7E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8901" y="525447"/>
            <a:ext cx="3859690" cy="528724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04C8FC5-1FEF-423F-B5CA-E6CEDBEE0F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CD6405-22A8-4066-8461-B37732102E3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23D9C97-EDBC-4C36-90AE-A7711DCB5C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87FA72F-4079-4E64-A908-CA917ACE46D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10F0397-313C-40CA-9FD1-C2BE440F634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32C49B6-500B-480A-9450-DC17F8A383C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915A205-0798-42FC-87B1-1C094EC0975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8839595" y="5097085"/>
            <a:ext cx="812666" cy="4113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B9F6A9-C205-4C4E-A1E6-5754F16119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8491159" y="4962073"/>
            <a:ext cx="812666" cy="4113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495CF6-5549-404B-99A7-5A7D487B99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8486" y="4044792"/>
            <a:ext cx="1027288" cy="31887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276D519-4899-4625-8C02-DF00E62D056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800884" y="4035320"/>
            <a:ext cx="457200" cy="22402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99C963C-E194-4539-90C5-8F4BC775885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965785" y="4001823"/>
            <a:ext cx="457200" cy="224025"/>
          </a:xfrm>
          <a:prstGeom prst="rect">
            <a:avLst/>
          </a:prstGeom>
        </p:spPr>
      </p:pic>
      <p:sp>
        <p:nvSpPr>
          <p:cNvPr id="26" name="Study story caption">
            <a:extLst>
              <a:ext uri="{FF2B5EF4-FFF2-40B4-BE49-F238E27FC236}">
                <a16:creationId xmlns:a16="http://schemas.microsoft.com/office/drawing/2014/main" id="{196F90F0-1320-4B30-ADF4-FC60AB59F516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Kai still has 8 cookies. Ruby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</Words>
  <Application>Microsoft Macintosh PowerPoint</Application>
  <DocSecurity>0</DocSecurity>
  <PresentationFormat>Widescreen</PresentationFormat>
  <Paragraphs>11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David Rose</cp:lastModifiedBy>
  <cp:revision>1</cp:revision>
  <dcterms:created xsi:type="dcterms:W3CDTF">2026-10-16T18:06:05Z</dcterms:created>
  <dcterms:modified xsi:type="dcterms:W3CDTF">2026-10-17T12:59:34Z</dcterms:modified>
</cp:coreProperties>
</file>