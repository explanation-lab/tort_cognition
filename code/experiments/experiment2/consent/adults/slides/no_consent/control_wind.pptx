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5B545-7E4E-115E-D9AE-33999AD00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7D341-9B07-5B2F-064E-57D827B25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87C3D-BFAB-0949-0D8E-E29843E0DD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5BEBB6E-1747-1148-9C7B-8E39D56E3DDB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10B9B-FBA6-052E-CBA4-684282DDF4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483C2-C784-BD76-AB56-07407192AA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7086652-8ED8-2C4E-810D-2E1EC7F264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4926F-14D1-0737-A8BF-E6DA7B60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1E4C3-CEDF-B93E-D78A-7EF2A5DA3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52DAA-E227-3F3C-2BC4-7580452B5D3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5BEBB6E-1747-1148-9C7B-8E39D56E3DDB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FC7D5-B59D-20A1-3D3F-4CD92186F1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2F01B-B3C6-31C2-9108-EB94802012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7086652-8ED8-2C4E-810D-2E1EC7F264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0815F-3348-32E4-0B54-02FD41B1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C4490-6F20-54C2-681B-18BF3F692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B2078-644B-0581-1C58-52CD1926F5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5BEBB6E-1747-1148-9C7B-8E39D56E3DDB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82AC6-3947-7E21-09FB-BCC930E99D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9C2D9-0266-1B80-4773-D92C1AAA07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7086652-8ED8-2C4E-810D-2E1EC7F264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E2F8-2154-032C-FE4E-6088E9A87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038F6-3759-B7FD-DD63-B5F4D6932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E74A7-9FC8-DD42-95EA-166C746D703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4CFD8-9839-1ED5-1A19-F83CB840B6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5BEBB6E-1747-1148-9C7B-8E39D56E3DDB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CCA20-9281-FFCF-8D1B-D9C7253861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2FDAA-B564-04EB-6CB6-59CCE6B8E9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7086652-8ED8-2C4E-810D-2E1EC7F264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EA1E8-869E-7FA5-3B4B-0858FB557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9C1B5-9F4C-6231-A818-00BD5CC7C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B7603-5F44-DB39-9341-FBF429946AC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CA8FCA-414B-256E-B8CB-0530D3E392E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277B0-AC52-227E-CF9D-31DFA689B88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F7DF43-3E47-8946-FFF4-253D70E196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5BEBB6E-1747-1148-9C7B-8E39D56E3DDB}" type="datetimeFigureOut">
              <a:t>10/17/26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509E7-26B7-3393-9480-C9FDF4359D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FA5025-512F-18DB-59B9-C7DA03D12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7086652-8ED8-2C4E-810D-2E1EC7F264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4A387-0748-DC9D-ECD2-A5AD0B4F9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3861D-4C08-B605-93D2-6AEEB6E94C1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5BEBB6E-1747-1148-9C7B-8E39D56E3DDB}" type="datetimeFigureOut">
              <a:t>10/17/26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C9800-7EE6-E390-DAA5-3B2DB461C9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88D2E-82BE-5395-2439-F6CE2D6B2F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7086652-8ED8-2C4E-810D-2E1EC7F264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BEC4D-3FA7-DF2C-D8A8-41AA5A7597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5BEBB6E-1747-1148-9C7B-8E39D56E3DDB}" type="datetimeFigureOut">
              <a:t>10/17/26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A3668B-1411-DFB6-5BF8-73F36504EE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5DDBA-CD73-05B4-20A5-4DD5337EA6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7086652-8ED8-2C4E-810D-2E1EC7F264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83CB3-04A1-C9F0-0E3D-B5109B0C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61067-A124-52F4-313F-AE4113E3F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71974-7FA6-061C-3A11-76E89377E4E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99820-A27A-F41E-9328-6C465A1D93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5BEBB6E-1747-1148-9C7B-8E39D56E3DDB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2CA85-3573-A5C5-9876-4DFA8586239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B0DEA-2BAF-4177-DC53-CE6CF2C9BE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7086652-8ED8-2C4E-810D-2E1EC7F264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2E22-67CB-BDAD-E42C-02BB28332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0A2FDB-34FA-1131-3654-B3B8D2CC3B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E1C7F-8AB9-26D1-463D-CA4DDDA2223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287C5-F4D1-2213-8628-E39F1CBBE8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5BEBB6E-1747-1148-9C7B-8E39D56E3DDB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DA965-0D31-5AB1-C4C9-83A6D52AD4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B6A37-82A7-7D32-FBED-311FE2C44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7086652-8ED8-2C4E-810D-2E1EC7F264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69935-A0FC-15DE-6B82-46FC63115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DE586-1C72-D8F5-2B4D-1F974960C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E60DB-B08D-E5FD-4FB8-05A34853DE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5BEBB6E-1747-1148-9C7B-8E39D56E3DDB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62FB5-8E01-00DF-4DCB-66C45C2201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9D754-872F-8085-C78D-849A0C71E7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7086652-8ED8-2C4E-810D-2E1EC7F264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E62056-1BB4-3934-7190-AAE04168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AE842-44C6-CD93-D000-A3380F29A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5368A-CE08-2167-C5D4-87BB42DDC0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5BEBB6E-1747-1148-9C7B-8E39D56E3DDB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675E9-AA47-6B87-1265-95D473D04C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1C5AF-FADA-5626-B030-7408A3BEF6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7086652-8ED8-2C4E-810D-2E1EC7F264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4AF38A-B81A-E33F-617C-205C3C2EC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2F850-D113-4ECF-9B25-D8D882FAC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AC17B-C261-8B33-7085-9AB5C3BFEE1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EBB6E-1747-1148-9C7B-8E39D56E3DDB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95AC0-6D16-5B1E-550A-95C1402B473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393AB-3806-F30B-688B-96B0A2CE1A1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86652-8ED8-2C4E-810D-2E1EC7F2648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8F4D5C-0BDA-43A0-8BA8-961AC3C754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05E3C8-B807-4991-8B6E-3CA92161E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562" y="284011"/>
            <a:ext cx="4066876" cy="5578091"/>
          </a:xfrm>
          <a:prstGeom prst="rect">
            <a:avLst/>
          </a:prstGeom>
        </p:spPr>
      </p:pic>
      <p:sp>
        <p:nvSpPr>
          <p:cNvPr id="8" name="Study story caption">
            <a:extLst>
              <a:ext uri="{FF2B5EF4-FFF2-40B4-BE49-F238E27FC236}">
                <a16:creationId xmlns:a16="http://schemas.microsoft.com/office/drawing/2014/main" id="{75A21B57-9D9D-406B-90B3-1D1ED41C24DA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Katie.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5FC492A-4620-4B40-9B83-D3642B6109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8DACF1-67C5-4D2D-82A6-4FB9204CF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562" y="284011"/>
            <a:ext cx="4066876" cy="55780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052652-4F34-4C28-906E-24BDE30F5D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41" y="4114321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5F8B2D-577F-4C56-A908-E45D4E244E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950" y="3932882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04DCE2-338D-4511-BAE1-4FCCE122BB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6372" y="3932881"/>
            <a:ext cx="1053833" cy="531259"/>
          </a:xfrm>
          <a:prstGeom prst="rect">
            <a:avLst/>
          </a:prstGeom>
        </p:spPr>
      </p:pic>
      <p:sp>
        <p:nvSpPr>
          <p:cNvPr id="15" name="Study story caption">
            <a:extLst>
              <a:ext uri="{FF2B5EF4-FFF2-40B4-BE49-F238E27FC236}">
                <a16:creationId xmlns:a16="http://schemas.microsoft.com/office/drawing/2014/main" id="{80112B87-B60E-47C9-9260-BA32CFCE9194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Katie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3194142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0AADF47-5694-486A-AE36-6AABA9501B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443564-22FB-43E3-BE8F-7178B2697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399" y="432280"/>
            <a:ext cx="2860957" cy="5301916"/>
          </a:xfrm>
          <a:prstGeom prst="rect">
            <a:avLst/>
          </a:prstGeom>
        </p:spPr>
      </p:pic>
      <p:sp>
        <p:nvSpPr>
          <p:cNvPr id="10" name="Study story caption">
            <a:extLst>
              <a:ext uri="{FF2B5EF4-FFF2-40B4-BE49-F238E27FC236}">
                <a16:creationId xmlns:a16="http://schemas.microsoft.com/office/drawing/2014/main" id="{DE930C7B-8306-4FB9-8CC2-B5E950C50491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Tony.</a:t>
            </a:r>
          </a:p>
        </p:txBody>
      </p:sp>
    </p:spTree>
    <p:extLst>
      <p:ext uri="{BB962C8B-B14F-4D97-AF65-F5344CB8AC3E}">
        <p14:creationId xmlns:p14="http://schemas.microsoft.com/office/powerpoint/2010/main" val="308166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6B8F27C-2E7E-45B4-9D23-826B1770B7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1292BB-94EE-493E-B004-B0AA05D40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399" y="432280"/>
            <a:ext cx="2860957" cy="53019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6048B1-5C69-4DF4-B6CB-A4A3C42602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318" y="4161158"/>
            <a:ext cx="1027288" cy="318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1251FD-BEC6-4310-9D90-ACA386129B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712327" y="3982894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7C9DE38-0E12-4448-A0A4-F76AA5615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630741" y="3898704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5C87AD-6908-41BA-A68D-652507C688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97788" y="3895529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288A24-57D6-4A39-B443-63C0A477EC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841773" y="3825762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7D1B0D-A8F1-4380-95CF-E5618E2346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005324" y="3978162"/>
            <a:ext cx="1053833" cy="531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5F74D0B-F863-43A1-B3FC-41680FD6BD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97764" y="3783788"/>
            <a:ext cx="1053833" cy="531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C12AD2C-7653-4876-8FAA-2956E602F2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627343" y="3806397"/>
            <a:ext cx="1053833" cy="531259"/>
          </a:xfrm>
          <a:prstGeom prst="rect">
            <a:avLst/>
          </a:prstGeom>
        </p:spPr>
      </p:pic>
      <p:sp>
        <p:nvSpPr>
          <p:cNvPr id="21" name="Study story caption">
            <a:extLst>
              <a:ext uri="{FF2B5EF4-FFF2-40B4-BE49-F238E27FC236}">
                <a16:creationId xmlns:a16="http://schemas.microsoft.com/office/drawing/2014/main" id="{05223DD1-E341-43CD-8E50-89D4E91D57DF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Tony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740444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00B64D4E-09C5-47BC-87AF-2107B37784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1D43EBB-6D47-4E47-9EBE-79FCAEEFB8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519"/>
          <a:stretch>
            <a:fillRect/>
          </a:stretch>
        </p:blipFill>
        <p:spPr>
          <a:xfrm>
            <a:off x="2209800" y="3148314"/>
            <a:ext cx="7772400" cy="2471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08C02C-719E-4942-B4B4-A01B4D4EE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369" y="715341"/>
            <a:ext cx="2496968" cy="42817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27FAB1-30D5-446C-A0D5-1314E2D29D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9434" y="599932"/>
            <a:ext cx="2467198" cy="45125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0E9316-F739-40B4-8793-92AEF39045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3843" y="4648851"/>
            <a:ext cx="1027288" cy="3188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3169C3-7D6F-43BD-85A2-585F39ADD0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7852" y="4467412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8DC133-BCE8-4A5A-800F-9C632BF98A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3289" y="4466633"/>
            <a:ext cx="1053833" cy="5312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F7E93EA-85CC-478C-AB24-3F52C98A23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0304" y="4230821"/>
            <a:ext cx="1027288" cy="31887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3EE314F-00E1-40C8-924B-F969B91BE9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554313" y="4052557"/>
            <a:ext cx="1053833" cy="53125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6626C94-76ED-42F8-8059-CCEB905F26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472727" y="3968367"/>
            <a:ext cx="1053833" cy="53125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DA0C057-D5F2-4DF4-9F28-F2D45B640E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839774" y="3965192"/>
            <a:ext cx="1053833" cy="53125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E75BF59-577B-47AF-9CEF-4AF1A01227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683759" y="3895425"/>
            <a:ext cx="1053833" cy="53125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065BF3E-FD30-4853-B5E6-B1A84F8A42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847310" y="4047825"/>
            <a:ext cx="1053833" cy="53125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1FE797E-9C09-4D1A-B242-5357AA63C9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839750" y="3853451"/>
            <a:ext cx="1053833" cy="53125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57C514A-84D1-465C-8A39-3F38317154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469329" y="3876060"/>
            <a:ext cx="1053833" cy="531259"/>
          </a:xfrm>
          <a:prstGeom prst="rect">
            <a:avLst/>
          </a:prstGeom>
        </p:spPr>
      </p:pic>
      <p:sp>
        <p:nvSpPr>
          <p:cNvPr id="42" name="Study story caption">
            <a:extLst>
              <a:ext uri="{FF2B5EF4-FFF2-40B4-BE49-F238E27FC236}">
                <a16:creationId xmlns:a16="http://schemas.microsoft.com/office/drawing/2014/main" id="{97A04221-61A0-4F24-BDB8-5F92EDCE0098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Katie and Tony are having a picnic.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00B64D4E-09C5-47BC-87AF-2107B37784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1D43EBB-6D47-4E47-9EBE-79FCAEEFB8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519"/>
          <a:stretch>
            <a:fillRect/>
          </a:stretch>
        </p:blipFill>
        <p:spPr>
          <a:xfrm>
            <a:off x="2209800" y="3148314"/>
            <a:ext cx="7772400" cy="2471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08C02C-719E-4942-B4B4-A01B4D4EE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369" y="715341"/>
            <a:ext cx="2496968" cy="42817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27FAB1-30D5-446C-A0D5-1314E2D29D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9434" y="599932"/>
            <a:ext cx="2467198" cy="45125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0E9316-F739-40B4-8793-92AEF39045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3843" y="4648851"/>
            <a:ext cx="1027288" cy="3188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3169C3-7D6F-43BD-85A2-585F39ADD0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7852" y="4467412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8DC133-BCE8-4A5A-800F-9C632BF98A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3289" y="4466633"/>
            <a:ext cx="1053833" cy="5312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F7E93EA-85CC-478C-AB24-3F52C98A23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0304" y="4230821"/>
            <a:ext cx="1027288" cy="31887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3EE314F-00E1-40C8-924B-F969B91BE9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554313" y="4052557"/>
            <a:ext cx="1053833" cy="53125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6626C94-76ED-42F8-8059-CCEB905F26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472727" y="3968367"/>
            <a:ext cx="1053833" cy="53125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DA0C057-D5F2-4DF4-9F28-F2D45B640E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839774" y="3965192"/>
            <a:ext cx="1053833" cy="53125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E75BF59-577B-47AF-9CEF-4AF1A01227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683759" y="3895425"/>
            <a:ext cx="1053833" cy="53125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065BF3E-FD30-4853-B5E6-B1A84F8A42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847310" y="4047825"/>
            <a:ext cx="1053833" cy="53125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1FE797E-9C09-4D1A-B242-5357AA63C9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839750" y="3853451"/>
            <a:ext cx="1053833" cy="53125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57C514A-84D1-465C-8A39-3F38317154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469329" y="3876060"/>
            <a:ext cx="1053833" cy="531259"/>
          </a:xfrm>
          <a:prstGeom prst="rect">
            <a:avLst/>
          </a:prstGeom>
        </p:spPr>
      </p:pic>
      <p:sp>
        <p:nvSpPr>
          <p:cNvPr id="42" name="Study story caption">
            <a:extLst>
              <a:ext uri="{FF2B5EF4-FFF2-40B4-BE49-F238E27FC236}">
                <a16:creationId xmlns:a16="http://schemas.microsoft.com/office/drawing/2014/main" id="{97A04221-61A0-4F24-BDB8-5F92EDCE0098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0" rIns="152400" bIns="0" anchor="ctr">
            <a:noAutofit/>
          </a:bodyPr>
          <a:lstStyle>
            <a:def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Katie tells Tony, “I know the wind could blow my cookies away.”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00B64D4E-09C5-47BC-87AF-2107B37784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1D43EBB-6D47-4E47-9EBE-79FCAEEFB8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519"/>
          <a:stretch>
            <a:fillRect/>
          </a:stretch>
        </p:blipFill>
        <p:spPr>
          <a:xfrm>
            <a:off x="2209800" y="3148314"/>
            <a:ext cx="7772400" cy="2471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08C02C-719E-4942-B4B4-A01B4D4EE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369" y="715341"/>
            <a:ext cx="2496968" cy="42817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27FAB1-30D5-446C-A0D5-1314E2D29D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9434" y="599932"/>
            <a:ext cx="2467198" cy="45125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0E9316-F739-40B4-8793-92AEF39045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3843" y="4648851"/>
            <a:ext cx="1027288" cy="3188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3169C3-7D6F-43BD-85A2-585F39ADD0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7852" y="4467412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8DC133-BCE8-4A5A-800F-9C632BF98A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3289" y="4466633"/>
            <a:ext cx="1053833" cy="5312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F7E93EA-85CC-478C-AB24-3F52C98A23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0304" y="4230821"/>
            <a:ext cx="1027288" cy="31887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3EE314F-00E1-40C8-924B-F969B91BE9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554313" y="4052557"/>
            <a:ext cx="1053833" cy="53125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6626C94-76ED-42F8-8059-CCEB905F26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472727" y="3968367"/>
            <a:ext cx="1053833" cy="53125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DA0C057-D5F2-4DF4-9F28-F2D45B640E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839774" y="3965192"/>
            <a:ext cx="1053833" cy="53125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E75BF59-577B-47AF-9CEF-4AF1A01227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683759" y="3895425"/>
            <a:ext cx="1053833" cy="53125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065BF3E-FD30-4853-B5E6-B1A84F8A42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847310" y="4047825"/>
            <a:ext cx="1053833" cy="53125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1FE797E-9C09-4D1A-B242-5357AA63C9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839750" y="3853451"/>
            <a:ext cx="1053833" cy="53125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57C514A-84D1-465C-8A39-3F38317154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469329" y="3876060"/>
            <a:ext cx="1053833" cy="531259"/>
          </a:xfrm>
          <a:prstGeom prst="rect">
            <a:avLst/>
          </a:prstGeom>
        </p:spPr>
      </p:pic>
      <p:sp>
        <p:nvSpPr>
          <p:cNvPr id="42" name="Study story caption">
            <a:extLst>
              <a:ext uri="{FF2B5EF4-FFF2-40B4-BE49-F238E27FC236}">
                <a16:creationId xmlns:a16="http://schemas.microsoft.com/office/drawing/2014/main" id="{97A04221-61A0-4F24-BDB8-5F92EDCE0098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Katie tells Tony, “I’m not okay with that.”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6CBCF8-992B-48CF-A058-072B35DC0C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264E58-4E35-4AEF-BE57-D12D306273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519"/>
          <a:stretch>
            <a:fillRect/>
          </a:stretch>
        </p:blipFill>
        <p:spPr>
          <a:xfrm>
            <a:off x="2209800" y="3148314"/>
            <a:ext cx="7772400" cy="2471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6D31CB-12AF-43C0-9622-9394FD63E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369" y="715341"/>
            <a:ext cx="2496968" cy="42817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7F2486-08DA-4231-B457-5773F5AC26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9434" y="599932"/>
            <a:ext cx="2467198" cy="45125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408A18-43DC-4ECF-A029-2A8D1B3EF6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3843" y="4648851"/>
            <a:ext cx="1027288" cy="31887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9542694-0676-4565-8AFE-A1C9ECE606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0304" y="4230821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3B5B5A-8C89-406C-8695-80FEDBC36D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860743">
            <a:off x="5319021" y="3404799"/>
            <a:ext cx="2037777" cy="9518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2C9AD1-FA11-45B7-AA81-CF0F295A8D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7852" y="4467412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2B6CF0-F175-492F-834B-B6EB465DDF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3289" y="4466633"/>
            <a:ext cx="1053833" cy="53125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9AFC325-EA45-4741-A553-34ED1FCFBB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554313" y="4052557"/>
            <a:ext cx="1053833" cy="5312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47B6CD4-B8D9-458F-9F76-DCC0B476C0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472727" y="3968367"/>
            <a:ext cx="1053833" cy="53125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F764D02-F16A-403A-BF0D-268CBD71E5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839774" y="3965192"/>
            <a:ext cx="1053833" cy="5312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19AA272-E924-45D6-8988-2C5081715F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683759" y="3895425"/>
            <a:ext cx="1053833" cy="5312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D2B013D-3DB6-4521-AF9A-3A5EEEC052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847310" y="4047825"/>
            <a:ext cx="1053833" cy="53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B43740D-90B6-4029-B177-004638264C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839750" y="3853451"/>
            <a:ext cx="1053833" cy="53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E487EB7-A7FD-4276-BBC2-F9C9008EC5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469329" y="3876060"/>
            <a:ext cx="1053833" cy="531259"/>
          </a:xfrm>
          <a:prstGeom prst="rect">
            <a:avLst/>
          </a:prstGeom>
        </p:spPr>
      </p:pic>
      <p:sp>
        <p:nvSpPr>
          <p:cNvPr id="34" name="Study story caption">
            <a:extLst>
              <a:ext uri="{FF2B5EF4-FFF2-40B4-BE49-F238E27FC236}">
                <a16:creationId xmlns:a16="http://schemas.microsoft.com/office/drawing/2014/main" id="{30DD24FB-6B97-4C08-8758-9BB7860CD9E6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A gust of wind blows.</a:t>
            </a:r>
          </a:p>
        </p:txBody>
      </p:sp>
    </p:spTree>
    <p:extLst>
      <p:ext uri="{BB962C8B-B14F-4D97-AF65-F5344CB8AC3E}">
        <p14:creationId xmlns:p14="http://schemas.microsoft.com/office/powerpoint/2010/main" val="275542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6E10A1-63CD-4779-8621-510D0A7E17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E30B8D4-C143-4085-B691-FD9112DE0A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519"/>
          <a:stretch>
            <a:fillRect/>
          </a:stretch>
        </p:blipFill>
        <p:spPr>
          <a:xfrm>
            <a:off x="2209800" y="3148314"/>
            <a:ext cx="7772400" cy="24717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6764FF-80F2-42C5-B46C-3DB05E326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434" y="599932"/>
            <a:ext cx="2467198" cy="45125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9ED0D7-810A-407D-9153-F108235E2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843" y="4648851"/>
            <a:ext cx="1027288" cy="31887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F446012-1C19-49BC-B11D-287235D63B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304" y="4230821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BFD25D-C9EF-4A6F-86B7-539D01358F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5369" y="713784"/>
            <a:ext cx="2495845" cy="42817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AF0948-C8BE-4C37-9552-6ACD3130A7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860743">
            <a:off x="5319021" y="3404799"/>
            <a:ext cx="2037777" cy="9518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A3BAA1-FDBE-4ADE-8D87-4D533A95F0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15666" y="4846892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71197C-AC0A-4CB4-8E8E-6E6D09A82E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3860" y="4914645"/>
            <a:ext cx="1053833" cy="53125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7BD8AD7-0A8B-4B76-B2EF-54590013F3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554313" y="4052557"/>
            <a:ext cx="1053833" cy="5312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1100CE5-0984-414A-9EBC-49D1FE3F9D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472727" y="3968367"/>
            <a:ext cx="1053833" cy="53125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2FD255B-F06B-49D7-AC21-6E7E00A991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839774" y="3965192"/>
            <a:ext cx="1053833" cy="5312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74598B5-CC25-4187-9A5B-9BB85FAF0F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683759" y="3895425"/>
            <a:ext cx="1053833" cy="5312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83702AF-E904-49AF-95C0-BE1E272914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847310" y="4047825"/>
            <a:ext cx="1053833" cy="53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965326E-AEB0-47AB-B0D8-FEA8636CA1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839750" y="3853451"/>
            <a:ext cx="1053833" cy="53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094458E-03D4-4069-A580-7394505F6C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469329" y="3876060"/>
            <a:ext cx="1053833" cy="531259"/>
          </a:xfrm>
          <a:prstGeom prst="rect">
            <a:avLst/>
          </a:prstGeom>
        </p:spPr>
      </p:pic>
      <p:sp>
        <p:nvSpPr>
          <p:cNvPr id="34" name="Study story caption">
            <a:extLst>
              <a:ext uri="{FF2B5EF4-FFF2-40B4-BE49-F238E27FC236}">
                <a16:creationId xmlns:a16="http://schemas.microsoft.com/office/drawing/2014/main" id="{ED837A98-7008-4400-9B98-F52DBD7DC754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of Katie’s cookies blow away!</a:t>
            </a:r>
          </a:p>
        </p:txBody>
      </p:sp>
    </p:spTree>
    <p:extLst>
      <p:ext uri="{BB962C8B-B14F-4D97-AF65-F5344CB8AC3E}">
        <p14:creationId xmlns:p14="http://schemas.microsoft.com/office/powerpoint/2010/main" val="597580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AF3889B8-0221-49E8-A867-155F4EE726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928A3D-9DC4-4DC7-8EAA-F701FF7D3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254" y="590309"/>
            <a:ext cx="3735658" cy="51237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F164E4-EA4E-4503-9F9B-2CB913023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7804" y="307166"/>
            <a:ext cx="2860957" cy="53019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33DC09-EF76-4593-97A1-CFFB2DB27F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D178E38-1342-4DAE-A5D4-0081C2AA84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2340" y="3966192"/>
            <a:ext cx="1027288" cy="31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61A910-634C-4EB5-88A1-8DEA81FC36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354300" y="5059544"/>
            <a:ext cx="812666" cy="4113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7150B9-DE83-4262-85FC-70D094DD5F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837701" y="4853862"/>
            <a:ext cx="812666" cy="4113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8B0113B-882B-495A-9CA4-75B2DDF0DE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616349" y="3787928"/>
            <a:ext cx="1053833" cy="5312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8605DFD-A4F3-4B51-9161-28920928F1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534763" y="3703738"/>
            <a:ext cx="1053833" cy="5312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59C7C5D-0296-4000-8B20-338D731087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901810" y="3700563"/>
            <a:ext cx="1053833" cy="53125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01DB6F1-954A-40C6-915A-B9832E635E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745795" y="3630796"/>
            <a:ext cx="1053833" cy="5312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5677314-73FB-4CAD-814B-8899464F22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909346" y="3783196"/>
            <a:ext cx="1053833" cy="53125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0CEB1B0-A72C-4CA7-82AA-69EC3D9052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901786" y="3588822"/>
            <a:ext cx="1053833" cy="5312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938BEF8-64BA-40E2-9576-BBC984C8AC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531365" y="3611431"/>
            <a:ext cx="1053833" cy="531259"/>
          </a:xfrm>
          <a:prstGeom prst="rect">
            <a:avLst/>
          </a:prstGeom>
        </p:spPr>
      </p:pic>
      <p:sp>
        <p:nvSpPr>
          <p:cNvPr id="31" name="Study story caption">
            <a:extLst>
              <a:ext uri="{FF2B5EF4-FFF2-40B4-BE49-F238E27FC236}">
                <a16:creationId xmlns:a16="http://schemas.microsoft.com/office/drawing/2014/main" id="{3F62CF78-797D-4BC1-AF2A-A8429484E061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Tony still has 8 cookies. Katie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308938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Macintosh PowerPoint</Application>
  <DocSecurity>0</DocSecurity>
  <PresentationFormat>Widescreen</PresentationFormat>
  <Paragraphs>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Rose</cp:lastModifiedBy>
  <cp:revision>1</cp:revision>
  <dcterms:created xsi:type="dcterms:W3CDTF">2026-10-16T18:06:21Z</dcterms:created>
  <dcterms:modified xsi:type="dcterms:W3CDTF">2026-10-17T12:56:47Z</dcterms:modified>
</cp:coreProperties>
</file>