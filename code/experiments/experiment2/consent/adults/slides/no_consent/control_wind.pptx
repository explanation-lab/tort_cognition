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b8e40678f9f477b" /><Relationship Type="http://schemas.openxmlformats.org/officeDocument/2006/relationships/extended-properties" Target="/docProps/app.xml" Id="R9af43ee413a24490" /><Relationship Type="http://schemas.openxmlformats.org/officeDocument/2006/relationships/officeDocument" Target="/ppt/presentation.xml" Id="R92e6fc834cc14d5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cb567651dcc4df9"/>
  </p:sldMasterIdLst>
  <p:notesMasterIdLst>
    <p:notesMasterId xmlns:r="http://schemas.openxmlformats.org/officeDocument/2006/relationships" r:id="R773b3cf9f52e4d09"/>
  </p:notesMasterIdLst>
  <p:sldIdLst>
    <p:sldId xmlns:r="http://schemas.openxmlformats.org/officeDocument/2006/relationships" id="256" r:id="R66a397c1d14e402a"/>
    <p:sldId xmlns:r="http://schemas.openxmlformats.org/officeDocument/2006/relationships" id="257" r:id="Rfbcdae45507441ec"/>
    <p:sldId xmlns:r="http://schemas.openxmlformats.org/officeDocument/2006/relationships" id="258" r:id="R0a35310e66b24a94"/>
    <p:sldId xmlns:r="http://schemas.openxmlformats.org/officeDocument/2006/relationships" id="259" r:id="R86c021280d274d74"/>
    <p:sldId xmlns:r="http://schemas.openxmlformats.org/officeDocument/2006/relationships" id="260" r:id="R0d53881004804818"/>
    <p:sldId xmlns:r="http://schemas.openxmlformats.org/officeDocument/2006/relationships" id="261" r:id="Re6698bd476c64627"/>
    <p:sldId xmlns:r="http://schemas.openxmlformats.org/officeDocument/2006/relationships" id="262" r:id="R6be87ea3161f467b"/>
    <p:sldId xmlns:r="http://schemas.openxmlformats.org/officeDocument/2006/relationships" id="263" r:id="R73a21e2e86364833"/>
    <p:sldId xmlns:r="http://schemas.openxmlformats.org/officeDocument/2006/relationships" id="264" r:id="Rcd10f309eda24078"/>
    <p:sldId xmlns:r="http://schemas.openxmlformats.org/officeDocument/2006/relationships" id="265" r:id="Re2539e36b398486e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a492496209a42c4" /><Relationship Type="http://schemas.openxmlformats.org/officeDocument/2006/relationships/slideMaster" Target="/ppt/slideMasters/slideMaster1.xml" Id="Racb567651dcc4df9" /><Relationship Type="http://schemas.openxmlformats.org/officeDocument/2006/relationships/notesMaster" Target="/ppt/notesMasters/notesMaster1.xml" Id="R773b3cf9f52e4d09" /><Relationship Type="http://schemas.openxmlformats.org/officeDocument/2006/relationships/presProps" Target="/ppt/presProps.xml" Id="R45c8edb66e05493a" /><Relationship Type="http://schemas.openxmlformats.org/officeDocument/2006/relationships/viewProps" Target="/ppt/viewProps.xml" Id="Ree87f98ce33b44fe" /><Relationship Type="http://schemas.openxmlformats.org/officeDocument/2006/relationships/tableStyles" Target="/ppt/tableStyles.xml" Id="R04713ac1b29145a5" /><Relationship Type="http://schemas.openxmlformats.org/officeDocument/2006/relationships/slide" Target="/ppt/slides/slide1.xml" Id="R66a397c1d14e402a" /><Relationship Type="http://schemas.openxmlformats.org/officeDocument/2006/relationships/slide" Target="/ppt/slides/slide2.xml" Id="Rfbcdae45507441ec" /><Relationship Type="http://schemas.openxmlformats.org/officeDocument/2006/relationships/slide" Target="/ppt/slides/slide3.xml" Id="R0a35310e66b24a94" /><Relationship Type="http://schemas.openxmlformats.org/officeDocument/2006/relationships/slide" Target="/ppt/slides/slide4.xml" Id="R86c021280d274d74" /><Relationship Type="http://schemas.openxmlformats.org/officeDocument/2006/relationships/slide" Target="/ppt/slides/slide5.xml" Id="R0d53881004804818" /><Relationship Type="http://schemas.openxmlformats.org/officeDocument/2006/relationships/slide" Target="/ppt/slides/slide6.xml" Id="Re6698bd476c64627" /><Relationship Type="http://schemas.openxmlformats.org/officeDocument/2006/relationships/slide" Target="/ppt/slides/slide7.xml" Id="R6be87ea3161f467b" /><Relationship Type="http://schemas.openxmlformats.org/officeDocument/2006/relationships/slide" Target="/ppt/slides/slide8.xml" Id="R73a21e2e86364833" /><Relationship Type="http://schemas.openxmlformats.org/officeDocument/2006/relationships/slide" Target="/ppt/slides/slide9.xml" Id="Rcd10f309eda24078" /><Relationship Type="http://schemas.openxmlformats.org/officeDocument/2006/relationships/slide" Target="/ppt/slides/slide10.xml" Id="Re2539e36b398486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48bff48cf746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8f2336357b84fd8" /><Relationship Type="http://schemas.openxmlformats.org/officeDocument/2006/relationships/notesMaster" Target="/ppt/notesMasters/notesMaster1.xml" Id="R8f7587e77d39412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6d5dc5342ab49e0" /><Relationship Type="http://schemas.openxmlformats.org/officeDocument/2006/relationships/notesMaster" Target="/ppt/notesMasters/notesMaster1.xml" Id="Rcef1c5d4d2ff46d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cfe8ac0f6aa4961" /><Relationship Type="http://schemas.openxmlformats.org/officeDocument/2006/relationships/notesMaster" Target="/ppt/notesMasters/notesMaster1.xml" Id="R7aacf6b6cb5f4fa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e7267d8b8a448ec" /><Relationship Type="http://schemas.openxmlformats.org/officeDocument/2006/relationships/notesMaster" Target="/ppt/notesMasters/notesMaster1.xml" Id="R2d7256af5121443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2e1e66d68c41cb" /><Relationship Type="http://schemas.openxmlformats.org/officeDocument/2006/relationships/notesMaster" Target="/ppt/notesMasters/notesMaster1.xml" Id="Re24001c796c2476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5d2ce43960d455a" /><Relationship Type="http://schemas.openxmlformats.org/officeDocument/2006/relationships/notesMaster" Target="/ppt/notesMasters/notesMaster1.xml" Id="Redfb09899f6a436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49dc7bbb2b24c45" /><Relationship Type="http://schemas.openxmlformats.org/officeDocument/2006/relationships/notesMaster" Target="/ppt/notesMasters/notesMaster1.xml" Id="R12a4d797c2bb4bf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40e495dc80b4715" /><Relationship Type="http://schemas.openxmlformats.org/officeDocument/2006/relationships/notesMaster" Target="/ppt/notesMasters/notesMaster1.xml" Id="R055e145b691b4c3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c156e361d24ea1" /><Relationship Type="http://schemas.openxmlformats.org/officeDocument/2006/relationships/notesMaster" Target="/ppt/notesMasters/notesMaster1.xml" Id="R57223f4e38de4a9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f0f7ab7ad854eb4" /><Relationship Type="http://schemas.openxmlformats.org/officeDocument/2006/relationships/notesMaster" Target="/ppt/notesMasters/notesMaster1.xml" Id="R15ea744a0cfe493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scene: code/experiments/experiment1/adults/slides/pilot-v3/control_wind.pptx, slide 5.</a:t>
            </a:r>
            <a:endParaRPr/>
          </a:p>
          <a:p xmlns:a="http://schemas.openxmlformats.org/drawingml/2006/main">
            <a:r>
              <a:t>Wording: code/experiments/experiment2/consent/materials.json.</a:t>
            </a:r>
            <a:endParaRPr/>
          </a:p>
          <a:p xmlns:a="http://schemas.openxmlformats.org/drawingml/2006/main">
            <a:r>
              <a:t>Katie tells Tony: I know the wind could blow my cookies away.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scene: code/experiments/experiment1/adults/slides/pilot-v3/control_wind.pptx, slide 5.</a:t>
            </a:r>
            <a:endParaRPr/>
          </a:p>
          <a:p xmlns:a="http://schemas.openxmlformats.org/drawingml/2006/main">
            <a:r>
              <a:t>Wording: code/experiments/experiment2/consent/materials.json.</a:t>
            </a:r>
            <a:endParaRPr/>
          </a:p>
          <a:p xmlns:a="http://schemas.openxmlformats.org/drawingml/2006/main">
            <a:r>
              <a:t>Katie tells Tony: I’m not okay with that.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a3cc1df149475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831a5a9e6d41f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80c74b3ef549d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faaefcfef748e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fad290ab324a5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79d595392e41d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9e296c4d16450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4b76a49a8841c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6e4b66c25c460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896399da43442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866d78ac9d4fa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6C5B545-7E4E-115E-D9AE-33999AD003E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607D341-9B07-5B2F-064E-57D827B257A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4A87C3D-BFAB-0949-0D8E-E29843E0DD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5BEBB6E-1747-1148-9C7B-8E39D56E3DDB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9510B9B-FBA6-052E-CBA4-684282DDF4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EF483C2-C784-BD76-AB56-07407192AA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86652-8ED8-2C4E-810D-2E1EC7F26486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5D4926F-14D1-0737-A8BF-E6DA7B60DE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631E4C3-CEDF-B93E-D78A-7EF2A5DA39B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4B52DAA-E227-3F3C-2BC4-7580452B5D3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5BEBB6E-1747-1148-9C7B-8E39D56E3DDB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98FC7D5-B59D-20A1-3D3F-4CD92186F11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932F01B-B3C6-31C2-9108-EB94802012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86652-8ED8-2C4E-810D-2E1EC7F26486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F0815F-3348-32E4-0B54-02FD41B1AF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2BC4490-6F20-54C2-681B-18BF3F692EF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ABB2078-644B-0581-1C58-52CD1926F5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5BEBB6E-1747-1148-9C7B-8E39D56E3DDB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A82AC6-3947-7E21-09FB-BCC930E99D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A9C2D9-0266-1B80-4773-D92C1AAA07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86652-8ED8-2C4E-810D-2E1EC7F26486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57E2F8-2154-032C-FE4E-6088E9A87F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28038F6-3759-B7FD-DD63-B5F4D693219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F2E74A7-9FC8-DD42-95EA-166C746D703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874CFD8-9839-1ED5-1A19-F83CB840B6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5BEBB6E-1747-1148-9C7B-8E39D56E3DDB}" type="datetimeFigureOut">
              <a:t>2026/5/29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2CCCA20-9281-FFCF-8D1B-D9C7253861A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2F2FDAA-B564-04EB-6CB6-59CCE6B8E9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86652-8ED8-2C4E-810D-2E1EC7F26486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8EA1E8-869E-7FA5-3B4B-0858FB5570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B39C1B5-9F4C-6231-A818-00BD5CC7CE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96B7603-5F44-DB39-9341-FBF429946AC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D8CA8FCA-414B-256E-B8CB-0530D3E392E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08277B0-AC52-227E-CF9D-31DFA689B88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DAF7DF43-3E47-8946-FFF4-253D70E1964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5BEBB6E-1747-1148-9C7B-8E39D56E3DDB}" type="datetimeFigureOut">
              <a:t>2026/5/29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7B509E7-26B7-3393-9480-C9FDF4359D3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9FA5025-512F-18DB-59B9-C7DA03D12B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86652-8ED8-2C4E-810D-2E1EC7F26486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34A387-0748-DC9D-ECD2-A5AD0B4F96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953861D-4C08-B605-93D2-6AEEB6E94C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5BEBB6E-1747-1148-9C7B-8E39D56E3DDB}" type="datetimeFigureOut">
              <a:t>2026/5/29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6FC9800-7EE6-E390-DAA5-3B2DB461C9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8688D2E-82BE-5395-2439-F6CE2D6B2F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86652-8ED8-2C4E-810D-2E1EC7F26486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72BEC4D-3FA7-DF2C-D8A8-41AA5A7597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5BEBB6E-1747-1148-9C7B-8E39D56E3DDB}" type="datetimeFigureOut">
              <a:t>2026/5/29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6A3668B-1411-DFB6-5BF8-73F36504EE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4C5DDBA-CD73-05B4-20A5-4DD5337EA6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86652-8ED8-2C4E-810D-2E1EC7F26486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083CB3-04A1-C9F0-0E3D-B5109B0CBC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7A61067-A124-52F4-313F-AE4113E3F4D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7C71974-7FA6-061C-3A11-76E89377E4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C999820-A27A-F41E-9328-6C465A1D93A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5BEBB6E-1747-1148-9C7B-8E39D56E3DDB}" type="datetimeFigureOut">
              <a:t>2026/5/29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FE2CA85-3573-A5C5-9876-4DFA8586239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BAB0DEA-2BAF-4177-DC53-CE6CF2C9BE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86652-8ED8-2C4E-810D-2E1EC7F26486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F52E22-67CB-BDAD-E42C-02BB283322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70A2FDB-34FA-1131-3654-B3B8D2CC3B05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72E1C7F-8AB9-26D1-463D-CA4DDDA2223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5E287C5-F4D1-2213-8628-E39F1CBBE84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5BEBB6E-1747-1148-9C7B-8E39D56E3DDB}" type="datetimeFigureOut">
              <a:t>2026/5/29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71DA965-0D31-5AB1-C4C9-83A6D52AD42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D7B6A37-82A7-7D32-FBED-311FE2C44D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86652-8ED8-2C4E-810D-2E1EC7F26486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F469935-A0FC-15DE-6B82-46FC631157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EBDE586-1C72-D8F5-2B4D-1F974960C1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FE60DB-B08D-E5FD-4FB8-05A34853DE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5BEBB6E-1747-1148-9C7B-8E39D56E3DDB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B162FB5-8E01-00DF-4DCB-66C45C2201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CA9D754-872F-8085-C78D-849A0C71E7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86652-8ED8-2C4E-810D-2E1EC7F26486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A6E62056-1BB4-3934-7190-AAE04168CB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B5AE842-44C6-CD93-D000-A3380F29A7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DD5368A-CE08-2167-C5D4-87BB42DDC0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5BEBB6E-1747-1148-9C7B-8E39D56E3DDB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EC675E9-AA47-6B87-1265-95D473D04C6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AD1C5AF-FADA-5626-B030-7408A3BEF6F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7086652-8ED8-2C4E-810D-2E1EC7F26486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876774323b54dd6" /><Relationship Type="http://schemas.openxmlformats.org/officeDocument/2006/relationships/slideLayout" Target="/ppt/slideLayouts/slideLayout1.xml" Id="Rc09ef5cb21ef4cc5" /><Relationship Type="http://schemas.openxmlformats.org/officeDocument/2006/relationships/slideLayout" Target="/ppt/slideLayouts/slideLayout2.xml" Id="R4129d25e3014462f" /><Relationship Type="http://schemas.openxmlformats.org/officeDocument/2006/relationships/slideLayout" Target="/ppt/slideLayouts/slideLayout3.xml" Id="R15e85e0b985542dc" /><Relationship Type="http://schemas.openxmlformats.org/officeDocument/2006/relationships/slideLayout" Target="/ppt/slideLayouts/slideLayout4.xml" Id="R3201ea0e49c34d91" /><Relationship Type="http://schemas.openxmlformats.org/officeDocument/2006/relationships/slideLayout" Target="/ppt/slideLayouts/slideLayout5.xml" Id="R27cef9df022944e2" /><Relationship Type="http://schemas.openxmlformats.org/officeDocument/2006/relationships/slideLayout" Target="/ppt/slideLayouts/slideLayout6.xml" Id="R93f1ca3c4a3e4d36" /><Relationship Type="http://schemas.openxmlformats.org/officeDocument/2006/relationships/slideLayout" Target="/ppt/slideLayouts/slideLayout7.xml" Id="R98cc13875a19495c" /><Relationship Type="http://schemas.openxmlformats.org/officeDocument/2006/relationships/slideLayout" Target="/ppt/slideLayouts/slideLayout8.xml" Id="Re0f799d9809b4409" /><Relationship Type="http://schemas.openxmlformats.org/officeDocument/2006/relationships/slideLayout" Target="/ppt/slideLayouts/slideLayout9.xml" Id="R6ff61433b58540c6" /><Relationship Type="http://schemas.openxmlformats.org/officeDocument/2006/relationships/slideLayout" Target="/ppt/slideLayouts/slideLayout10.xml" Id="Reaea051244624eeb" /><Relationship Type="http://schemas.openxmlformats.org/officeDocument/2006/relationships/slideLayout" Target="/ppt/slideLayouts/slideLayout11.xml" Id="Rd03809747f4448f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74AF38A-B81A-E33F-617C-205C3C2EC1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302F850-D113-4ECF-9B25-D8D882FAC8A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50AC17B-C261-8B33-7085-9AB5C3BFEE1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15BEBB6E-1747-1148-9C7B-8E39D56E3DDB}" type="datetimeFigureOut">
              <a:t>2026/5/29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A195AC0-6D16-5B1E-550A-95C1402B473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55393AB-3806-F30B-688B-96B0A2CE1A1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B7086652-8ED8-2C4E-810D-2E1EC7F2648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9ef5cb21ef4cc5"/>
    <p:sldLayoutId xmlns:r="http://schemas.openxmlformats.org/officeDocument/2006/relationships" id="2147483650" r:id="R4129d25e3014462f"/>
    <p:sldLayoutId xmlns:r="http://schemas.openxmlformats.org/officeDocument/2006/relationships" id="2147483651" r:id="R15e85e0b985542dc"/>
    <p:sldLayoutId xmlns:r="http://schemas.openxmlformats.org/officeDocument/2006/relationships" id="2147483652" r:id="R3201ea0e49c34d91"/>
    <p:sldLayoutId xmlns:r="http://schemas.openxmlformats.org/officeDocument/2006/relationships" id="2147483653" r:id="R27cef9df022944e2"/>
    <p:sldLayoutId xmlns:r="http://schemas.openxmlformats.org/officeDocument/2006/relationships" id="2147483654" r:id="R93f1ca3c4a3e4d36"/>
    <p:sldLayoutId xmlns:r="http://schemas.openxmlformats.org/officeDocument/2006/relationships" id="2147483655" r:id="R98cc13875a19495c"/>
    <p:sldLayoutId xmlns:r="http://schemas.openxmlformats.org/officeDocument/2006/relationships" id="2147483656" r:id="Re0f799d9809b4409"/>
    <p:sldLayoutId xmlns:r="http://schemas.openxmlformats.org/officeDocument/2006/relationships" id="2147483657" r:id="R6ff61433b58540c6"/>
    <p:sldLayoutId xmlns:r="http://schemas.openxmlformats.org/officeDocument/2006/relationships" id="2147483658" r:id="Reaea051244624eeb"/>
    <p:sldLayoutId xmlns:r="http://schemas.openxmlformats.org/officeDocument/2006/relationships" id="2147483659" r:id="Rd03809747f4448f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85c7ef9ba14d18" /><Relationship Type="http://schemas.openxmlformats.org/officeDocument/2006/relationships/image" Target="/ppt/media/image.png" Id="R1928452956804f09" /><Relationship Type="http://schemas.openxmlformats.org/officeDocument/2006/relationships/image" Target="/ppt/media/image2.png" Id="R19973ba494ed4a11" /><Relationship Type="http://schemas.openxmlformats.org/officeDocument/2006/relationships/notesSlide" Target="/ppt/notesSlides/notesSlide1.xml" Id="R5c1ca8c54df34e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6d9dbc198c4fc7" /><Relationship Type="http://schemas.openxmlformats.org/officeDocument/2006/relationships/image" Target="/ppt/media/image3.png" Id="R626d750bb51148c2" /><Relationship Type="http://schemas.openxmlformats.org/officeDocument/2006/relationships/image" Target="/ppt/media/image2.png" Id="R9753f13687254d6f" /><Relationship Type="http://schemas.openxmlformats.org/officeDocument/2006/relationships/image" Target="/ppt/media/image4.png" Id="R991e4a977f794d06" /><Relationship Type="http://schemas.openxmlformats.org/officeDocument/2006/relationships/image" Target="/ppt/media/image5.png" Id="R7155f668f7f44fa0" /><Relationship Type="http://schemas.openxmlformats.org/officeDocument/2006/relationships/notesSlide" Target="/ppt/notesSlides/notesSlide2.xml" Id="Rd54d4af9b66340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cf2e5a0a55499f" /><Relationship Type="http://schemas.openxmlformats.org/officeDocument/2006/relationships/image" Target="/ppt/media/image6.png" Id="Ra5b470a4d82649ea" /><Relationship Type="http://schemas.openxmlformats.org/officeDocument/2006/relationships/image" Target="/ppt/media/image7.png" Id="R2097b5e04f20418b" /><Relationship Type="http://schemas.openxmlformats.org/officeDocument/2006/relationships/notesSlide" Target="/ppt/notesSlides/notesSlide3.xml" Id="R16897bcfd6834b5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30ba311b82486e" /><Relationship Type="http://schemas.openxmlformats.org/officeDocument/2006/relationships/image" Target="/ppt/media/image8.png" Id="Rf157274543fc4b5e" /><Relationship Type="http://schemas.openxmlformats.org/officeDocument/2006/relationships/image" Target="/ppt/media/image7.png" Id="R4d88ffa638014139" /><Relationship Type="http://schemas.openxmlformats.org/officeDocument/2006/relationships/image" Target="/ppt/media/image4.png" Id="R05943c0d209a4fe0" /><Relationship Type="http://schemas.openxmlformats.org/officeDocument/2006/relationships/image" Target="/ppt/media/image9.png" Id="R5468ab10c08d4569" /><Relationship Type="http://schemas.openxmlformats.org/officeDocument/2006/relationships/image" Target="/ppt/media/image10.png" Id="R4979596203844df4" /><Relationship Type="http://schemas.openxmlformats.org/officeDocument/2006/relationships/image" Target="/ppt/media/image11.png" Id="R75efb44f0b504d7c" /><Relationship Type="http://schemas.openxmlformats.org/officeDocument/2006/relationships/image" Target="/ppt/media/image12.png" Id="R668b2666fc774db8" /><Relationship Type="http://schemas.openxmlformats.org/officeDocument/2006/relationships/image" Target="/ppt/media/image13.png" Id="R16e8b50dcac34cd2" /><Relationship Type="http://schemas.openxmlformats.org/officeDocument/2006/relationships/image" Target="/ppt/media/image14.png" Id="R10ae4212d90e4902" /><Relationship Type="http://schemas.openxmlformats.org/officeDocument/2006/relationships/image" Target="/ppt/media/image15.png" Id="Rffc63b7fd9504ca3" /><Relationship Type="http://schemas.openxmlformats.org/officeDocument/2006/relationships/notesSlide" Target="/ppt/notesSlides/notesSlide4.xml" Id="R3781060199c14b9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54f3034e64844af" /><Relationship Type="http://schemas.openxmlformats.org/officeDocument/2006/relationships/image" Target="/ppt/media/image16.png" Id="R3c672efe68d7487c" /><Relationship Type="http://schemas.openxmlformats.org/officeDocument/2006/relationships/image" Target="/ppt/media/image17.png" Id="R5cc1fcebc8ad4510" /><Relationship Type="http://schemas.openxmlformats.org/officeDocument/2006/relationships/image" Target="/ppt/media/image18.png" Id="R07260672812b4cd4" /><Relationship Type="http://schemas.openxmlformats.org/officeDocument/2006/relationships/image" Target="/ppt/media/image19.png" Id="R19c79f695a92450a" /><Relationship Type="http://schemas.openxmlformats.org/officeDocument/2006/relationships/image" Target="/ppt/media/image4.png" Id="R36dd49390ca04de7" /><Relationship Type="http://schemas.openxmlformats.org/officeDocument/2006/relationships/image" Target="/ppt/media/image5.png" Id="R7333320eb1ff4041" /><Relationship Type="http://schemas.openxmlformats.org/officeDocument/2006/relationships/image" Target="/ppt/media/image20.png" Id="Rb4a0368d2b8c426b" /><Relationship Type="http://schemas.openxmlformats.org/officeDocument/2006/relationships/image" Target="/ppt/media/image21.png" Id="R2085ea1c1df4483a" /><Relationship Type="http://schemas.openxmlformats.org/officeDocument/2006/relationships/image" Target="/ppt/media/image22.png" Id="R58ef4f3e16cb49cd" /><Relationship Type="http://schemas.openxmlformats.org/officeDocument/2006/relationships/image" Target="/ppt/media/image23.png" Id="R75803dcd586c4cb8" /><Relationship Type="http://schemas.openxmlformats.org/officeDocument/2006/relationships/image" Target="/ppt/media/image24.png" Id="R8593d43ee3dd4abd" /><Relationship Type="http://schemas.openxmlformats.org/officeDocument/2006/relationships/image" Target="/ppt/media/image25.png" Id="R4d67e478fa724809" /><Relationship Type="http://schemas.openxmlformats.org/officeDocument/2006/relationships/image" Target="/ppt/media/image26.png" Id="R4a74412773fd408a" /><Relationship Type="http://schemas.openxmlformats.org/officeDocument/2006/relationships/notesSlide" Target="/ppt/notesSlides/notesSlide5.xml" Id="R699938aada9449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036713408243d9" /><Relationship Type="http://schemas.openxmlformats.org/officeDocument/2006/relationships/image" Target="/ppt/media/image16.png" Id="R14bd828eb1c141e4" /><Relationship Type="http://schemas.openxmlformats.org/officeDocument/2006/relationships/image" Target="/ppt/media/image17.png" Id="R98ea223c584e4e59" /><Relationship Type="http://schemas.openxmlformats.org/officeDocument/2006/relationships/image" Target="/ppt/media/image18.png" Id="R8c14c8161e4240ff" /><Relationship Type="http://schemas.openxmlformats.org/officeDocument/2006/relationships/image" Target="/ppt/media/image19.png" Id="Rb32d89756643478d" /><Relationship Type="http://schemas.openxmlformats.org/officeDocument/2006/relationships/image" Target="/ppt/media/image4.png" Id="Rb5ae5ab1e473497b" /><Relationship Type="http://schemas.openxmlformats.org/officeDocument/2006/relationships/image" Target="/ppt/media/image5.png" Id="Re595341e19c2456a" /><Relationship Type="http://schemas.openxmlformats.org/officeDocument/2006/relationships/image" Target="/ppt/media/image20.png" Id="R3a1d3911f08b4fa6" /><Relationship Type="http://schemas.openxmlformats.org/officeDocument/2006/relationships/image" Target="/ppt/media/image21.png" Id="Rc154ae3222524e87" /><Relationship Type="http://schemas.openxmlformats.org/officeDocument/2006/relationships/image" Target="/ppt/media/image22.png" Id="R8ac3750655d54c5d" /><Relationship Type="http://schemas.openxmlformats.org/officeDocument/2006/relationships/image" Target="/ppt/media/image23.png" Id="R28a2c79a7c284598" /><Relationship Type="http://schemas.openxmlformats.org/officeDocument/2006/relationships/image" Target="/ppt/media/image24.png" Id="R59d3b0f153014bfb" /><Relationship Type="http://schemas.openxmlformats.org/officeDocument/2006/relationships/image" Target="/ppt/media/image25.png" Id="R0c7b58a27a5a403e" /><Relationship Type="http://schemas.openxmlformats.org/officeDocument/2006/relationships/image" Target="/ppt/media/image26.png" Id="R09bd7513fc70480b" /><Relationship Type="http://schemas.openxmlformats.org/officeDocument/2006/relationships/notesSlide" Target="/ppt/notesSlides/notesSlide6.xml" Id="R69df8c7d764a497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752764fab54175" /><Relationship Type="http://schemas.openxmlformats.org/officeDocument/2006/relationships/image" Target="/ppt/media/image16.png" Id="Ree1594852f1e480a" /><Relationship Type="http://schemas.openxmlformats.org/officeDocument/2006/relationships/image" Target="/ppt/media/image17.png" Id="R0836101632b54032" /><Relationship Type="http://schemas.openxmlformats.org/officeDocument/2006/relationships/image" Target="/ppt/media/image18.png" Id="R0ee1397d47c54804" /><Relationship Type="http://schemas.openxmlformats.org/officeDocument/2006/relationships/image" Target="/ppt/media/image19.png" Id="Rf41c029077164227" /><Relationship Type="http://schemas.openxmlformats.org/officeDocument/2006/relationships/image" Target="/ppt/media/image4.png" Id="Rd2344a1a7c7241c2" /><Relationship Type="http://schemas.openxmlformats.org/officeDocument/2006/relationships/image" Target="/ppt/media/image5.png" Id="R35699dfed07949f2" /><Relationship Type="http://schemas.openxmlformats.org/officeDocument/2006/relationships/image" Target="/ppt/media/image20.png" Id="Rfe9314a99cd7482b" /><Relationship Type="http://schemas.openxmlformats.org/officeDocument/2006/relationships/image" Target="/ppt/media/image21.png" Id="R9bf8725f478c4f14" /><Relationship Type="http://schemas.openxmlformats.org/officeDocument/2006/relationships/image" Target="/ppt/media/image22.png" Id="R7d8cfa3a38074b6c" /><Relationship Type="http://schemas.openxmlformats.org/officeDocument/2006/relationships/image" Target="/ppt/media/image23.png" Id="R2179c5bca08e42d0" /><Relationship Type="http://schemas.openxmlformats.org/officeDocument/2006/relationships/image" Target="/ppt/media/image24.png" Id="Rc013a544027f48a7" /><Relationship Type="http://schemas.openxmlformats.org/officeDocument/2006/relationships/image" Target="/ppt/media/image25.png" Id="Re1cf71bf8a7744ff" /><Relationship Type="http://schemas.openxmlformats.org/officeDocument/2006/relationships/image" Target="/ppt/media/image26.png" Id="Rf47b85bb29034003" /><Relationship Type="http://schemas.openxmlformats.org/officeDocument/2006/relationships/notesSlide" Target="/ppt/notesSlides/notesSlide7.xml" Id="Rcf999b2fa03940a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81077897c714c74" /><Relationship Type="http://schemas.openxmlformats.org/officeDocument/2006/relationships/image" Target="/ppt/media/image27.png" Id="Reb83a7b693514156" /><Relationship Type="http://schemas.openxmlformats.org/officeDocument/2006/relationships/image" Target="/ppt/media/image17.png" Id="R3dce8daeed6e4e40" /><Relationship Type="http://schemas.openxmlformats.org/officeDocument/2006/relationships/image" Target="/ppt/media/image18.png" Id="R211f255167f742b0" /><Relationship Type="http://schemas.openxmlformats.org/officeDocument/2006/relationships/image" Target="/ppt/media/image19.png" Id="R2374111787034578" /><Relationship Type="http://schemas.openxmlformats.org/officeDocument/2006/relationships/image" Target="/ppt/media/image4.png" Id="Rb7f4eca0a9f446e8" /><Relationship Type="http://schemas.openxmlformats.org/officeDocument/2006/relationships/image" Target="/ppt/media/image28.png" Id="R8e04f7edc4e64089" /><Relationship Type="http://schemas.openxmlformats.org/officeDocument/2006/relationships/image" Target="/ppt/media/image5.png" Id="R056e458e9aea484b" /><Relationship Type="http://schemas.openxmlformats.org/officeDocument/2006/relationships/image" Target="/ppt/media/image29.png" Id="Rcc4867695292447a" /><Relationship Type="http://schemas.openxmlformats.org/officeDocument/2006/relationships/image" Target="/ppt/media/image30.png" Id="R932311e50e7d49f2" /><Relationship Type="http://schemas.openxmlformats.org/officeDocument/2006/relationships/image" Target="/ppt/media/image31.png" Id="Rd21fc867c7784661" /><Relationship Type="http://schemas.openxmlformats.org/officeDocument/2006/relationships/image" Target="/ppt/media/image32.png" Id="Rc49dc4e24903462e" /><Relationship Type="http://schemas.openxmlformats.org/officeDocument/2006/relationships/image" Target="/ppt/media/image33.png" Id="Rd24d5988a8e843be" /><Relationship Type="http://schemas.openxmlformats.org/officeDocument/2006/relationships/image" Target="/ppt/media/image34.png" Id="R6ddfc778a7de43d5" /><Relationship Type="http://schemas.openxmlformats.org/officeDocument/2006/relationships/image" Target="/ppt/media/image35.png" Id="R755a8141f892423c" /><Relationship Type="http://schemas.openxmlformats.org/officeDocument/2006/relationships/notesSlide" Target="/ppt/notesSlides/notesSlide8.xml" Id="Ra1f8e8a45f514fc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a7c5be2c7a4bf0" /><Relationship Type="http://schemas.openxmlformats.org/officeDocument/2006/relationships/image" Target="/ppt/media/image36.png" Id="R80a9e612f79f4c74" /><Relationship Type="http://schemas.openxmlformats.org/officeDocument/2006/relationships/image" Target="/ppt/media/image17.png" Id="R0773d552913944ae" /><Relationship Type="http://schemas.openxmlformats.org/officeDocument/2006/relationships/image" Target="/ppt/media/image19.png" Id="R03318fab062e482e" /><Relationship Type="http://schemas.openxmlformats.org/officeDocument/2006/relationships/image" Target="/ppt/media/image4.png" Id="R5b2a1fb5703b40ec" /><Relationship Type="http://schemas.openxmlformats.org/officeDocument/2006/relationships/image" Target="/ppt/media/image37.png" Id="R2eb79872de494a3b" /><Relationship Type="http://schemas.openxmlformats.org/officeDocument/2006/relationships/image" Target="/ppt/media/image28.png" Id="Rf46c960a616b4896" /><Relationship Type="http://schemas.openxmlformats.org/officeDocument/2006/relationships/image" Target="/ppt/media/image5.png" Id="R0cb5e5aa23544131" /><Relationship Type="http://schemas.openxmlformats.org/officeDocument/2006/relationships/image" Target="/ppt/media/image38.png" Id="R88c39fca737d4dd1" /><Relationship Type="http://schemas.openxmlformats.org/officeDocument/2006/relationships/image" Target="/ppt/media/image39.png" Id="R44433d5e1c7d40d5" /><Relationship Type="http://schemas.openxmlformats.org/officeDocument/2006/relationships/image" Target="/ppt/media/image40.png" Id="R6e559d9bc5c14a07" /><Relationship Type="http://schemas.openxmlformats.org/officeDocument/2006/relationships/image" Target="/ppt/media/image41.png" Id="Re8c70fda5fce4dfc" /><Relationship Type="http://schemas.openxmlformats.org/officeDocument/2006/relationships/image" Target="/ppt/media/image42.png" Id="Rbc8cf18aa5314eeb" /><Relationship Type="http://schemas.openxmlformats.org/officeDocument/2006/relationships/image" Target="/ppt/media/image43.png" Id="Rfbe6b69cc5b5453f" /><Relationship Type="http://schemas.openxmlformats.org/officeDocument/2006/relationships/image" Target="/ppt/media/image44.png" Id="R17b0641b767a4457" /><Relationship Type="http://schemas.openxmlformats.org/officeDocument/2006/relationships/notesSlide" Target="/ppt/notesSlides/notesSlide9.xml" Id="R56049c228ff1426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3dd900ec3248eb" /><Relationship Type="http://schemas.openxmlformats.org/officeDocument/2006/relationships/image" Target="/ppt/media/image45.png" Id="Rfae53688db504152" /><Relationship Type="http://schemas.openxmlformats.org/officeDocument/2006/relationships/image" Target="/ppt/media/image2.png" Id="Rf1caddf2b0b84f87" /><Relationship Type="http://schemas.openxmlformats.org/officeDocument/2006/relationships/image" Target="/ppt/media/image7.png" Id="R6019c20c6d5f4b51" /><Relationship Type="http://schemas.openxmlformats.org/officeDocument/2006/relationships/image" Target="/ppt/media/image4.png" Id="R211b8550934a4b15" /><Relationship Type="http://schemas.openxmlformats.org/officeDocument/2006/relationships/image" Target="/ppt/media/image46.png" Id="R2645732eedb74799" /><Relationship Type="http://schemas.openxmlformats.org/officeDocument/2006/relationships/image" Target="/ppt/media/image47.png" Id="Rbcf4787a4f9e4010" /><Relationship Type="http://schemas.openxmlformats.org/officeDocument/2006/relationships/image" Target="/ppt/media/image48.png" Id="R69b9ae8de5c249af" /><Relationship Type="http://schemas.openxmlformats.org/officeDocument/2006/relationships/image" Target="/ppt/media/image49.png" Id="Rf670519757014397" /><Relationship Type="http://schemas.openxmlformats.org/officeDocument/2006/relationships/image" Target="/ppt/media/image50.png" Id="Rf5940e06ab3d43c2" /><Relationship Type="http://schemas.openxmlformats.org/officeDocument/2006/relationships/image" Target="/ppt/media/image51.png" Id="R7f32de7076ab4e9f" /><Relationship Type="http://schemas.openxmlformats.org/officeDocument/2006/relationships/image" Target="/ppt/media/image52.png" Id="R44bfde16cecd4aec" /><Relationship Type="http://schemas.openxmlformats.org/officeDocument/2006/relationships/image" Target="/ppt/media/image53.png" Id="R3b1cab3a2afd48fd" /><Relationship Type="http://schemas.openxmlformats.org/officeDocument/2006/relationships/notesSlide" Target="/ppt/notesSlides/notesSlide10.xml" Id="R6d0452ea792d400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758F4D5C-0BDA-43A0-8BA8-961AC3C754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28452956804f0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9705E3C8-B807-4991-8B6E-3CA92161EC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973ba494ed4a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62562" y="284011"/>
            <a:ext cx="4066876" cy="5578091"/>
          </a:xfrm>
          <a:prstGeom xmlns:a="http://schemas.openxmlformats.org/drawingml/2006/main" prst="rect">
            <a:avLst/>
          </a:prstGeom>
        </p:spPr>
      </p:pic>
      <p:sp>
        <p:nvSpPr>
          <p:cNvPr id="8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75A21B57-9D9D-406B-90B3-1D1ED41C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Katie.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45FC492A-4620-4B40-9B83-D3642B6109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6d750bb51148c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548DACF1-67C5-4D2D-82A6-4FB9204CF2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53f13687254d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62562" y="284011"/>
            <a:ext cx="4066876" cy="5578091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50052652-4F34-4C28-906E-24BDE30F5D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1e4a977f794d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9981" y="420576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665F8B2D-577F-4C56-A908-E45D4E244E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55f668f7f44f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93990" y="402432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4304DCE2-338D-4511-BAE1-4FCCE122BB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55f668f7f44f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66412" y="4024321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1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80112B87-B60E-47C9-9260-BA32CFCE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Katie has 2 cookies.</a:t>
            </a:r>
          </a:p>
        </p:txBody>
      </p:sp>
    </p:spTree>
    <p:extLst>
      <p:ext uri="{BB962C8B-B14F-4D97-AF65-F5344CB8AC3E}">
        <p14:creationId xmlns:p14="http://schemas.microsoft.com/office/powerpoint/2010/main" val="31941421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60AADF47-5694-486A-AE36-6AABA9501B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b470a4d82649e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79443564-22FB-43E3-BE8F-7178B26971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97b5e04f2041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18399" y="432280"/>
            <a:ext cx="2860957" cy="5301916"/>
          </a:xfrm>
          <a:prstGeom xmlns:a="http://schemas.openxmlformats.org/drawingml/2006/main" prst="rect">
            <a:avLst/>
          </a:prstGeom>
        </p:spPr>
      </p:pic>
      <p:sp>
        <p:nvSpPr>
          <p:cNvPr id="10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DE930C7B-8306-4FB9-8CC2-B5E950C5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Tony.</a:t>
            </a:r>
          </a:p>
        </p:txBody>
      </p:sp>
    </p:spTree>
    <p:extLst>
      <p:ext uri="{BB962C8B-B14F-4D97-AF65-F5344CB8AC3E}">
        <p14:creationId xmlns:p14="http://schemas.microsoft.com/office/powerpoint/2010/main" val="30816616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96B8F27C-2E7E-45B4-9D23-826B1770B7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57274543fc4b5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F81292BB-94EE-493E-B004-B0AA05D40B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88ffa63801413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18399" y="432280"/>
            <a:ext cx="2860957" cy="5301916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066048B1-5C69-4DF4-B6CB-A4A3C426021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43c0d209a4f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68318" y="4161158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1251FD-BEC6-4310-9D90-ACA386129B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68ab10c08d4569"/>
          <a:stretch xmlns:a="http://schemas.openxmlformats.org/drawingml/2006/main"/>
        </p:blipFill>
        <p:spPr>
          <a:xfrm xmlns:a="http://schemas.openxmlformats.org/drawingml/2006/main">
            <a:off x="6712327" y="3982894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C9DE38-0E12-4448-A0A4-F76AA5615C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79596203844df4"/>
          <a:stretch xmlns:a="http://schemas.openxmlformats.org/drawingml/2006/main"/>
        </p:blipFill>
        <p:spPr>
          <a:xfrm xmlns:a="http://schemas.openxmlformats.org/drawingml/2006/main">
            <a:off x="6630741" y="3898704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5C87AD-6908-41BA-A68D-652507C688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efb44f0b504d7c"/>
          <a:stretch xmlns:a="http://schemas.openxmlformats.org/drawingml/2006/main"/>
        </p:blipFill>
        <p:spPr>
          <a:xfrm xmlns:a="http://schemas.openxmlformats.org/drawingml/2006/main">
            <a:off x="6997788" y="3895529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288A24-57D6-4A39-B443-63C0A477EC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8b2666fc774db8"/>
          <a:stretch xmlns:a="http://schemas.openxmlformats.org/drawingml/2006/main"/>
        </p:blipFill>
        <p:spPr>
          <a:xfrm xmlns:a="http://schemas.openxmlformats.org/drawingml/2006/main">
            <a:off x="6841773" y="382576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7D1B0D-A8F1-4380-95CF-E5618E2346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e8b50dcac34cd2"/>
          <a:stretch xmlns:a="http://schemas.openxmlformats.org/drawingml/2006/main"/>
        </p:blipFill>
        <p:spPr>
          <a:xfrm xmlns:a="http://schemas.openxmlformats.org/drawingml/2006/main">
            <a:off x="7005324" y="397816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F74D0B-F863-43A1-B3FC-41680FD6BD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ae4212d90e4902"/>
          <a:stretch xmlns:a="http://schemas.openxmlformats.org/drawingml/2006/main"/>
        </p:blipFill>
        <p:spPr>
          <a:xfrm xmlns:a="http://schemas.openxmlformats.org/drawingml/2006/main">
            <a:off x="6997764" y="3783788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12AD2C-7653-4876-8FAA-2956E602F2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c63b7fd9504ca3"/>
          <a:stretch xmlns:a="http://schemas.openxmlformats.org/drawingml/2006/main"/>
        </p:blipFill>
        <p:spPr>
          <a:xfrm xmlns:a="http://schemas.openxmlformats.org/drawingml/2006/main">
            <a:off x="6627343" y="3806397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21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05223DD1-E341-43CD-8E50-89D4E91D5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Tony has 8 cookies.</a:t>
            </a:r>
          </a:p>
        </p:txBody>
      </p:sp>
    </p:spTree>
    <p:extLst>
      <p:ext uri="{BB962C8B-B14F-4D97-AF65-F5344CB8AC3E}">
        <p14:creationId xmlns:p14="http://schemas.microsoft.com/office/powerpoint/2010/main" val="74044456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Picture 32">
            <a:extLst xmlns:a="http://schemas.openxmlformats.org/drawingml/2006/main">
              <a:ext uri="{FF2B5EF4-FFF2-40B4-BE49-F238E27FC236}">
                <a16:creationId xmlns:a16="http://schemas.microsoft.com/office/drawing/2014/main" id="{00B64D4E-09C5-47BC-87AF-2107B37784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672efe68d7487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34" name="Picture 33">
            <a:extLst xmlns:a="http://schemas.openxmlformats.org/drawingml/2006/main">
              <a:ext uri="{FF2B5EF4-FFF2-40B4-BE49-F238E27FC236}">
                <a16:creationId xmlns:a16="http://schemas.microsoft.com/office/drawing/2014/main" id="{31D43EBB-6D47-4E47-9EBE-79FCAEEFB8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c1fcebc8ad4510"/>
          <a:srcRect xmlns:a="http://schemas.openxmlformats.org/drawingml/2006/main" l="0" t="24519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09800" y="3148314"/>
            <a:ext cx="7772400" cy="2471712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E908C02C-719E-4942-B4B4-A01B4D4EE5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60672812b4c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75369" y="715341"/>
            <a:ext cx="2496968" cy="4281773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AD27FAB1-30D5-446C-A0D5-1314E2D29D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c79f695a9245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49434" y="599932"/>
            <a:ext cx="2467198" cy="4512590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520E9316-F739-40B4-8793-92AEF39045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dd49390ca04d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93843" y="464885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533169C3-7D6F-43BD-85A2-585F39ADD0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33320eb1ff40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7852" y="446741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E08DC133-BCE8-4A5A-800F-9C632BF98A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33320eb1ff40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23289" y="4466633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6" name="Picture 25">
            <a:extLst xmlns:a="http://schemas.openxmlformats.org/drawingml/2006/main">
              <a:ext uri="{FF2B5EF4-FFF2-40B4-BE49-F238E27FC236}">
                <a16:creationId xmlns:a16="http://schemas.microsoft.com/office/drawing/2014/main" id="{CF7E93EA-85CC-478C-AB24-3F52C98A23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dd49390ca04d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10304" y="423082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EE314F-00E1-40C8-924B-F969B91BE9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a0368d2b8c426b"/>
          <a:stretch xmlns:a="http://schemas.openxmlformats.org/drawingml/2006/main"/>
        </p:blipFill>
        <p:spPr>
          <a:xfrm xmlns:a="http://schemas.openxmlformats.org/drawingml/2006/main">
            <a:off x="3554313" y="405255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626C94-76ED-42F8-8059-CCEB905F26E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85ea1c1df4483a"/>
          <a:stretch xmlns:a="http://schemas.openxmlformats.org/drawingml/2006/main"/>
        </p:blipFill>
        <p:spPr>
          <a:xfrm xmlns:a="http://schemas.openxmlformats.org/drawingml/2006/main">
            <a:off x="3472727" y="396836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A0C057-D5F2-4DF4-9F28-F2D45B640E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ef4f3e16cb49cd"/>
          <a:stretch xmlns:a="http://schemas.openxmlformats.org/drawingml/2006/main"/>
        </p:blipFill>
        <p:spPr>
          <a:xfrm xmlns:a="http://schemas.openxmlformats.org/drawingml/2006/main">
            <a:off x="3839774" y="396519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E75BF59-577B-47AF-9CEF-4AF1A01227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803dcd586c4cb8"/>
          <a:stretch xmlns:a="http://schemas.openxmlformats.org/drawingml/2006/main"/>
        </p:blipFill>
        <p:spPr>
          <a:xfrm xmlns:a="http://schemas.openxmlformats.org/drawingml/2006/main">
            <a:off x="3683759" y="389542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065BF3E-FD30-4853-B5E6-B1A84F8A42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93d43ee3dd4abd"/>
          <a:stretch xmlns:a="http://schemas.openxmlformats.org/drawingml/2006/main"/>
        </p:blipFill>
        <p:spPr>
          <a:xfrm xmlns:a="http://schemas.openxmlformats.org/drawingml/2006/main">
            <a:off x="3847310" y="404782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FE797E-9C09-4D1A-B242-5357AA63C9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67e478fa724809"/>
          <a:stretch xmlns:a="http://schemas.openxmlformats.org/drawingml/2006/main"/>
        </p:blipFill>
        <p:spPr>
          <a:xfrm xmlns:a="http://schemas.openxmlformats.org/drawingml/2006/main">
            <a:off x="3839750" y="385345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57C514A-84D1-465C-8A39-3F38317154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74412773fd408a"/>
          <a:stretch xmlns:a="http://schemas.openxmlformats.org/drawingml/2006/main"/>
        </p:blipFill>
        <p:spPr>
          <a:xfrm xmlns:a="http://schemas.openxmlformats.org/drawingml/2006/main">
            <a:off x="3469329" y="3876060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42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97A04221-61A0-4F24-BDB8-5F92EDCE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Katie and Tony are having a picnic.</a:t>
            </a:r>
          </a:p>
        </p:txBody>
      </p:sp>
    </p:spTree>
    <p:extLst>
      <p:ext uri="{BB962C8B-B14F-4D97-AF65-F5344CB8AC3E}">
        <p14:creationId xmlns:p14="http://schemas.microsoft.com/office/powerpoint/2010/main" val="349988126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Picture 32">
            <a:extLst xmlns:a="http://schemas.openxmlformats.org/drawingml/2006/main">
              <a:ext uri="{FF2B5EF4-FFF2-40B4-BE49-F238E27FC236}">
                <a16:creationId xmlns:a16="http://schemas.microsoft.com/office/drawing/2014/main" id="{00B64D4E-09C5-47BC-87AF-2107B37784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bd828eb1c141e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34" name="Picture 33">
            <a:extLst xmlns:a="http://schemas.openxmlformats.org/drawingml/2006/main">
              <a:ext uri="{FF2B5EF4-FFF2-40B4-BE49-F238E27FC236}">
                <a16:creationId xmlns:a16="http://schemas.microsoft.com/office/drawing/2014/main" id="{31D43EBB-6D47-4E47-9EBE-79FCAEEFB8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ea223c584e4e59"/>
          <a:srcRect xmlns:a="http://schemas.openxmlformats.org/drawingml/2006/main" l="0" t="24519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09800" y="3148314"/>
            <a:ext cx="7772400" cy="2471712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E908C02C-719E-4942-B4B4-A01B4D4EE5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14c8161e4240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75369" y="715341"/>
            <a:ext cx="2496968" cy="4281773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AD27FAB1-30D5-446C-A0D5-1314E2D29D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2d8975664347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49434" y="599932"/>
            <a:ext cx="2467198" cy="4512590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520E9316-F739-40B4-8793-92AEF39045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ae5ab1e47349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93843" y="464885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533169C3-7D6F-43BD-85A2-585F39ADD0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95341e19c245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7852" y="446741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E08DC133-BCE8-4A5A-800F-9C632BF98A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95341e19c245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23289" y="4466633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6" name="Picture 25">
            <a:extLst xmlns:a="http://schemas.openxmlformats.org/drawingml/2006/main">
              <a:ext uri="{FF2B5EF4-FFF2-40B4-BE49-F238E27FC236}">
                <a16:creationId xmlns:a16="http://schemas.microsoft.com/office/drawing/2014/main" id="{CF7E93EA-85CC-478C-AB24-3F52C98A23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ae5ab1e47349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10304" y="423082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EE314F-00E1-40C8-924B-F969B91BE9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1d3911f08b4fa6"/>
          <a:stretch xmlns:a="http://schemas.openxmlformats.org/drawingml/2006/main"/>
        </p:blipFill>
        <p:spPr>
          <a:xfrm xmlns:a="http://schemas.openxmlformats.org/drawingml/2006/main">
            <a:off x="3554313" y="405255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626C94-76ED-42F8-8059-CCEB905F26E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54ae3222524e87"/>
          <a:stretch xmlns:a="http://schemas.openxmlformats.org/drawingml/2006/main"/>
        </p:blipFill>
        <p:spPr>
          <a:xfrm xmlns:a="http://schemas.openxmlformats.org/drawingml/2006/main">
            <a:off x="3472727" y="396836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A0C057-D5F2-4DF4-9F28-F2D45B640E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c3750655d54c5d"/>
          <a:stretch xmlns:a="http://schemas.openxmlformats.org/drawingml/2006/main"/>
        </p:blipFill>
        <p:spPr>
          <a:xfrm xmlns:a="http://schemas.openxmlformats.org/drawingml/2006/main">
            <a:off x="3839774" y="396519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E75BF59-577B-47AF-9CEF-4AF1A01227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a2c79a7c284598"/>
          <a:stretch xmlns:a="http://schemas.openxmlformats.org/drawingml/2006/main"/>
        </p:blipFill>
        <p:spPr>
          <a:xfrm xmlns:a="http://schemas.openxmlformats.org/drawingml/2006/main">
            <a:off x="3683759" y="389542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065BF3E-FD30-4853-B5E6-B1A84F8A42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d3b0f153014bfb"/>
          <a:stretch xmlns:a="http://schemas.openxmlformats.org/drawingml/2006/main"/>
        </p:blipFill>
        <p:spPr>
          <a:xfrm xmlns:a="http://schemas.openxmlformats.org/drawingml/2006/main">
            <a:off x="3847310" y="404782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FE797E-9C09-4D1A-B242-5357AA63C9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7b58a27a5a403e"/>
          <a:stretch xmlns:a="http://schemas.openxmlformats.org/drawingml/2006/main"/>
        </p:blipFill>
        <p:spPr>
          <a:xfrm xmlns:a="http://schemas.openxmlformats.org/drawingml/2006/main">
            <a:off x="3839750" y="385345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57C514A-84D1-465C-8A39-3F38317154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bd7513fc70480b"/>
          <a:stretch xmlns:a="http://schemas.openxmlformats.org/drawingml/2006/main"/>
        </p:blipFill>
        <p:spPr>
          <a:xfrm xmlns:a="http://schemas.openxmlformats.org/drawingml/2006/main">
            <a:off x="3469329" y="3876060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42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97A04221-61A0-4F24-BDB8-5F92EDCE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0" rIns="152400" bIns="0" anchor="ctr">
            <a:noAutofit/>
          </a:bodyPr>
          <a:lstStyle xmlns:a="http://schemas.openxmlformats.org/drawingml/2006/main">
            <a:defPPr algn="ctr"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Katie tells Tony, “I know the wind could blow my cookies away.”</a:t>
            </a:r>
          </a:p>
        </p:txBody>
      </p:sp>
    </p:spTree>
    <p:extLst>
      <p:ext uri="{BB962C8B-B14F-4D97-AF65-F5344CB8AC3E}">
        <p14:creationId xmlns:p14="http://schemas.microsoft.com/office/powerpoint/2010/main" val="349988126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Picture 32">
            <a:extLst xmlns:a="http://schemas.openxmlformats.org/drawingml/2006/main">
              <a:ext uri="{FF2B5EF4-FFF2-40B4-BE49-F238E27FC236}">
                <a16:creationId xmlns:a16="http://schemas.microsoft.com/office/drawing/2014/main" id="{00B64D4E-09C5-47BC-87AF-2107B37784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1594852f1e480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34" name="Picture 33">
            <a:extLst xmlns:a="http://schemas.openxmlformats.org/drawingml/2006/main">
              <a:ext uri="{FF2B5EF4-FFF2-40B4-BE49-F238E27FC236}">
                <a16:creationId xmlns:a16="http://schemas.microsoft.com/office/drawing/2014/main" id="{31D43EBB-6D47-4E47-9EBE-79FCAEEFB8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36101632b54032"/>
          <a:srcRect xmlns:a="http://schemas.openxmlformats.org/drawingml/2006/main" l="0" t="24519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09800" y="3148314"/>
            <a:ext cx="7772400" cy="2471712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E908C02C-719E-4942-B4B4-A01B4D4EE5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e1397d47c548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75369" y="715341"/>
            <a:ext cx="2496968" cy="4281773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AD27FAB1-30D5-446C-A0D5-1314E2D29D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1c0290771642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49434" y="599932"/>
            <a:ext cx="2467198" cy="4512590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520E9316-F739-40B4-8793-92AEF39045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344a1a7c7241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93843" y="464885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533169C3-7D6F-43BD-85A2-585F39ADD0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699dfed07949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7852" y="446741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E08DC133-BCE8-4A5A-800F-9C632BF98A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699dfed07949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23289" y="4466633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6" name="Picture 25">
            <a:extLst xmlns:a="http://schemas.openxmlformats.org/drawingml/2006/main">
              <a:ext uri="{FF2B5EF4-FFF2-40B4-BE49-F238E27FC236}">
                <a16:creationId xmlns:a16="http://schemas.microsoft.com/office/drawing/2014/main" id="{CF7E93EA-85CC-478C-AB24-3F52C98A23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344a1a7c7241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10304" y="423082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EE314F-00E1-40C8-924B-F969B91BE9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9314a99cd7482b"/>
          <a:stretch xmlns:a="http://schemas.openxmlformats.org/drawingml/2006/main"/>
        </p:blipFill>
        <p:spPr>
          <a:xfrm xmlns:a="http://schemas.openxmlformats.org/drawingml/2006/main">
            <a:off x="3554313" y="405255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626C94-76ED-42F8-8059-CCEB905F26E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f8725f478c4f14"/>
          <a:stretch xmlns:a="http://schemas.openxmlformats.org/drawingml/2006/main"/>
        </p:blipFill>
        <p:spPr>
          <a:xfrm xmlns:a="http://schemas.openxmlformats.org/drawingml/2006/main">
            <a:off x="3472727" y="396836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A0C057-D5F2-4DF4-9F28-F2D45B640E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8cfa3a38074b6c"/>
          <a:stretch xmlns:a="http://schemas.openxmlformats.org/drawingml/2006/main"/>
        </p:blipFill>
        <p:spPr>
          <a:xfrm xmlns:a="http://schemas.openxmlformats.org/drawingml/2006/main">
            <a:off x="3839774" y="396519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E75BF59-577B-47AF-9CEF-4AF1A01227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9c5bca08e42d0"/>
          <a:stretch xmlns:a="http://schemas.openxmlformats.org/drawingml/2006/main"/>
        </p:blipFill>
        <p:spPr>
          <a:xfrm xmlns:a="http://schemas.openxmlformats.org/drawingml/2006/main">
            <a:off x="3683759" y="389542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065BF3E-FD30-4853-B5E6-B1A84F8A42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13a544027f48a7"/>
          <a:stretch xmlns:a="http://schemas.openxmlformats.org/drawingml/2006/main"/>
        </p:blipFill>
        <p:spPr>
          <a:xfrm xmlns:a="http://schemas.openxmlformats.org/drawingml/2006/main">
            <a:off x="3847310" y="404782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FE797E-9C09-4D1A-B242-5357AA63C9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cf71bf8a7744ff"/>
          <a:stretch xmlns:a="http://schemas.openxmlformats.org/drawingml/2006/main"/>
        </p:blipFill>
        <p:spPr>
          <a:xfrm xmlns:a="http://schemas.openxmlformats.org/drawingml/2006/main">
            <a:off x="3839750" y="385345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57C514A-84D1-465C-8A39-3F38317154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7b85bb29034003"/>
          <a:stretch xmlns:a="http://schemas.openxmlformats.org/drawingml/2006/main"/>
        </p:blipFill>
        <p:spPr>
          <a:xfrm xmlns:a="http://schemas.openxmlformats.org/drawingml/2006/main">
            <a:off x="3469329" y="3876060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42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97A04221-61A0-4F24-BDB8-5F92EDCE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Katie tells Tony, “I’m not okay with that.”</a:t>
            </a:r>
          </a:p>
        </p:txBody>
      </p:sp>
    </p:spTree>
    <p:extLst>
      <p:ext uri="{BB962C8B-B14F-4D97-AF65-F5344CB8AC3E}">
        <p14:creationId xmlns:p14="http://schemas.microsoft.com/office/powerpoint/2010/main" val="349988126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E26CBCF8-992B-48CF-A058-072B35DC0C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83a7b69351415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6B264E58-4E35-4AEF-BE57-D12D306273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ce8daeed6e4e40"/>
          <a:srcRect xmlns:a="http://schemas.openxmlformats.org/drawingml/2006/main" l="0" t="24519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09800" y="3148314"/>
            <a:ext cx="7772400" cy="2471712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996D31CB-12AF-43C0-9622-9394FD63E2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1f255167f742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75369" y="715341"/>
            <a:ext cx="2496968" cy="4281773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1E7F2486-08DA-4231-B457-5773F5AC26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741117870345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49434" y="599932"/>
            <a:ext cx="2467198" cy="4512590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4A408A18-43DC-4ECF-A029-2A8D1B3EF6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f4eca0a9f446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93843" y="464885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26" name="Picture 25">
            <a:extLst xmlns:a="http://schemas.openxmlformats.org/drawingml/2006/main">
              <a:ext uri="{FF2B5EF4-FFF2-40B4-BE49-F238E27FC236}">
                <a16:creationId xmlns:a16="http://schemas.microsoft.com/office/drawing/2014/main" id="{C9542694-0676-4565-8AFE-A1C9ECE606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f4eca0a9f446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10304" y="423082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713B5B5A-8C89-406C-8695-80FEDBC36D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04f7edc4e640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860743">
            <a:off x="5319021" y="3404799"/>
            <a:ext cx="2037777" cy="951846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CC2C9AD1-FA11-45B7-AA81-CF0F295A8D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6e458e9aea48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7852" y="446741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F22B6CF0-F175-492F-834B-B6EB465DDF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6e458e9aea48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23289" y="4466633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9AFC325-EA45-4741-A553-34ED1FCFBB0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4867695292447a"/>
          <a:stretch xmlns:a="http://schemas.openxmlformats.org/drawingml/2006/main"/>
        </p:blipFill>
        <p:spPr>
          <a:xfrm xmlns:a="http://schemas.openxmlformats.org/drawingml/2006/main">
            <a:off x="3554313" y="405255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7B6CD4-B8D9-458F-9F76-DCC0B476C05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2311e50e7d49f2"/>
          <a:stretch xmlns:a="http://schemas.openxmlformats.org/drawingml/2006/main"/>
        </p:blipFill>
        <p:spPr>
          <a:xfrm xmlns:a="http://schemas.openxmlformats.org/drawingml/2006/main">
            <a:off x="3472727" y="396836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764D02-F16A-403A-BF0D-268CBD71E5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1fc867c7784661"/>
          <a:stretch xmlns:a="http://schemas.openxmlformats.org/drawingml/2006/main"/>
        </p:blipFill>
        <p:spPr>
          <a:xfrm xmlns:a="http://schemas.openxmlformats.org/drawingml/2006/main">
            <a:off x="3839774" y="396519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9AA272-E924-45D6-8988-2C5081715F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dc4e24903462e"/>
          <a:stretch xmlns:a="http://schemas.openxmlformats.org/drawingml/2006/main"/>
        </p:blipFill>
        <p:spPr>
          <a:xfrm xmlns:a="http://schemas.openxmlformats.org/drawingml/2006/main">
            <a:off x="3683759" y="389542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2B013D-3DB6-4521-AF9A-3A5EEEC052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4d5988a8e843be"/>
          <a:stretch xmlns:a="http://schemas.openxmlformats.org/drawingml/2006/main"/>
        </p:blipFill>
        <p:spPr>
          <a:xfrm xmlns:a="http://schemas.openxmlformats.org/drawingml/2006/main">
            <a:off x="3847310" y="404782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43740D-90B6-4029-B177-004638264C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dfc778a7de43d5"/>
          <a:stretch xmlns:a="http://schemas.openxmlformats.org/drawingml/2006/main"/>
        </p:blipFill>
        <p:spPr>
          <a:xfrm xmlns:a="http://schemas.openxmlformats.org/drawingml/2006/main">
            <a:off x="3839750" y="385345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487EB7-A7FD-4276-BBC2-F9C9008EC5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5a8141f892423c"/>
          <a:stretch xmlns:a="http://schemas.openxmlformats.org/drawingml/2006/main"/>
        </p:blipFill>
        <p:spPr>
          <a:xfrm xmlns:a="http://schemas.openxmlformats.org/drawingml/2006/main">
            <a:off x="3469329" y="3876060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34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30DD24FB-6B97-4C08-8758-9BB7860CD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Oh no! A gust of wind blows.</a:t>
            </a:r>
          </a:p>
        </p:txBody>
      </p:sp>
    </p:spTree>
    <p:extLst>
      <p:ext uri="{BB962C8B-B14F-4D97-AF65-F5344CB8AC3E}">
        <p14:creationId xmlns:p14="http://schemas.microsoft.com/office/powerpoint/2010/main" val="27554208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7A6E10A1-63CD-4779-8621-510D0A7E171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a9e612f79f4c7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CE30B8D4-C143-4085-B691-FD9112DE0A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73d552913944ae"/>
          <a:srcRect xmlns:a="http://schemas.openxmlformats.org/drawingml/2006/main" l="0" t="24519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09800" y="3148314"/>
            <a:ext cx="7772400" cy="2471712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3F6764FF-80F2-42C5-B46C-3DB05E3266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318fab062e48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49434" y="599932"/>
            <a:ext cx="2467198" cy="4512590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F79ED0D7-810A-407D-9153-F108235E26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2a1fb5703b40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93843" y="464885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26" name="Picture 25">
            <a:extLst xmlns:a="http://schemas.openxmlformats.org/drawingml/2006/main">
              <a:ext uri="{FF2B5EF4-FFF2-40B4-BE49-F238E27FC236}">
                <a16:creationId xmlns:a16="http://schemas.microsoft.com/office/drawing/2014/main" id="{DF446012-1C19-49BC-B11D-287235D63BC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2a1fb5703b40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10304" y="423082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2CBFD25D-C9EF-4A6F-86B7-539D01358F9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b79872de494a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75369" y="713784"/>
            <a:ext cx="2495845" cy="4281774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77AF0948-C8BE-4C37-9552-6ACD3130A7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6c960a616b48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860743">
            <a:off x="5319021" y="3404799"/>
            <a:ext cx="2037777" cy="951846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33A3BAA1-FDBE-4ADE-8D87-4D533A95F0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b5e5aa235441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515666" y="484689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2771197C-AC0A-4CB4-8E8E-6E6D09A82E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b5e5aa235441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283860" y="491464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BD8AD7-0A8B-4B76-B2EF-54590013F33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c39fca737d4dd1"/>
          <a:stretch xmlns:a="http://schemas.openxmlformats.org/drawingml/2006/main"/>
        </p:blipFill>
        <p:spPr>
          <a:xfrm xmlns:a="http://schemas.openxmlformats.org/drawingml/2006/main">
            <a:off x="3554313" y="405255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100CE5-0984-414A-9EBC-49D1FE3F9D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433d5e1c7d40d5"/>
          <a:stretch xmlns:a="http://schemas.openxmlformats.org/drawingml/2006/main"/>
        </p:blipFill>
        <p:spPr>
          <a:xfrm xmlns:a="http://schemas.openxmlformats.org/drawingml/2006/main">
            <a:off x="3472727" y="396836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FD255B-F06B-49D7-AC21-6E7E00A9916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559d9bc5c14a07"/>
          <a:stretch xmlns:a="http://schemas.openxmlformats.org/drawingml/2006/main"/>
        </p:blipFill>
        <p:spPr>
          <a:xfrm xmlns:a="http://schemas.openxmlformats.org/drawingml/2006/main">
            <a:off x="3839774" y="396519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4598B5-CC25-4187-9A5B-9BB85FAF0F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c70fda5fce4dfc"/>
          <a:stretch xmlns:a="http://schemas.openxmlformats.org/drawingml/2006/main"/>
        </p:blipFill>
        <p:spPr>
          <a:xfrm xmlns:a="http://schemas.openxmlformats.org/drawingml/2006/main">
            <a:off x="3683759" y="389542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3702AF-E904-49AF-95C0-BE1E272914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8cf18aa5314eeb"/>
          <a:stretch xmlns:a="http://schemas.openxmlformats.org/drawingml/2006/main"/>
        </p:blipFill>
        <p:spPr>
          <a:xfrm xmlns:a="http://schemas.openxmlformats.org/drawingml/2006/main">
            <a:off x="3847310" y="404782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965326E-AEB0-47AB-B0D8-FEA8636CA1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e6b69cc5b5453f"/>
          <a:stretch xmlns:a="http://schemas.openxmlformats.org/drawingml/2006/main"/>
        </p:blipFill>
        <p:spPr>
          <a:xfrm xmlns:a="http://schemas.openxmlformats.org/drawingml/2006/main">
            <a:off x="3839750" y="385345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094458E-03D4-4069-A580-7394505F6CC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b0641b767a4457"/>
          <a:stretch xmlns:a="http://schemas.openxmlformats.org/drawingml/2006/main"/>
        </p:blipFill>
        <p:spPr>
          <a:xfrm xmlns:a="http://schemas.openxmlformats.org/drawingml/2006/main">
            <a:off x="3469329" y="3876060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34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ED837A98-7008-4400-9B98-F52DBD7DC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2 of Katie’s cookies blow away!</a:t>
            </a:r>
          </a:p>
        </p:txBody>
      </p:sp>
    </p:spTree>
    <p:extLst>
      <p:ext uri="{BB962C8B-B14F-4D97-AF65-F5344CB8AC3E}">
        <p14:creationId xmlns:p14="http://schemas.microsoft.com/office/powerpoint/2010/main" val="59758042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Picture 22">
            <a:extLst xmlns:a="http://schemas.openxmlformats.org/drawingml/2006/main">
              <a:ext uri="{FF2B5EF4-FFF2-40B4-BE49-F238E27FC236}">
                <a16:creationId xmlns:a16="http://schemas.microsoft.com/office/drawing/2014/main" id="{AF3889B8-0221-49E8-A867-155F4EE726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e53688db504152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0E928A3D-9DC4-4DC7-8EAA-F701FF7D3F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caddf2b0b84f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90254" y="590309"/>
            <a:ext cx="3735658" cy="5123796"/>
          </a:xfrm>
          <a:prstGeom xmlns:a="http://schemas.openxmlformats.org/drawingml/2006/main" prst="rect">
            <a:avLst/>
          </a:prstGeom>
        </p:spPr>
      </p:pic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D3F164E4-EA4E-4503-9F9B-2CB9130230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19c20c6d5f4b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77804" y="307166"/>
            <a:ext cx="2860957" cy="5301916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8C33DC09-EF76-4593-97A1-CFFB2DB27F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1b8550934a4b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05334" y="4101222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1D178E38-1342-4DAE-A5D4-0081C2AA84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1b8550934a4b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72340" y="3966192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8461A910-634C-4EB5-88A1-8DEA81FC36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5732eedb747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1">
            <a:off x="6354300" y="5059544"/>
            <a:ext cx="812666" cy="411363"/>
          </a:xfrm>
          <a:prstGeom xmlns:a="http://schemas.openxmlformats.org/drawingml/2006/main" prst="rect">
            <a:avLst/>
          </a:prstGeom>
        </p:spPr>
      </p:pic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9E7150B9-DE83-4262-85FC-70D094DD5F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5732eedb747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1">
            <a:off x="5837701" y="4853862"/>
            <a:ext cx="812666" cy="411363"/>
          </a:xfrm>
          <a:prstGeom xmlns:a="http://schemas.openxmlformats.org/drawingml/2006/main" prst="rect">
            <a:avLst/>
          </a:prstGeom>
        </p:spPr>
      </p:pic>
      <p:pic>
        <p:nvPic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B0113B-882B-495A-9CA4-75B2DDF0DE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f4787a4f9e4010"/>
          <a:stretch xmlns:a="http://schemas.openxmlformats.org/drawingml/2006/main"/>
        </p:blipFill>
        <p:spPr>
          <a:xfrm xmlns:a="http://schemas.openxmlformats.org/drawingml/2006/main">
            <a:off x="2616349" y="3787928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605DFD-A4F3-4B51-9161-28920928F1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b9ae8de5c249af"/>
          <a:stretch xmlns:a="http://schemas.openxmlformats.org/drawingml/2006/main"/>
        </p:blipFill>
        <p:spPr>
          <a:xfrm xmlns:a="http://schemas.openxmlformats.org/drawingml/2006/main">
            <a:off x="2534763" y="3703738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9C7C5D-0296-4000-8B20-338D731087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70519757014397"/>
          <a:stretch xmlns:a="http://schemas.openxmlformats.org/drawingml/2006/main"/>
        </p:blipFill>
        <p:spPr>
          <a:xfrm xmlns:a="http://schemas.openxmlformats.org/drawingml/2006/main">
            <a:off x="2901810" y="3700563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1DB6F1-954A-40C6-915A-B9832E635E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940e06ab3d43c2"/>
          <a:stretch xmlns:a="http://schemas.openxmlformats.org/drawingml/2006/main"/>
        </p:blipFill>
        <p:spPr>
          <a:xfrm xmlns:a="http://schemas.openxmlformats.org/drawingml/2006/main">
            <a:off x="2745795" y="3630796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677314-73FB-4CAD-814B-8899464F22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32de7076ab4e9f"/>
          <a:stretch xmlns:a="http://schemas.openxmlformats.org/drawingml/2006/main"/>
        </p:blipFill>
        <p:spPr>
          <a:xfrm xmlns:a="http://schemas.openxmlformats.org/drawingml/2006/main">
            <a:off x="2909346" y="3783196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CEB1B0-A72C-4CA7-82AA-69EC3D9052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bfde16cecd4aec"/>
          <a:stretch xmlns:a="http://schemas.openxmlformats.org/drawingml/2006/main"/>
        </p:blipFill>
        <p:spPr>
          <a:xfrm xmlns:a="http://schemas.openxmlformats.org/drawingml/2006/main">
            <a:off x="2901786" y="358882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38BEF8-64BA-40E2-9576-BBC984C8AC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1cab3a2afd48fd"/>
          <a:stretch xmlns:a="http://schemas.openxmlformats.org/drawingml/2006/main"/>
        </p:blipFill>
        <p:spPr>
          <a:xfrm xmlns:a="http://schemas.openxmlformats.org/drawingml/2006/main">
            <a:off x="2531365" y="3611431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31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3F62CF78-797D-4BC1-AF2A-A8429484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Tony still has 8 cookies. Katie now has 0 cookies.</a:t>
            </a:r>
          </a:p>
        </p:txBody>
      </p:sp>
    </p:spTree>
    <p:extLst>
      <p:ext uri="{BB962C8B-B14F-4D97-AF65-F5344CB8AC3E}">
        <p14:creationId xmlns:p14="http://schemas.microsoft.com/office/powerpoint/2010/main" val="308938569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2026-10-16T18:06:21.6140000Z</dcterms:created>
  <dcterms:modified xsi:type="dcterms:W3CDTF">2026-10-16T18:06:21.6140000Z</dcterms:modified>
</coreProperties>
</file>