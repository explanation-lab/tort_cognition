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2" r:id="rId11"/>
    <p:sldId id="266" r:id="rId12"/>
    <p:sldId id="267" r:id="rId13"/>
    <p:sldId id="268" r:id="rId14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6601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7771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3902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5870-5D5E-704D-C7E9-05DA9B87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811A8-AEC6-9A95-FF28-C0216AA77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81B68-CDCF-72E9-CD5E-57502E19D1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1EC48-F602-2B16-036D-C6A30AA708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E11A-3AD2-55B3-CAA1-C87A50A05C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1B70-F360-6E05-724D-DDCB2EB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DCEC-DA1B-75AC-7172-EFDDC7E8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4861-5994-A952-2B50-81DFE3BDF1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740D-CC59-8627-9F37-04235DC0E7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6D53-43E2-C568-0A0B-10E8B30826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72A6-CB0A-3595-5F6F-4D15B7C4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1EC1E-4577-BA68-410D-2CC5A940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BFAC-024D-25BC-4260-2A3D7CDA56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EDF9-0725-8169-F0B0-3E53984FA5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C3EA-4865-0D08-D29F-C06BC03908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DE0B-4AA8-9194-8363-52E73858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BEDF-769B-FD45-ABAC-5180DEFDA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6A99E-6486-4A2C-F291-0955282EDA3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2FC3F-FEAB-8C4F-0F57-D1E9CE262F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7CC6D-68C8-F863-E1EE-1581F4C63B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E63CC-7B69-32FD-4D44-582CA38B89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C44C-928D-6CFB-9221-E3045C0A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E472-98D5-2DD9-A379-F59BBF215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52C9F-CB6A-DA83-234A-1AC4DBC753D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27C5F-5A96-5CDA-D45A-E5CE662B15D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70608-616B-FA99-CCE2-15C47E2738E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A4DE7-1C7D-1BA4-AEFB-D1199DFD22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1C7DA-FFC4-7DB0-CDA4-D87ACAED77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8D5BE-9203-42B1-FCD1-BA504D274E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487A-D67F-1550-FE2E-6048FF42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C553A-4712-9071-46B1-03AC2DE3A6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FC68D-67C6-3A8B-7D81-3C403CF66C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0BCB8-F0E6-1E2F-D23F-AA2ABDA0C7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B4455-AD96-2D08-0423-58DD96A270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9A3BD-EEB2-A874-A74E-5D00D31C9B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070A6-EA38-0C18-D61C-EDB967D85C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046F-4808-4847-F549-234463FE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572A-0979-C07F-B79C-7563BA73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E6BB-46B2-D3AE-C7B4-47FE7D9874F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1C217-159C-B500-5E5A-28965ADA39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3053-3EB3-8F87-6BB4-3D7696A207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81A8A-D0E2-F4D2-B2E4-C8C3C60F3F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9BB8-A74A-4478-4B98-D6BF5DCB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2EFC3-A23B-6A5F-02B8-5CD6F28A5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003A3-DDC5-981C-F1B1-5CEB15BE945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36AA1-E751-AEA8-AB48-CF3AFEC1DE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1A6B7-32F0-061D-9D73-F0F9CE2BC8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2EA71-ABBE-A975-E092-B5C7E5133B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4EDD-2F34-BAB5-FDF4-2054A37C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EB009-F71C-46A6-6EEA-0E093F9F7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6CE66-B83C-3BA5-5C4C-DF75FE6A26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B9508-7932-C297-D23C-3889F847DD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D57-4C1C-6655-21E6-D258C919C4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DD1CF-DD57-54FC-0EEC-7C6B765A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941A1-A482-5C8E-D3C7-D6957CD13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250C8-2604-0DAC-5E52-B6A8A9C165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90E1C-ECFE-8F0E-1BB1-F4E89CB3A8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79DA-B1CE-68A4-6D33-2E19568067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CEB68-D4C0-1594-E471-97D6D501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6CEB-C8F7-9FC0-1491-13DD84DF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1773-03F1-C669-E49C-7CC5C7612EE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406F-3746-4674-2E24-27E32C47993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3A55-8BB5-058C-E0D9-8A33E7D03A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8F887-09CF-4D4B-9057-173251B9F2A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56414D-6776-4229-A296-C3CEAB7CB7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34A369-BE1D-45E2-826E-07A561CB3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5" name="Study story caption">
            <a:extLst>
              <a:ext uri="{FF2B5EF4-FFF2-40B4-BE49-F238E27FC236}">
                <a16:creationId xmlns:a16="http://schemas.microsoft.com/office/drawing/2014/main" id="{1651E766-5766-4C9A-A6F7-DB274717CF2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Finn.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FAADE5E-772F-441B-A987-5B99E9C0EC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2E8001-B930-4B15-BE61-7FE6BFF27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9382D2D-23B8-4280-93C7-47B909177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704" y="4103301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DFFDC2-90C7-48FC-847B-BEB2ECF72A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721713" y="3925037"/>
            <a:ext cx="1053833" cy="531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54F285-65B5-41A4-A839-67B8B6F6BA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40127" y="3840847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A7855E-42EC-4C9C-99C4-95032DE7B5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007174" y="3837672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14892D-3823-4ADD-95F9-B2F112F09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51159" y="3767905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BDF2D7-04C5-4393-A300-7352BC9C8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014710" y="3920305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CC5701-69F5-4B70-8061-28FD58100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007150" y="3725931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FF5DA3C-E76A-4BAD-AF1D-E68E73F921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36729" y="3748540"/>
            <a:ext cx="1053833" cy="531259"/>
          </a:xfrm>
          <a:prstGeom prst="rect">
            <a:avLst/>
          </a:prstGeom>
        </p:spPr>
      </p:pic>
      <p:sp>
        <p:nvSpPr>
          <p:cNvPr id="20" name="Study story caption">
            <a:extLst>
              <a:ext uri="{FF2B5EF4-FFF2-40B4-BE49-F238E27FC236}">
                <a16:creationId xmlns:a16="http://schemas.microsoft.com/office/drawing/2014/main" id="{6E2C17F7-35B0-4BCF-B2BB-E83EB1A237E7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2150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4DE747-73A4-421C-B78D-71295ADE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74960D-5F68-447F-B151-21D7239BD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Study story caption">
            <a:extLst>
              <a:ext uri="{FF2B5EF4-FFF2-40B4-BE49-F238E27FC236}">
                <a16:creationId xmlns:a16="http://schemas.microsoft.com/office/drawing/2014/main" id="{27FA01A2-CEA8-4EC1-AE11-D038F2B58BC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Cleo.</a:t>
            </a:r>
          </a:p>
        </p:txBody>
      </p:sp>
    </p:spTree>
    <p:extLst>
      <p:ext uri="{BB962C8B-B14F-4D97-AF65-F5344CB8AC3E}">
        <p14:creationId xmlns:p14="http://schemas.microsoft.com/office/powerpoint/2010/main" val="80360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E6295A-0A6D-4C63-9980-5B1D01B82CD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6D9672-3D4E-40AA-B967-230D5E5E6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F0601A-C2C2-4C51-AF7B-E539F75DA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155" y="4026061"/>
            <a:ext cx="1276132" cy="3961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290513-537D-4188-A060-CAAAE59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164" y="3793174"/>
            <a:ext cx="1309107" cy="659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22B505-362C-4E8A-AE1F-D8A00629B7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3989" y="3801748"/>
            <a:ext cx="1309107" cy="659948"/>
          </a:xfrm>
          <a:prstGeom prst="rect">
            <a:avLst/>
          </a:prstGeom>
        </p:spPr>
      </p:pic>
      <p:sp>
        <p:nvSpPr>
          <p:cNvPr id="12" name="Study story caption">
            <a:extLst>
              <a:ext uri="{FF2B5EF4-FFF2-40B4-BE49-F238E27FC236}">
                <a16:creationId xmlns:a16="http://schemas.microsoft.com/office/drawing/2014/main" id="{6EBC5021-7965-47BF-A750-D2FA074F4317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411168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87E15B3-B814-4E59-AACE-3E14F3CB73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B18D5E-082F-413D-81C6-8FB6009C7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67" y="0"/>
            <a:ext cx="3125078" cy="5540110"/>
          </a:xfrm>
          <a:prstGeom prst="rect">
            <a:avLst/>
          </a:prstGeom>
        </p:spPr>
      </p:pic>
      <p:sp>
        <p:nvSpPr>
          <p:cNvPr id="18" name="Study story caption">
            <a:extLst>
              <a:ext uri="{FF2B5EF4-FFF2-40B4-BE49-F238E27FC236}">
                <a16:creationId xmlns:a16="http://schemas.microsoft.com/office/drawing/2014/main" id="{67BB291C-5389-4A18-B1C4-3D8547CA386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spills water.</a:t>
            </a:r>
          </a:p>
        </p:txBody>
      </p:sp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377C68-625B-4D6B-BE30-0FF93C0BF4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E96BDB-9C56-421D-AC6E-FD97AA710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7F0DDE-14B4-495C-B209-072459180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303" y="0"/>
            <a:ext cx="4049251" cy="5540111"/>
          </a:xfrm>
          <a:prstGeom prst="rect">
            <a:avLst/>
          </a:prstGeom>
        </p:spPr>
      </p:pic>
      <p:sp>
        <p:nvSpPr>
          <p:cNvPr id="7" name="Study story caption">
            <a:extLst>
              <a:ext uri="{FF2B5EF4-FFF2-40B4-BE49-F238E27FC236}">
                <a16:creationId xmlns:a16="http://schemas.microsoft.com/office/drawing/2014/main" id="{869D8CAC-0A20-4F3F-8D74-B15BDAD671C2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doesn’t clean it up and walks away.</a:t>
            </a:r>
          </a:p>
        </p:txBody>
      </p:sp>
    </p:spTree>
    <p:extLst>
      <p:ext uri="{BB962C8B-B14F-4D97-AF65-F5344CB8AC3E}">
        <p14:creationId xmlns:p14="http://schemas.microsoft.com/office/powerpoint/2010/main" val="3530944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FA97A9-A4C1-4166-A5D9-C3E07FB55A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FAEEB2-9024-4D91-8274-ED95F1C3E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49" y="197486"/>
            <a:ext cx="4049251" cy="55401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2C9F54-77CA-4B2B-BBF6-2ED2C0A5A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sp>
        <p:nvSpPr>
          <p:cNvPr id="7" name="Study story caption">
            <a:extLst>
              <a:ext uri="{FF2B5EF4-FFF2-40B4-BE49-F238E27FC236}">
                <a16:creationId xmlns:a16="http://schemas.microsoft.com/office/drawing/2014/main" id="{50B4F516-8107-4989-BB91-015F88B529FE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doesn’t clean it up and walks away.</a:t>
            </a:r>
          </a:p>
        </p:txBody>
      </p:sp>
    </p:spTree>
    <p:extLst>
      <p:ext uri="{BB962C8B-B14F-4D97-AF65-F5344CB8AC3E}">
        <p14:creationId xmlns:p14="http://schemas.microsoft.com/office/powerpoint/2010/main" val="109859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7F29A1-77AD-4B2C-96EF-14A1F097FB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1DA9DB-AF00-498E-9DFA-B11C9C524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B989E3-22AF-4667-A660-F9EF61A8C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0B3EDA-1700-4F28-BD00-63027B3B9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939" y="3636835"/>
            <a:ext cx="1583318" cy="491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484871-B346-4530-A037-3AA6E292A3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948" y="3340440"/>
            <a:ext cx="1624230" cy="818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A995D9-0140-4291-9765-0D5A5F03BE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385" y="3340440"/>
            <a:ext cx="1624230" cy="818808"/>
          </a:xfrm>
          <a:prstGeom prst="rect">
            <a:avLst/>
          </a:prstGeom>
        </p:spPr>
      </p:pic>
      <p:sp>
        <p:nvSpPr>
          <p:cNvPr id="14" name="Study story caption">
            <a:extLst>
              <a:ext uri="{FF2B5EF4-FFF2-40B4-BE49-F238E27FC236}">
                <a16:creationId xmlns:a16="http://schemas.microsoft.com/office/drawing/2014/main" id="{DDEC9C81-67A0-4A84-A378-141F5FB0407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walks in.</a:t>
            </a:r>
          </a:p>
        </p:txBody>
      </p:sp>
    </p:spTree>
    <p:extLst>
      <p:ext uri="{BB962C8B-B14F-4D97-AF65-F5344CB8AC3E}">
        <p14:creationId xmlns:p14="http://schemas.microsoft.com/office/powerpoint/2010/main" val="1512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7F29A1-77AD-4B2C-96EF-14A1F097FB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1DA9DB-AF00-498E-9DFA-B11C9C524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B989E3-22AF-4667-A660-F9EF61A8C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0B3EDA-1700-4F28-BD00-63027B3B9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939" y="3636835"/>
            <a:ext cx="1583318" cy="491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484871-B346-4530-A037-3AA6E292A3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948" y="3340440"/>
            <a:ext cx="1624230" cy="818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A995D9-0140-4291-9765-0D5A5F03BE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385" y="3340440"/>
            <a:ext cx="1624230" cy="818808"/>
          </a:xfrm>
          <a:prstGeom prst="rect">
            <a:avLst/>
          </a:prstGeom>
        </p:spPr>
      </p:pic>
      <p:sp>
        <p:nvSpPr>
          <p:cNvPr id="14" name="Study story caption">
            <a:extLst>
              <a:ext uri="{FF2B5EF4-FFF2-40B4-BE49-F238E27FC236}">
                <a16:creationId xmlns:a16="http://schemas.microsoft.com/office/drawing/2014/main" id="{DDEC9C81-67A0-4A84-A378-141F5FB0407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0" rIns="152400" bIns="0" anchor="ctr">
            <a:noAutofit/>
          </a:bodyPr>
          <a:lstStyle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tells Finn, “I know I could slip on the water you </a:t>
            </a: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</a:t>
            </a:r>
            <a:r>
              <a:rPr lang="en-US"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ft</a:t>
            </a: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 the floor and drop my cookies.”</a:t>
            </a:r>
          </a:p>
        </p:txBody>
      </p:sp>
    </p:spTree>
    <p:extLst>
      <p:ext uri="{BB962C8B-B14F-4D97-AF65-F5344CB8AC3E}">
        <p14:creationId xmlns:p14="http://schemas.microsoft.com/office/powerpoint/2010/main" val="3318043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7F29A1-77AD-4B2C-96EF-14A1F097FB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1DA9DB-AF00-498E-9DFA-B11C9C524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B989E3-22AF-4667-A660-F9EF61A8C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0B3EDA-1700-4F28-BD00-63027B3B9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939" y="3636835"/>
            <a:ext cx="1583318" cy="491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484871-B346-4530-A037-3AA6E292A3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948" y="3340440"/>
            <a:ext cx="1624230" cy="818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A995D9-0140-4291-9765-0D5A5F03BE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385" y="3340440"/>
            <a:ext cx="1624230" cy="818808"/>
          </a:xfrm>
          <a:prstGeom prst="rect">
            <a:avLst/>
          </a:prstGeom>
        </p:spPr>
      </p:pic>
      <p:sp>
        <p:nvSpPr>
          <p:cNvPr id="14" name="Study story caption">
            <a:extLst>
              <a:ext uri="{FF2B5EF4-FFF2-40B4-BE49-F238E27FC236}">
                <a16:creationId xmlns:a16="http://schemas.microsoft.com/office/drawing/2014/main" id="{DDEC9C81-67A0-4A84-A378-141F5FB0407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tells Finn, “I’m not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331804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4A98DD-D9ED-4EB9-92B8-8B0B983BC6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747F6CF-A54F-4880-A840-2F0762FF3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5BEB9E-70A4-4CD9-BD74-9DA416DEF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BCCEAB-03F6-4900-ADB4-4344FBE1D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6574" y="3395503"/>
            <a:ext cx="1583318" cy="491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3A6C79-E995-4023-A3A2-D88649191C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2045" y="3120730"/>
            <a:ext cx="1624230" cy="8188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0C2C9C-B850-4B64-838C-80B54D2E6F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8722" y="3068158"/>
            <a:ext cx="1624230" cy="818808"/>
          </a:xfrm>
          <a:prstGeom prst="rect">
            <a:avLst/>
          </a:prstGeom>
        </p:spPr>
      </p:pic>
      <p:sp>
        <p:nvSpPr>
          <p:cNvPr id="10" name="Study story caption">
            <a:extLst>
              <a:ext uri="{FF2B5EF4-FFF2-40B4-BE49-F238E27FC236}">
                <a16:creationId xmlns:a16="http://schemas.microsoft.com/office/drawing/2014/main" id="{255A1F02-0F45-4937-9227-9E04C8F0C9B3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Cleo slips on the water!</a:t>
            </a:r>
          </a:p>
        </p:txBody>
      </p:sp>
    </p:spTree>
    <p:extLst>
      <p:ext uri="{BB962C8B-B14F-4D97-AF65-F5344CB8AC3E}">
        <p14:creationId xmlns:p14="http://schemas.microsoft.com/office/powerpoint/2010/main" val="2524296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7D4E26F-2AB0-4B06-B748-D52CF6F0DD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0AB1726-1411-49C9-BD98-E7EFA78DD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B00DB7-728C-42F0-9F87-BA347A740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9C81C2-80B9-4EBD-AC83-ADEC649F5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C380E0-7DFF-4124-96AB-99F4CEBC0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782EEA-1E4F-4740-B72B-EF4138637F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6574" y="3395503"/>
            <a:ext cx="1583318" cy="491463"/>
          </a:xfrm>
          <a:prstGeom prst="rect">
            <a:avLst/>
          </a:prstGeom>
        </p:spPr>
      </p:pic>
      <p:sp>
        <p:nvSpPr>
          <p:cNvPr id="18" name="Study story caption">
            <a:extLst>
              <a:ext uri="{FF2B5EF4-FFF2-40B4-BE49-F238E27FC236}">
                <a16:creationId xmlns:a16="http://schemas.microsoft.com/office/drawing/2014/main" id="{DE40833D-090B-430F-B96E-A81A6E398AD5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Cleo’s cookies fall!</a:t>
            </a:r>
          </a:p>
        </p:txBody>
      </p:sp>
    </p:spTree>
    <p:extLst>
      <p:ext uri="{BB962C8B-B14F-4D97-AF65-F5344CB8AC3E}">
        <p14:creationId xmlns:p14="http://schemas.microsoft.com/office/powerpoint/2010/main" val="3646342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B02E36-3ABA-4774-9E77-12AF60A9E7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DFAD68-A65C-49F0-AC75-C99B8295F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C9345C-DBCD-4773-845D-546FF629D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736" y="525447"/>
            <a:ext cx="3165364" cy="52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CEAFA8-C895-4636-A390-12E5BF8DAB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823" y="664560"/>
            <a:ext cx="3628511" cy="4972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431348-2125-48EC-A938-7389944929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2584" y="4007248"/>
            <a:ext cx="1330038" cy="4128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CFD84E-77A5-4E96-9169-BFAF6F8DF4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6823" y="4147266"/>
            <a:ext cx="1246853" cy="387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8C48DB-0127-4081-93A8-C6B74ACB4E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51B1B0-6F01-4318-B1F8-B9E3C4C425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E45DCE-4699-49F0-AFD7-357452DC54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487492" y="3930901"/>
            <a:ext cx="1279071" cy="6448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A2D8E2-6285-436C-BA93-A6095DD68A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388468" y="3828717"/>
            <a:ext cx="1279071" cy="6448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6667D7-37D9-4202-9580-4F896BB9C1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833965" y="3824863"/>
            <a:ext cx="1279071" cy="6448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38E88F4-263D-4070-B00E-D54CCF32FE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644605" y="3740185"/>
            <a:ext cx="1279071" cy="6448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851EDDA-8EC0-4370-9F46-77F9B819D5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843112" y="3925158"/>
            <a:ext cx="1279071" cy="6448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FD97AD-8E37-43A3-AEDF-BA20F7C678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833936" y="3689240"/>
            <a:ext cx="1279071" cy="6448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7783DDA-1AAC-458A-AA5A-8778844C69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384344" y="3716681"/>
            <a:ext cx="1279071" cy="644806"/>
          </a:xfrm>
          <a:prstGeom prst="rect">
            <a:avLst/>
          </a:prstGeom>
        </p:spPr>
      </p:pic>
      <p:sp>
        <p:nvSpPr>
          <p:cNvPr id="22" name="Study story caption">
            <a:extLst>
              <a:ext uri="{FF2B5EF4-FFF2-40B4-BE49-F238E27FC236}">
                <a16:creationId xmlns:a16="http://schemas.microsoft.com/office/drawing/2014/main" id="{1990B4BE-FAE3-4388-8D38-74FB4A438B7A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still has 8 cookies. Cleo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Macintosh PowerPoint</Application>
  <DocSecurity>0</DocSecurity>
  <PresentationFormat>Widescreen</PresentationFormat>
  <Paragraphs>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2</cp:revision>
  <dcterms:created xsi:type="dcterms:W3CDTF">2026-10-16T18:05:46Z</dcterms:created>
  <dcterms:modified xsi:type="dcterms:W3CDTF">2026-10-17T17:12:02Z</dcterms:modified>
</cp:coreProperties>
</file>