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3" r:id="rId7"/>
    <p:sldId id="264" r:id="rId8"/>
    <p:sldId id="265" r:id="rId9"/>
    <p:sldId id="261" r:id="rId10"/>
    <p:sldId id="262" r:id="rId11"/>
    <p:sldId id="266" r:id="rId12"/>
    <p:sldId id="267" r:id="rId13"/>
    <p:sldId id="268" r:id="rId14"/>
  </p:sldIdLst>
  <p:sldSz cx="12192000" cy="6858000"/>
  <p:notesSz cx="6858000" cy="9144000"/>
  <p:defaultTextStyle>
    <a:defPPr>
      <a:buNone/>
    </a:defPPr>
    <a:lvl1pPr marL="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1pPr>
    <a:lvl2pPr marL="4572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2pPr>
    <a:lvl3pPr marL="9144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3pPr>
    <a:lvl4pPr marL="13716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4pPr>
    <a:lvl5pPr marL="18288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5pPr>
    <a:lvl6pPr marL="22860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6pPr>
    <a:lvl7pPr marL="27432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7pPr>
    <a:lvl8pPr marL="32004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8pPr>
    <a:lvl9pPr marL="36576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48"/>
  </p:normalViewPr>
  <p:slideViewPr>
    <p:cSldViewPr snapToGrid="0">
      <p:cViewPr varScale="1">
        <p:scale>
          <a:sx n="112" d="100"/>
          <a:sy n="112" d="100"/>
        </p:scale>
        <p:origin x="768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55660112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38777155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65390280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195870-5D5E-704D-C7E9-05DA9B87209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buNone/>
              <a:defRPr sz="6000"/>
            </a:lvl1pPr>
          </a:lstStyle>
          <a:p>
            <a:r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7A811A8-AEC6-9A95-FF28-C0216AA770E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6E81B68-CDCF-72E9-CD5E-57502E19D10F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E5C956D6-01FA-6542-9E97-3B07E95D8CD7}" type="datetimeFigureOut">
              <a:t>10/17/26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11EC48-F602-2B16-036D-C6A30AA70860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161E11A-3AD2-55B3-CAA1-C87A50A05CF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EFA8F887-09CF-4D4B-9057-173251B9F2A6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891B70-F360-6E05-724D-DDCB2EB569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FCDCEC-DA1B-75AC-7172-EFDDC7E88A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C24861-5994-A952-2B50-81DFE3BDF129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E5C956D6-01FA-6542-9E97-3B07E95D8CD7}" type="datetimeFigureOut">
              <a:t>10/17/26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A8740D-CC59-8627-9F37-04235DC0E706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D86D53-43E2-C568-0A0B-10E8B308261A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EFA8F887-09CF-4D4B-9057-173251B9F2A6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7072A6-CB0A-3595-5F6F-4D15B7C454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buNone/>
              <a:defRPr sz="6000"/>
            </a:lvl1pPr>
          </a:lstStyle>
          <a:p>
            <a:r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CB1EC1E-4577-BA68-410D-2CC5A940CF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EDBFAC-024D-25BC-4260-2A3D7CDA564D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E5C956D6-01FA-6542-9E97-3B07E95D8CD7}" type="datetimeFigureOut">
              <a:t>10/17/26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9BDEDF9-0725-8169-F0B0-3E53984FA576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76BC3EA-4865-0D08-D29F-C06BC039085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EFA8F887-09CF-4D4B-9057-173251B9F2A6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B0DE0B-4AA8-9194-8363-52E73858F0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63BEDF-769B-FD45-ABAC-5180DEFDA7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8B6A99E-6486-4A2C-F291-0955282EDA32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B52FC3F-FEAB-8C4F-0F57-D1E9CE262F15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E5C956D6-01FA-6542-9E97-3B07E95D8CD7}" type="datetimeFigureOut">
              <a:t>10/17/26</a:t>
            </a:fld>
            <a:endParaRPr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F27CC6D-68C8-F863-E1EE-1581F4C63BD7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54E63CC-7B69-32FD-4D44-582CA38B8910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EFA8F887-09CF-4D4B-9057-173251B9F2A6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A6C44C-928D-6CFB-9221-E3045C0A2A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844E472-98D5-2DD9-A379-F59BBF21564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4552C9F-CB6A-DA83-234A-1AC4DBC753D5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DF27C5F-5A96-5CDA-D45A-E5CE662B15DD}"/>
              </a:ext>
            </a:extLst>
          </p:cNvPr>
          <p:cNvSpPr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1E70608-616B-FA99-CCE2-15C47E2738EA}"/>
              </a:ext>
            </a:extLst>
          </p:cNvPr>
          <p:cNvSpPr>
            <a:spLocks noGrp="1"/>
          </p:cNvSpPr>
          <p:nvPr>
            <p:ph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32A4DE7-1C7D-1BA4-AEFB-D1199DFD2274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E5C956D6-01FA-6542-9E97-3B07E95D8CD7}" type="datetimeFigureOut">
              <a:t>10/17/26</a:t>
            </a:fld>
            <a:endParaRPr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E61C7DA-FFC4-7DB0-CDA4-D87ACAED7762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318D5BE-9203-42B1-FCD1-BA504D274EA0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EFA8F887-09CF-4D4B-9057-173251B9F2A6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DD487A-D67F-1550-FE2E-6048FF428D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4EC553A-4712-9071-46B1-03AC2DE3A65B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E5C956D6-01FA-6542-9E97-3B07E95D8CD7}" type="datetimeFigureOut">
              <a:t>10/17/26</a:t>
            </a:fld>
            <a:endParaRPr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42FC68D-67C6-3A8B-7D81-3C403CF66C73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330BCB8-F0E6-1E2F-D23F-AA2ABDA0C71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EFA8F887-09CF-4D4B-9057-173251B9F2A6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32B4455-AD96-2D08-0423-58DD96A2702E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E5C956D6-01FA-6542-9E97-3B07E95D8CD7}" type="datetimeFigureOut">
              <a:t>10/17/26</a:t>
            </a:fld>
            <a:endParaRPr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2E9A3BD-EEB2-A874-A74E-5D00D31C9B74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04070A6-EA38-0C18-D61C-EDB967D85C9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EFA8F887-09CF-4D4B-9057-173251B9F2A6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91046F-4808-4847-F549-234463FED7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buNone/>
              <a:defRPr sz="3200"/>
            </a:lvl1pPr>
          </a:lstStyle>
          <a:p>
            <a:r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1F572A-0979-C07F-B79C-7563BA7366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F9DE6BB-46B2-D3AE-C7B4-47FE7D9874F3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7F1C217-159C-B500-5E5A-28965ADA39CF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E5C956D6-01FA-6542-9E97-3B07E95D8CD7}" type="datetimeFigureOut">
              <a:t>10/17/26</a:t>
            </a:fld>
            <a:endParaRPr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2BC3053-3EB3-8F87-6BB4-3D7696A207C7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2681A8A-D0E2-F4D2-B2E4-C8C3C60F3FE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EFA8F887-09CF-4D4B-9057-173251B9F2A6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0C9BB8-A74A-4478-4B98-D6BF5DCB14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buNone/>
              <a:defRPr sz="3200"/>
            </a:lvl1pPr>
          </a:lstStyle>
          <a:p>
            <a:r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282EFC3-A23B-6A5F-02B8-5CD6F28A521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0C003A3-DDC5-981C-F1B1-5CEB15BE945E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0B36AA1-E751-AEA8-AB48-CF3AFEC1DE1F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E5C956D6-01FA-6542-9E97-3B07E95D8CD7}" type="datetimeFigureOut">
              <a:t>10/17/26</a:t>
            </a:fld>
            <a:endParaRPr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451A6B7-32F0-061D-9D73-F0F9CE2BC8E9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852EA71-ABBE-A975-E092-B5C7E5133B90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EFA8F887-09CF-4D4B-9057-173251B9F2A6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B74EDD-2F34-BAB5-FDF4-2054A37CA6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68EB009-F71C-46A6-6EEA-0E093F9F7A2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vert="eaVert"/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46CE66-B83C-3BA5-5C4C-DF75FE6A2682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E5C956D6-01FA-6542-9E97-3B07E95D8CD7}" type="datetimeFigureOut">
              <a:t>10/17/26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01B9508-7932-C297-D23C-3889F847DDED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F0ED57-4C1C-6655-21E6-D258C919C40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EFA8F887-09CF-4D4B-9057-173251B9F2A6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55DD1CF-DD57-54FC-0EEC-7C6B765A8A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10941A1-A482-5C8E-D3C7-D6957CD13D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0250C8-2604-0DAC-5E52-B6A8A9C1652B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E5C956D6-01FA-6542-9E97-3B07E95D8CD7}" type="datetimeFigureOut">
              <a:t>10/17/26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790E1C-ECFE-8F0E-1BB1-F4E89CB3A81F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1F879DA-B1CE-68A4-6D33-2E195680679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EFA8F887-09CF-4D4B-9057-173251B9F2A6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06CEB68-D4C0-1594-E471-97D6D501A8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/>
          <a:p>
            <a:r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9126CEB-C8F7-9FC0-1491-13DD84DFC2A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>
            <a:normAutofit/>
          </a:bodyPr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4761773-03F1-C669-E49C-7CC5C7612EE8}"/>
              </a:ext>
            </a:extLst>
          </p:cNvPr>
          <p:cNvSpPr>
            <a:spLocks noGrp="1"/>
          </p:cNvSpPr>
          <p:nvPr>
            <p:ph type="dt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l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5C956D6-01FA-6542-9E97-3B07E95D8CD7}" type="datetimeFigureOut">
              <a:t>10/17/26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D85406F-3746-4674-2E24-27E32C479930}"/>
              </a:ext>
            </a:extLst>
          </p:cNvPr>
          <p:cNvSpPr>
            <a:spLocks noGrp="1"/>
          </p:cNvSpPr>
          <p:nvPr>
            <p:ph type="ft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ctr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7633A55-8BB5-058C-E0D9-8A33E7D03AF4}"/>
              </a:ext>
            </a:extLst>
          </p:cNvPr>
          <p:cNvSpPr>
            <a:spLocks noGrp="1"/>
          </p:cNvSpPr>
          <p:nvPr>
            <p:ph type="sldNum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r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FA8F887-09CF-4D4B-9057-173251B9F2A6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.png"/><Relationship Id="rId5" Type="http://schemas.openxmlformats.org/officeDocument/2006/relationships/image" Target="../media/image10.png"/><Relationship Id="rId4" Type="http://schemas.openxmlformats.org/officeDocument/2006/relationships/image" Target="../media/image7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10.png"/><Relationship Id="rId4" Type="http://schemas.openxmlformats.org/officeDocument/2006/relationships/image" Target="../media/image7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image" Target="../media/image1.png"/><Relationship Id="rId7" Type="http://schemas.openxmlformats.org/officeDocument/2006/relationships/image" Target="../media/image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.png"/><Relationship Id="rId5" Type="http://schemas.openxmlformats.org/officeDocument/2006/relationships/image" Target="../media/image5.png"/><Relationship Id="rId4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FF56414D-6776-4229-A296-C3CEAB7CB7F1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</a:blip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CC34A369-BE1D-45E2-826E-07A561CB396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73833" y="113681"/>
            <a:ext cx="4134273" cy="5665485"/>
          </a:xfrm>
          <a:prstGeom prst="rect">
            <a:avLst/>
          </a:prstGeom>
        </p:spPr>
      </p:pic>
      <p:sp>
        <p:nvSpPr>
          <p:cNvPr id="5" name="Study story caption">
            <a:extLst>
              <a:ext uri="{FF2B5EF4-FFF2-40B4-BE49-F238E27FC236}">
                <a16:creationId xmlns:a16="http://schemas.microsoft.com/office/drawing/2014/main" id="{1651E766-5766-4C9A-A6F7-DB274717CF20}"/>
              </a:ext>
            </a:extLst>
          </p:cNvPr>
          <p:cNvSpPr>
            <a:spLocks noGrp="1"/>
          </p:cNvSpPr>
          <p:nvPr/>
        </p:nvSpPr>
        <p:spPr>
          <a:xfrm>
            <a:off x="762000" y="5753100"/>
            <a:ext cx="10668000" cy="9144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wrap="square" lIns="152400" tIns="76200" rIns="152400" bIns="76200" anchor="ctr">
            <a:noAutofit/>
          </a:bodyPr>
          <a:lstStyle>
            <a:defPPr algn="ctr"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buNone/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This is Finn.</a:t>
            </a:r>
          </a:p>
        </p:txBody>
      </p:sp>
    </p:spTree>
    <p:extLst>
      <p:ext uri="{BB962C8B-B14F-4D97-AF65-F5344CB8AC3E}">
        <p14:creationId xmlns:p14="http://schemas.microsoft.com/office/powerpoint/2010/main" val="191284381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DFAADE5E-772F-441B-A987-5B99E9C0EC3D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</a:blip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6E2E8001-B930-4B15-BE61-7FE6BFF27E1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73833" y="113681"/>
            <a:ext cx="4134273" cy="5665485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39382D2D-23B8-4280-93C7-47B90917703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77704" y="4103301"/>
            <a:ext cx="1027288" cy="318871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E0DFFDC2-90C7-48FC-847B-BEB2ECF72A4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6721713" y="3925037"/>
            <a:ext cx="1053833" cy="531259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EE54F285-65B5-41A4-A839-67B8B6F6BAF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6640127" y="3840847"/>
            <a:ext cx="1053833" cy="531259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FEA7855E-42EC-4C9C-99C4-95032DE7B53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7007174" y="3837672"/>
            <a:ext cx="1053833" cy="531259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3A14892D-3823-4ADD-95F9-B2F112F09CE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6851159" y="3767905"/>
            <a:ext cx="1053833" cy="531259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5ABDF2D7-04C5-4393-A300-7352BC9C868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7014710" y="3920305"/>
            <a:ext cx="1053833" cy="531259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82CC5701-69F5-4B70-8061-28FD5810099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7007150" y="3725931"/>
            <a:ext cx="1053833" cy="531259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FFF5DA3C-E76A-4BAD-AF1D-E68E73F9216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6636729" y="3748540"/>
            <a:ext cx="1053833" cy="531259"/>
          </a:xfrm>
          <a:prstGeom prst="rect">
            <a:avLst/>
          </a:prstGeom>
        </p:spPr>
      </p:pic>
      <p:sp>
        <p:nvSpPr>
          <p:cNvPr id="20" name="Study story caption">
            <a:extLst>
              <a:ext uri="{FF2B5EF4-FFF2-40B4-BE49-F238E27FC236}">
                <a16:creationId xmlns:a16="http://schemas.microsoft.com/office/drawing/2014/main" id="{6E2C17F7-35B0-4BCF-B2BB-E83EB1A237E7}"/>
              </a:ext>
            </a:extLst>
          </p:cNvPr>
          <p:cNvSpPr>
            <a:spLocks noGrp="1"/>
          </p:cNvSpPr>
          <p:nvPr/>
        </p:nvSpPr>
        <p:spPr>
          <a:xfrm>
            <a:off x="762000" y="5753100"/>
            <a:ext cx="10668000" cy="9144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wrap="square" lIns="152400" tIns="76200" rIns="152400" bIns="76200" anchor="ctr">
            <a:noAutofit/>
          </a:bodyPr>
          <a:lstStyle>
            <a:defPPr algn="ctr"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buNone/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Finn has 8 cookies.</a:t>
            </a:r>
          </a:p>
        </p:txBody>
      </p:sp>
    </p:spTree>
    <p:extLst>
      <p:ext uri="{BB962C8B-B14F-4D97-AF65-F5344CB8AC3E}">
        <p14:creationId xmlns:p14="http://schemas.microsoft.com/office/powerpoint/2010/main" val="121504945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A74DE747-73A4-421C-B78D-71295ADE9430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</a:blip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BC74960D-5F68-447F-B151-21D7239BD09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39947" y="1"/>
            <a:ext cx="3407875" cy="5995806"/>
          </a:xfrm>
          <a:prstGeom prst="rect">
            <a:avLst/>
          </a:prstGeom>
        </p:spPr>
      </p:pic>
      <p:sp>
        <p:nvSpPr>
          <p:cNvPr id="6" name="Study story caption">
            <a:extLst>
              <a:ext uri="{FF2B5EF4-FFF2-40B4-BE49-F238E27FC236}">
                <a16:creationId xmlns:a16="http://schemas.microsoft.com/office/drawing/2014/main" id="{27FA01A2-CEA8-4EC1-AE11-D038F2B58BC8}"/>
              </a:ext>
            </a:extLst>
          </p:cNvPr>
          <p:cNvSpPr>
            <a:spLocks noGrp="1"/>
          </p:cNvSpPr>
          <p:nvPr/>
        </p:nvSpPr>
        <p:spPr>
          <a:xfrm>
            <a:off x="762000" y="5753100"/>
            <a:ext cx="10668000" cy="9144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wrap="square" lIns="152400" tIns="76200" rIns="152400" bIns="76200" anchor="ctr">
            <a:noAutofit/>
          </a:bodyPr>
          <a:lstStyle>
            <a:defPPr algn="ctr"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buNone/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This is Cleo.</a:t>
            </a:r>
          </a:p>
        </p:txBody>
      </p:sp>
    </p:spTree>
    <p:extLst>
      <p:ext uri="{BB962C8B-B14F-4D97-AF65-F5344CB8AC3E}">
        <p14:creationId xmlns:p14="http://schemas.microsoft.com/office/powerpoint/2010/main" val="80360878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EAE6295A-0A6D-4C63-9980-5B1D01B82CD5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</a:blip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D56D9672-3D4E-40AA-B967-230D5E5E6F7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39947" y="1"/>
            <a:ext cx="3407875" cy="5995806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7EF0601A-C2C2-4C51-AF7B-E539F75DA28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24155" y="4026061"/>
            <a:ext cx="1276132" cy="396112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87290513-537D-4188-A060-CAAAE593200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68164" y="3793174"/>
            <a:ext cx="1309107" cy="65994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D22B505-362C-4E8A-AE1F-D8A00629B75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93989" y="3801748"/>
            <a:ext cx="1309107" cy="659948"/>
          </a:xfrm>
          <a:prstGeom prst="rect">
            <a:avLst/>
          </a:prstGeom>
        </p:spPr>
      </p:pic>
      <p:sp>
        <p:nvSpPr>
          <p:cNvPr id="12" name="Study story caption">
            <a:extLst>
              <a:ext uri="{FF2B5EF4-FFF2-40B4-BE49-F238E27FC236}">
                <a16:creationId xmlns:a16="http://schemas.microsoft.com/office/drawing/2014/main" id="{6EBC5021-7965-47BF-A750-D2FA074F4317}"/>
              </a:ext>
            </a:extLst>
          </p:cNvPr>
          <p:cNvSpPr>
            <a:spLocks noGrp="1"/>
          </p:cNvSpPr>
          <p:nvPr/>
        </p:nvSpPr>
        <p:spPr>
          <a:xfrm>
            <a:off x="762000" y="5753100"/>
            <a:ext cx="10668000" cy="9144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wrap="square" lIns="152400" tIns="76200" rIns="152400" bIns="76200" anchor="ctr">
            <a:noAutofit/>
          </a:bodyPr>
          <a:lstStyle>
            <a:defPPr algn="ctr"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buNone/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Cleo has 2 cookies.</a:t>
            </a:r>
          </a:p>
        </p:txBody>
      </p:sp>
    </p:spTree>
    <p:extLst>
      <p:ext uri="{BB962C8B-B14F-4D97-AF65-F5344CB8AC3E}">
        <p14:creationId xmlns:p14="http://schemas.microsoft.com/office/powerpoint/2010/main" val="41116825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>
            <a:extLst>
              <a:ext uri="{FF2B5EF4-FFF2-40B4-BE49-F238E27FC236}">
                <a16:creationId xmlns:a16="http://schemas.microsoft.com/office/drawing/2014/main" id="{287E15B3-B814-4E59-AACE-3E14F3CB73DE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</a:blip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8BB18D5E-082F-413D-81C6-8FB6009C78E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067" y="0"/>
            <a:ext cx="3125078" cy="5540110"/>
          </a:xfrm>
          <a:prstGeom prst="rect">
            <a:avLst/>
          </a:prstGeom>
        </p:spPr>
      </p:pic>
      <p:sp>
        <p:nvSpPr>
          <p:cNvPr id="18" name="Study story caption">
            <a:extLst>
              <a:ext uri="{FF2B5EF4-FFF2-40B4-BE49-F238E27FC236}">
                <a16:creationId xmlns:a16="http://schemas.microsoft.com/office/drawing/2014/main" id="{67BB291C-5389-4A18-B1C4-3D8547CA3860}"/>
              </a:ext>
            </a:extLst>
          </p:cNvPr>
          <p:cNvSpPr>
            <a:spLocks noGrp="1"/>
          </p:cNvSpPr>
          <p:nvPr/>
        </p:nvSpPr>
        <p:spPr>
          <a:xfrm>
            <a:off x="762000" y="5753100"/>
            <a:ext cx="10668000" cy="9144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wrap="square" lIns="152400" tIns="76200" rIns="152400" bIns="76200" anchor="ctr">
            <a:noAutofit/>
          </a:bodyPr>
          <a:lstStyle>
            <a:defPPr algn="ctr"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buNone/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Finn spills water.</a:t>
            </a:r>
          </a:p>
        </p:txBody>
      </p:sp>
    </p:spTree>
    <p:extLst>
      <p:ext uri="{BB962C8B-B14F-4D97-AF65-F5344CB8AC3E}">
        <p14:creationId xmlns:p14="http://schemas.microsoft.com/office/powerpoint/2010/main" val="210859294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93377C68-625B-4D6B-BE30-0FF93C0BF4AD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</a:blip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ACE96BDB-9C56-421D-AC6E-FD97AA7105D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32500" y="4549705"/>
            <a:ext cx="3005607" cy="1351433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397F0DDE-14B4-495C-B209-07245918008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35303" y="0"/>
            <a:ext cx="4049251" cy="5540111"/>
          </a:xfrm>
          <a:prstGeom prst="rect">
            <a:avLst/>
          </a:prstGeom>
        </p:spPr>
      </p:pic>
      <p:sp>
        <p:nvSpPr>
          <p:cNvPr id="7" name="Study story caption">
            <a:extLst>
              <a:ext uri="{FF2B5EF4-FFF2-40B4-BE49-F238E27FC236}">
                <a16:creationId xmlns:a16="http://schemas.microsoft.com/office/drawing/2014/main" id="{869D8CAC-0A20-4F3F-8D74-B15BDAD671C2}"/>
              </a:ext>
            </a:extLst>
          </p:cNvPr>
          <p:cNvSpPr>
            <a:spLocks noGrp="1"/>
          </p:cNvSpPr>
          <p:nvPr/>
        </p:nvSpPr>
        <p:spPr>
          <a:xfrm>
            <a:off x="762000" y="5753100"/>
            <a:ext cx="10668000" cy="9144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wrap="square" lIns="152400" tIns="76200" rIns="152400" bIns="76200" anchor="ctr">
            <a:noAutofit/>
          </a:bodyPr>
          <a:lstStyle>
            <a:defPPr algn="ctr"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buNone/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Finn doesn’t clean it up and walks away.</a:t>
            </a:r>
          </a:p>
        </p:txBody>
      </p:sp>
    </p:spTree>
    <p:extLst>
      <p:ext uri="{BB962C8B-B14F-4D97-AF65-F5344CB8AC3E}">
        <p14:creationId xmlns:p14="http://schemas.microsoft.com/office/powerpoint/2010/main" val="353094462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04FA97A9-A4C1-4166-A5D9-C3E07FB55AF9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</a:blip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57FAEEB2-9024-4D91-8274-ED95F1C3ECB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42749" y="197486"/>
            <a:ext cx="4049251" cy="5540111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102C9F54-77CA-4B2B-BBF6-2ED2C0A5A2D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32500" y="4549705"/>
            <a:ext cx="3005607" cy="1351433"/>
          </a:xfrm>
          <a:prstGeom prst="rect">
            <a:avLst/>
          </a:prstGeom>
        </p:spPr>
      </p:pic>
      <p:sp>
        <p:nvSpPr>
          <p:cNvPr id="7" name="Study story caption">
            <a:extLst>
              <a:ext uri="{FF2B5EF4-FFF2-40B4-BE49-F238E27FC236}">
                <a16:creationId xmlns:a16="http://schemas.microsoft.com/office/drawing/2014/main" id="{50B4F516-8107-4989-BB91-015F88B529FE}"/>
              </a:ext>
            </a:extLst>
          </p:cNvPr>
          <p:cNvSpPr>
            <a:spLocks noGrp="1"/>
          </p:cNvSpPr>
          <p:nvPr/>
        </p:nvSpPr>
        <p:spPr>
          <a:xfrm>
            <a:off x="762000" y="5753100"/>
            <a:ext cx="10668000" cy="9144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wrap="square" lIns="152400" tIns="76200" rIns="152400" bIns="76200" anchor="ctr">
            <a:noAutofit/>
          </a:bodyPr>
          <a:lstStyle>
            <a:defPPr algn="ctr"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buNone/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Finn doesn’t clean it up and walks away.</a:t>
            </a:r>
          </a:p>
        </p:txBody>
      </p:sp>
    </p:spTree>
    <p:extLst>
      <p:ext uri="{BB962C8B-B14F-4D97-AF65-F5344CB8AC3E}">
        <p14:creationId xmlns:p14="http://schemas.microsoft.com/office/powerpoint/2010/main" val="10985999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17F29A1-77AD-4B2C-96EF-14A1F097FB50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</a:blip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E71DA9DB-AF00-498E-9DFA-B11C9C52433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32500" y="4549705"/>
            <a:ext cx="3005607" cy="135143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31B989E3-22AF-4667-A660-F9EF61A8CCE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9301" y="167007"/>
            <a:ext cx="3583199" cy="5737597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080B3EDA-1700-4F28-BD00-63027B3B973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90939" y="3636835"/>
            <a:ext cx="1583318" cy="491463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BF484871-B346-4530-A037-3AA6E292A33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234948" y="3340440"/>
            <a:ext cx="1624230" cy="818808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0CA995D9-0140-4291-9765-0D5A5F03BE2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520385" y="3340440"/>
            <a:ext cx="1624230" cy="818808"/>
          </a:xfrm>
          <a:prstGeom prst="rect">
            <a:avLst/>
          </a:prstGeom>
        </p:spPr>
      </p:pic>
      <p:sp>
        <p:nvSpPr>
          <p:cNvPr id="14" name="Study story caption">
            <a:extLst>
              <a:ext uri="{FF2B5EF4-FFF2-40B4-BE49-F238E27FC236}">
                <a16:creationId xmlns:a16="http://schemas.microsoft.com/office/drawing/2014/main" id="{DDEC9C81-67A0-4A84-A378-141F5FB04071}"/>
              </a:ext>
            </a:extLst>
          </p:cNvPr>
          <p:cNvSpPr>
            <a:spLocks noGrp="1"/>
          </p:cNvSpPr>
          <p:nvPr/>
        </p:nvSpPr>
        <p:spPr>
          <a:xfrm>
            <a:off x="762000" y="5753100"/>
            <a:ext cx="10668000" cy="9144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wrap="square" lIns="152400" tIns="76200" rIns="152400" bIns="76200" anchor="ctr">
            <a:noAutofit/>
          </a:bodyPr>
          <a:lstStyle>
            <a:defPPr algn="ctr"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buNone/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Cleo walks in.</a:t>
            </a:r>
          </a:p>
        </p:txBody>
      </p:sp>
    </p:spTree>
    <p:extLst>
      <p:ext uri="{BB962C8B-B14F-4D97-AF65-F5344CB8AC3E}">
        <p14:creationId xmlns:p14="http://schemas.microsoft.com/office/powerpoint/2010/main" val="1512990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17F29A1-77AD-4B2C-96EF-14A1F097FB50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</a:blip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E71DA9DB-AF00-498E-9DFA-B11C9C52433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32500" y="4549705"/>
            <a:ext cx="3005607" cy="135143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31B989E3-22AF-4667-A660-F9EF61A8CCE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9301" y="167007"/>
            <a:ext cx="3583199" cy="5737597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080B3EDA-1700-4F28-BD00-63027B3B973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90939" y="3636835"/>
            <a:ext cx="1583318" cy="491463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BF484871-B346-4530-A037-3AA6E292A33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234948" y="3340440"/>
            <a:ext cx="1624230" cy="818808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0CA995D9-0140-4291-9765-0D5A5F03BE2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520385" y="3340440"/>
            <a:ext cx="1624230" cy="818808"/>
          </a:xfrm>
          <a:prstGeom prst="rect">
            <a:avLst/>
          </a:prstGeom>
        </p:spPr>
      </p:pic>
      <p:sp>
        <p:nvSpPr>
          <p:cNvPr id="14" name="Study story caption">
            <a:extLst>
              <a:ext uri="{FF2B5EF4-FFF2-40B4-BE49-F238E27FC236}">
                <a16:creationId xmlns:a16="http://schemas.microsoft.com/office/drawing/2014/main" id="{DDEC9C81-67A0-4A84-A378-141F5FB04071}"/>
              </a:ext>
            </a:extLst>
          </p:cNvPr>
          <p:cNvSpPr>
            <a:spLocks noGrp="1"/>
          </p:cNvSpPr>
          <p:nvPr/>
        </p:nvSpPr>
        <p:spPr>
          <a:xfrm>
            <a:off x="762000" y="5753100"/>
            <a:ext cx="10668000" cy="9144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wrap="square" lIns="152400" tIns="0" rIns="152400" bIns="0" anchor="ctr">
            <a:noAutofit/>
          </a:bodyPr>
          <a:lstStyle>
            <a:defPPr algn="ctr">
              <a:defRPr sz="27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buNone/>
              <a:defRPr sz="27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 dirty="0">
                <a:solidFill>
                  <a:srgbClr val="111111"/>
                </a:solidFill>
                <a:latin typeface="Arial"/>
                <a:ea typeface="Arial"/>
                <a:cs typeface="Arial"/>
              </a:rPr>
              <a:t>Cleo tells Finn, “I know I could slip on the water you leave on the floor and drop my cookies.”</a:t>
            </a:r>
          </a:p>
        </p:txBody>
      </p:sp>
    </p:spTree>
    <p:extLst>
      <p:ext uri="{BB962C8B-B14F-4D97-AF65-F5344CB8AC3E}">
        <p14:creationId xmlns:p14="http://schemas.microsoft.com/office/powerpoint/2010/main" val="331804398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17F29A1-77AD-4B2C-96EF-14A1F097FB50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</a:blip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E71DA9DB-AF00-498E-9DFA-B11C9C52433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32500" y="4549705"/>
            <a:ext cx="3005607" cy="135143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31B989E3-22AF-4667-A660-F9EF61A8CCE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9301" y="167007"/>
            <a:ext cx="3583199" cy="5737597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080B3EDA-1700-4F28-BD00-63027B3B973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90939" y="3636835"/>
            <a:ext cx="1583318" cy="491463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BF484871-B346-4530-A037-3AA6E292A33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234948" y="3340440"/>
            <a:ext cx="1624230" cy="818808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0CA995D9-0140-4291-9765-0D5A5F03BE2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520385" y="3340440"/>
            <a:ext cx="1624230" cy="818808"/>
          </a:xfrm>
          <a:prstGeom prst="rect">
            <a:avLst/>
          </a:prstGeom>
        </p:spPr>
      </p:pic>
      <p:sp>
        <p:nvSpPr>
          <p:cNvPr id="14" name="Study story caption">
            <a:extLst>
              <a:ext uri="{FF2B5EF4-FFF2-40B4-BE49-F238E27FC236}">
                <a16:creationId xmlns:a16="http://schemas.microsoft.com/office/drawing/2014/main" id="{DDEC9C81-67A0-4A84-A378-141F5FB04071}"/>
              </a:ext>
            </a:extLst>
          </p:cNvPr>
          <p:cNvSpPr>
            <a:spLocks noGrp="1"/>
          </p:cNvSpPr>
          <p:nvPr/>
        </p:nvSpPr>
        <p:spPr>
          <a:xfrm>
            <a:off x="762000" y="5753100"/>
            <a:ext cx="10668000" cy="9144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wrap="square" lIns="152400" tIns="76200" rIns="152400" bIns="76200" anchor="ctr">
            <a:noAutofit/>
          </a:bodyPr>
          <a:lstStyle>
            <a:defPPr algn="ctr"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buNone/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Cleo tells Finn, “I’m not okay with that.”</a:t>
            </a:r>
          </a:p>
        </p:txBody>
      </p:sp>
    </p:spTree>
    <p:extLst>
      <p:ext uri="{BB962C8B-B14F-4D97-AF65-F5344CB8AC3E}">
        <p14:creationId xmlns:p14="http://schemas.microsoft.com/office/powerpoint/2010/main" val="331804398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44A98DD-D9ED-4EB9-92B8-8B0B983BC688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</a:blip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0747F6CF-A54F-4880-A840-2F0762FF366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32500" y="4549705"/>
            <a:ext cx="3005607" cy="1351433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4B5BEB9E-70A4-4CD9-BD74-9DA416DEFB2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18820" y="34979"/>
            <a:ext cx="3464337" cy="576812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7DBCCEAB-03F6-4900-ADB4-4344FBE1D00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36574" y="3395503"/>
            <a:ext cx="1583318" cy="491463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FE3A6C79-E995-4023-A3A2-D88649191C7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92045" y="3120730"/>
            <a:ext cx="1624230" cy="818808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440C2C9C-B850-4B64-838C-80B54D2E6F5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58722" y="3068158"/>
            <a:ext cx="1624230" cy="818808"/>
          </a:xfrm>
          <a:prstGeom prst="rect">
            <a:avLst/>
          </a:prstGeom>
        </p:spPr>
      </p:pic>
      <p:sp>
        <p:nvSpPr>
          <p:cNvPr id="10" name="Study story caption">
            <a:extLst>
              <a:ext uri="{FF2B5EF4-FFF2-40B4-BE49-F238E27FC236}">
                <a16:creationId xmlns:a16="http://schemas.microsoft.com/office/drawing/2014/main" id="{255A1F02-0F45-4937-9227-9E04C8F0C9B3}"/>
              </a:ext>
            </a:extLst>
          </p:cNvPr>
          <p:cNvSpPr>
            <a:spLocks noGrp="1"/>
          </p:cNvSpPr>
          <p:nvPr/>
        </p:nvSpPr>
        <p:spPr>
          <a:xfrm>
            <a:off x="762000" y="5753100"/>
            <a:ext cx="10668000" cy="9144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wrap="square" lIns="152400" tIns="76200" rIns="152400" bIns="76200" anchor="ctr">
            <a:noAutofit/>
          </a:bodyPr>
          <a:lstStyle>
            <a:defPPr algn="ctr"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buNone/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Oh no! Cleo slips on the water!</a:t>
            </a:r>
          </a:p>
        </p:txBody>
      </p:sp>
    </p:spTree>
    <p:extLst>
      <p:ext uri="{BB962C8B-B14F-4D97-AF65-F5344CB8AC3E}">
        <p14:creationId xmlns:p14="http://schemas.microsoft.com/office/powerpoint/2010/main" val="252429657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Picture 16">
            <a:extLst>
              <a:ext uri="{FF2B5EF4-FFF2-40B4-BE49-F238E27FC236}">
                <a16:creationId xmlns:a16="http://schemas.microsoft.com/office/drawing/2014/main" id="{07D4E26F-2AB0-4B06-B748-D52CF6F0DDCB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</a:blip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50AB1726-1411-49C9-BD98-E7EFA78DDBB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32500" y="4549705"/>
            <a:ext cx="3005607" cy="1351433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AEB00DB7-728C-42F0-9F87-BA347A74046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18820" y="34979"/>
            <a:ext cx="3464337" cy="576812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689C81C2-80B9-4EBD-AC83-ADEC649F584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39528" y="4815881"/>
            <a:ext cx="1053833" cy="53125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BCC380E0-7DFF-4124-96AB-99F4CEBC082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84273" y="4982217"/>
            <a:ext cx="1053833" cy="53125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66782EEA-1E4F-4740-B72B-EF4138637FC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36574" y="3395503"/>
            <a:ext cx="1583318" cy="491463"/>
          </a:xfrm>
          <a:prstGeom prst="rect">
            <a:avLst/>
          </a:prstGeom>
        </p:spPr>
      </p:pic>
      <p:sp>
        <p:nvSpPr>
          <p:cNvPr id="18" name="Study story caption">
            <a:extLst>
              <a:ext uri="{FF2B5EF4-FFF2-40B4-BE49-F238E27FC236}">
                <a16:creationId xmlns:a16="http://schemas.microsoft.com/office/drawing/2014/main" id="{DE40833D-090B-430F-B96E-A81A6E398AD5}"/>
              </a:ext>
            </a:extLst>
          </p:cNvPr>
          <p:cNvSpPr>
            <a:spLocks noGrp="1"/>
          </p:cNvSpPr>
          <p:nvPr/>
        </p:nvSpPr>
        <p:spPr>
          <a:xfrm>
            <a:off x="762000" y="5753100"/>
            <a:ext cx="10668000" cy="9144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wrap="square" lIns="152400" tIns="76200" rIns="152400" bIns="76200" anchor="ctr">
            <a:noAutofit/>
          </a:bodyPr>
          <a:lstStyle>
            <a:defPPr algn="ctr"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buNone/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2 of Cleo’s cookies fall!</a:t>
            </a:r>
          </a:p>
        </p:txBody>
      </p:sp>
    </p:spTree>
    <p:extLst>
      <p:ext uri="{BB962C8B-B14F-4D97-AF65-F5344CB8AC3E}">
        <p14:creationId xmlns:p14="http://schemas.microsoft.com/office/powerpoint/2010/main" val="364634277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4AB02E36-3ABA-4774-9E77-12AF60A9E7CD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</a:blip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75DFAD68-A65C-49F0-AC75-C99B8295F5C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32500" y="4549705"/>
            <a:ext cx="3005607" cy="135143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AC9345C-DBCD-4773-845D-546FF629D30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07736" y="525447"/>
            <a:ext cx="3165364" cy="5287249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2BCEAFA8-C895-4636-A390-12E5BF8DAB2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676823" y="664560"/>
            <a:ext cx="3628511" cy="4972402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6431348-2125-48EC-A938-7389944929E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02584" y="4007248"/>
            <a:ext cx="1330038" cy="412845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D9CFD84E-77A5-4E96-9169-BFAF6F8DF43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676823" y="4147266"/>
            <a:ext cx="1246853" cy="387024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098C48DB-0127-4081-93A8-C6B74ACB4E5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939528" y="4815881"/>
            <a:ext cx="1053833" cy="53125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E151B1B0-6F01-4318-B1F8-B9E3C4C4258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84273" y="4982217"/>
            <a:ext cx="1053833" cy="531259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7BE45DCE-4699-49F0-AFD7-357452DC54F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/>
        </p:blipFill>
        <p:spPr>
          <a:xfrm>
            <a:off x="2487492" y="3930901"/>
            <a:ext cx="1279071" cy="644806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DBA2D8E2-6285-436C-BA93-A6095DD68A48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/>
        </p:blipFill>
        <p:spPr>
          <a:xfrm>
            <a:off x="2388468" y="3828717"/>
            <a:ext cx="1279071" cy="644806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886667D7-37D9-4202-9580-4F896BB9C14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/>
        </p:blipFill>
        <p:spPr>
          <a:xfrm>
            <a:off x="2833965" y="3824863"/>
            <a:ext cx="1279071" cy="644806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138E88F4-263D-4070-B00E-D54CCF32FE4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/>
        </p:blipFill>
        <p:spPr>
          <a:xfrm>
            <a:off x="2644605" y="3740185"/>
            <a:ext cx="1279071" cy="644806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B851EDDA-8EC0-4370-9F46-77F9B819D56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/>
        </p:blipFill>
        <p:spPr>
          <a:xfrm>
            <a:off x="2843112" y="3925158"/>
            <a:ext cx="1279071" cy="644806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E8FD97AD-8E37-43A3-AEDF-BA20F7C67875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/>
        </p:blipFill>
        <p:spPr>
          <a:xfrm>
            <a:off x="2833936" y="3689240"/>
            <a:ext cx="1279071" cy="644806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67783DDA-1AAC-458A-AA5A-8778844C6957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/>
        </p:blipFill>
        <p:spPr>
          <a:xfrm>
            <a:off x="2384344" y="3716681"/>
            <a:ext cx="1279071" cy="644806"/>
          </a:xfrm>
          <a:prstGeom prst="rect">
            <a:avLst/>
          </a:prstGeom>
        </p:spPr>
      </p:pic>
      <p:sp>
        <p:nvSpPr>
          <p:cNvPr id="22" name="Study story caption">
            <a:extLst>
              <a:ext uri="{FF2B5EF4-FFF2-40B4-BE49-F238E27FC236}">
                <a16:creationId xmlns:a16="http://schemas.microsoft.com/office/drawing/2014/main" id="{1990B4BE-FAE3-4388-8D38-74FB4A438B7A}"/>
              </a:ext>
            </a:extLst>
          </p:cNvPr>
          <p:cNvSpPr>
            <a:spLocks noGrp="1"/>
          </p:cNvSpPr>
          <p:nvPr/>
        </p:nvSpPr>
        <p:spPr>
          <a:xfrm>
            <a:off x="762000" y="5753100"/>
            <a:ext cx="10668000" cy="9144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wrap="square" lIns="152400" tIns="76200" rIns="152400" bIns="76200" anchor="ctr">
            <a:noAutofit/>
          </a:bodyPr>
          <a:lstStyle>
            <a:defPPr algn="ctr"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buNone/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Finn still has 8 cookies. Cleo now has 0 cookies.</a:t>
            </a:r>
          </a:p>
        </p:txBody>
      </p:sp>
    </p:spTree>
    <p:extLst>
      <p:ext uri="{BB962C8B-B14F-4D97-AF65-F5344CB8AC3E}">
        <p14:creationId xmlns:p14="http://schemas.microsoft.com/office/powerpoint/2010/main" val="145169055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105</Words>
  <Application>Microsoft Macintosh PowerPoint</Application>
  <DocSecurity>0</DocSecurity>
  <PresentationFormat>Widescreen</PresentationFormat>
  <Paragraphs>13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7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David Rose</cp:lastModifiedBy>
  <cp:revision>1</cp:revision>
  <dcterms:created xsi:type="dcterms:W3CDTF">2026-10-16T18:05:46Z</dcterms:created>
  <dcterms:modified xsi:type="dcterms:W3CDTF">2026-10-17T13:00:31Z</dcterms:modified>
</cp:coreProperties>
</file>