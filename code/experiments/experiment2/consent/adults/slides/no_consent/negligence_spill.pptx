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bc9bb63eb047c2" /><Relationship Type="http://schemas.openxmlformats.org/officeDocument/2006/relationships/extended-properties" Target="/docProps/app.xml" Id="R856e56121d3f4d0c" /><Relationship Type="http://schemas.openxmlformats.org/officeDocument/2006/relationships/officeDocument" Target="/ppt/presentation.xml" Id="R7c23d88644f14a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b4eabb3eb44ea5"/>
  </p:sldMasterIdLst>
  <p:notesMasterIdLst>
    <p:notesMasterId xmlns:r="http://schemas.openxmlformats.org/officeDocument/2006/relationships" r:id="Rd9d4379465b34948"/>
  </p:notesMasterIdLst>
  <p:sldIdLst>
    <p:sldId xmlns:r="http://schemas.openxmlformats.org/officeDocument/2006/relationships" id="256" r:id="R67715485a6e64337"/>
    <p:sldId xmlns:r="http://schemas.openxmlformats.org/officeDocument/2006/relationships" id="257" r:id="Rf6f90cda297045e4"/>
    <p:sldId xmlns:r="http://schemas.openxmlformats.org/officeDocument/2006/relationships" id="258" r:id="R4d4d931babd04a2b"/>
    <p:sldId xmlns:r="http://schemas.openxmlformats.org/officeDocument/2006/relationships" id="259" r:id="Rd0c89fb3a1c949fd"/>
    <p:sldId xmlns:r="http://schemas.openxmlformats.org/officeDocument/2006/relationships" id="260" r:id="Rb4b9a02e77e54764"/>
    <p:sldId xmlns:r="http://schemas.openxmlformats.org/officeDocument/2006/relationships" id="261" r:id="R7e730f5ee2c04205"/>
    <p:sldId xmlns:r="http://schemas.openxmlformats.org/officeDocument/2006/relationships" id="262" r:id="Rc78dec66ba7a43a3"/>
    <p:sldId xmlns:r="http://schemas.openxmlformats.org/officeDocument/2006/relationships" id="263" r:id="Raf188be52c534c8b"/>
    <p:sldId xmlns:r="http://schemas.openxmlformats.org/officeDocument/2006/relationships" id="264" r:id="R7d304785b0ac4ede"/>
    <p:sldId xmlns:r="http://schemas.openxmlformats.org/officeDocument/2006/relationships" id="265" r:id="R200fe532e0854816"/>
    <p:sldId xmlns:r="http://schemas.openxmlformats.org/officeDocument/2006/relationships" id="266" r:id="Ra66ef83663a24321"/>
    <p:sldId xmlns:r="http://schemas.openxmlformats.org/officeDocument/2006/relationships" id="267" r:id="R5ae13c905bde43ff"/>
    <p:sldId xmlns:r="http://schemas.openxmlformats.org/officeDocument/2006/relationships" id="268" r:id="R3a8f3f4bf4a04627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a2824cf38a4c86" /><Relationship Type="http://schemas.openxmlformats.org/officeDocument/2006/relationships/slideMaster" Target="/ppt/slideMasters/slideMaster1.xml" Id="R69b4eabb3eb44ea5" /><Relationship Type="http://schemas.openxmlformats.org/officeDocument/2006/relationships/notesMaster" Target="/ppt/notesMasters/notesMaster1.xml" Id="Rd9d4379465b34948" /><Relationship Type="http://schemas.openxmlformats.org/officeDocument/2006/relationships/presProps" Target="/ppt/presProps.xml" Id="Re915b4a231374fc0" /><Relationship Type="http://schemas.openxmlformats.org/officeDocument/2006/relationships/viewProps" Target="/ppt/viewProps.xml" Id="R4850e2e9efdc4911" /><Relationship Type="http://schemas.openxmlformats.org/officeDocument/2006/relationships/tableStyles" Target="/ppt/tableStyles.xml" Id="R4ad7a93bcfd34854" /><Relationship Type="http://schemas.openxmlformats.org/officeDocument/2006/relationships/slide" Target="/ppt/slides/slide1.xml" Id="R67715485a6e64337" /><Relationship Type="http://schemas.openxmlformats.org/officeDocument/2006/relationships/slide" Target="/ppt/slides/slide2.xml" Id="Rf6f90cda297045e4" /><Relationship Type="http://schemas.openxmlformats.org/officeDocument/2006/relationships/slide" Target="/ppt/slides/slide3.xml" Id="R4d4d931babd04a2b" /><Relationship Type="http://schemas.openxmlformats.org/officeDocument/2006/relationships/slide" Target="/ppt/slides/slide4.xml" Id="Rd0c89fb3a1c949fd" /><Relationship Type="http://schemas.openxmlformats.org/officeDocument/2006/relationships/slide" Target="/ppt/slides/slide5.xml" Id="Rb4b9a02e77e54764" /><Relationship Type="http://schemas.openxmlformats.org/officeDocument/2006/relationships/slide" Target="/ppt/slides/slide6.xml" Id="R7e730f5ee2c04205" /><Relationship Type="http://schemas.openxmlformats.org/officeDocument/2006/relationships/slide" Target="/ppt/slides/slide7.xml" Id="Rc78dec66ba7a43a3" /><Relationship Type="http://schemas.openxmlformats.org/officeDocument/2006/relationships/slide" Target="/ppt/slides/slide8.xml" Id="Raf188be52c534c8b" /><Relationship Type="http://schemas.openxmlformats.org/officeDocument/2006/relationships/slide" Target="/ppt/slides/slide9.xml" Id="R7d304785b0ac4ede" /><Relationship Type="http://schemas.openxmlformats.org/officeDocument/2006/relationships/slide" Target="/ppt/slides/slide10.xml" Id="R200fe532e0854816" /><Relationship Type="http://schemas.openxmlformats.org/officeDocument/2006/relationships/slide" Target="/ppt/slides/slide11.xml" Id="Ra66ef83663a24321" /><Relationship Type="http://schemas.openxmlformats.org/officeDocument/2006/relationships/slide" Target="/ppt/slides/slide12.xml" Id="R5ae13c905bde43ff" /><Relationship Type="http://schemas.openxmlformats.org/officeDocument/2006/relationships/slide" Target="/ppt/slides/slide13.xml" Id="R3a8f3f4bf4a046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7c55d7634748f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9a88101c4b47bb" /><Relationship Type="http://schemas.openxmlformats.org/officeDocument/2006/relationships/notesMaster" Target="/ppt/notesMasters/notesMaster1.xml" Id="R7f9542e89d2b47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1b62a91f964532" /><Relationship Type="http://schemas.openxmlformats.org/officeDocument/2006/relationships/notesMaster" Target="/ppt/notesMasters/notesMaster1.xml" Id="Rb5d19ba4e94d40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e08c2a7f12491b" /><Relationship Type="http://schemas.openxmlformats.org/officeDocument/2006/relationships/notesMaster" Target="/ppt/notesMasters/notesMaster1.xml" Id="R9b6188d2d60d48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2a21ebcd4a4a0b" /><Relationship Type="http://schemas.openxmlformats.org/officeDocument/2006/relationships/notesMaster" Target="/ppt/notesMasters/notesMaster1.xml" Id="Rc6bec73bff6c4d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d4ffc3112d456e" /><Relationship Type="http://schemas.openxmlformats.org/officeDocument/2006/relationships/notesMaster" Target="/ppt/notesMasters/notesMaster1.xml" Id="Rb79afdef5da546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822fc85fb44558" /><Relationship Type="http://schemas.openxmlformats.org/officeDocument/2006/relationships/notesMaster" Target="/ppt/notesMasters/notesMaster1.xml" Id="R62f26b6048b848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60f2d9b9a44867" /><Relationship Type="http://schemas.openxmlformats.org/officeDocument/2006/relationships/notesMaster" Target="/ppt/notesMasters/notesMaster1.xml" Id="R67555f53039342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2f71ec04084a5d" /><Relationship Type="http://schemas.openxmlformats.org/officeDocument/2006/relationships/notesMaster" Target="/ppt/notesMasters/notesMaster1.xml" Id="Rc2de1d30016743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adffb98b9b4f41" /><Relationship Type="http://schemas.openxmlformats.org/officeDocument/2006/relationships/notesMaster" Target="/ppt/notesMasters/notesMaster1.xml" Id="Rd01ae3650b5847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2740480f22474c" /><Relationship Type="http://schemas.openxmlformats.org/officeDocument/2006/relationships/notesMaster" Target="/ppt/notesMasters/notesMaster1.xml" Id="R584a663dad7345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e91adfd3cf4c1d" /><Relationship Type="http://schemas.openxmlformats.org/officeDocument/2006/relationships/notesMaster" Target="/ppt/notesMasters/notesMaster1.xml" Id="Ra860ff6ae5b349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0e7555bf8c547dc" /><Relationship Type="http://schemas.openxmlformats.org/officeDocument/2006/relationships/notesMaster" Target="/ppt/notesMasters/notesMaster1.xml" Id="Rd9b79828b0be4f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34726889d746e5" /><Relationship Type="http://schemas.openxmlformats.org/officeDocument/2006/relationships/notesMaster" Target="/ppt/notesMasters/notesMaster1.xml" Id="R03e743df89224d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code/experiments/experiment1/adults/slides/pilot-v3/negligence_spill.pptx, slide 8.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Cleo tells Finn: I know I could slip on the water you leave on the floor and drop my cookies.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code/experiments/experiment1/adults/slides/pilot-v3/negligence_spill.pptx, slide 8.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Cleo tells Finn: I’m not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a688cf64f49e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0a12c3fa9743b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8d684e91148f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de121cb71447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f18f1bf01a4b8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ad2482dfc94f0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b1626e6a64f4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f1f5112f3740e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b636f4a9c7419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e9b93e8cb9499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87e8e0d0fc43a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19729634eb45cc" /><Relationship Type="http://schemas.openxmlformats.org/officeDocument/2006/relationships/slideLayout" Target="/ppt/slideLayouts/slideLayout1.xml" Id="Re855be9d97774a27" /><Relationship Type="http://schemas.openxmlformats.org/officeDocument/2006/relationships/slideLayout" Target="/ppt/slideLayouts/slideLayout2.xml" Id="Ra4878a70e07f4a55" /><Relationship Type="http://schemas.openxmlformats.org/officeDocument/2006/relationships/slideLayout" Target="/ppt/slideLayouts/slideLayout3.xml" Id="Ra6b4a6d7d4664b52" /><Relationship Type="http://schemas.openxmlformats.org/officeDocument/2006/relationships/slideLayout" Target="/ppt/slideLayouts/slideLayout4.xml" Id="R2f04a94377cb4a7b" /><Relationship Type="http://schemas.openxmlformats.org/officeDocument/2006/relationships/slideLayout" Target="/ppt/slideLayouts/slideLayout5.xml" Id="Ra5dd9eeee38b44a0" /><Relationship Type="http://schemas.openxmlformats.org/officeDocument/2006/relationships/slideLayout" Target="/ppt/slideLayouts/slideLayout6.xml" Id="R86c66ddc0707433e" /><Relationship Type="http://schemas.openxmlformats.org/officeDocument/2006/relationships/slideLayout" Target="/ppt/slideLayouts/slideLayout7.xml" Id="R975d012f6b6a4793" /><Relationship Type="http://schemas.openxmlformats.org/officeDocument/2006/relationships/slideLayout" Target="/ppt/slideLayouts/slideLayout8.xml" Id="R7c272a481c054348" /><Relationship Type="http://schemas.openxmlformats.org/officeDocument/2006/relationships/slideLayout" Target="/ppt/slideLayouts/slideLayout9.xml" Id="R5c0b681674024aeb" /><Relationship Type="http://schemas.openxmlformats.org/officeDocument/2006/relationships/slideLayout" Target="/ppt/slideLayouts/slideLayout10.xml" Id="R19bb7f452f2e430c" /><Relationship Type="http://schemas.openxmlformats.org/officeDocument/2006/relationships/slideLayout" Target="/ppt/slideLayouts/slideLayout11.xml" Id="Rf67988eb2eed496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5C956D6-01FA-6542-9E97-3B07E95D8CD7}" type="datetimeFigureOut">
              <a:t>2026/6/25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FA8F887-09CF-4D4B-9057-173251B9F2A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55be9d97774a27"/>
    <p:sldLayoutId xmlns:r="http://schemas.openxmlformats.org/officeDocument/2006/relationships" id="2147483650" r:id="Ra4878a70e07f4a55"/>
    <p:sldLayoutId xmlns:r="http://schemas.openxmlformats.org/officeDocument/2006/relationships" id="2147483651" r:id="Ra6b4a6d7d4664b52"/>
    <p:sldLayoutId xmlns:r="http://schemas.openxmlformats.org/officeDocument/2006/relationships" id="2147483652" r:id="R2f04a94377cb4a7b"/>
    <p:sldLayoutId xmlns:r="http://schemas.openxmlformats.org/officeDocument/2006/relationships" id="2147483653" r:id="Ra5dd9eeee38b44a0"/>
    <p:sldLayoutId xmlns:r="http://schemas.openxmlformats.org/officeDocument/2006/relationships" id="2147483654" r:id="R86c66ddc0707433e"/>
    <p:sldLayoutId xmlns:r="http://schemas.openxmlformats.org/officeDocument/2006/relationships" id="2147483655" r:id="R975d012f6b6a4793"/>
    <p:sldLayoutId xmlns:r="http://schemas.openxmlformats.org/officeDocument/2006/relationships" id="2147483656" r:id="R7c272a481c054348"/>
    <p:sldLayoutId xmlns:r="http://schemas.openxmlformats.org/officeDocument/2006/relationships" id="2147483657" r:id="R5c0b681674024aeb"/>
    <p:sldLayoutId xmlns:r="http://schemas.openxmlformats.org/officeDocument/2006/relationships" id="2147483658" r:id="R19bb7f452f2e430c"/>
    <p:sldLayoutId xmlns:r="http://schemas.openxmlformats.org/officeDocument/2006/relationships" id="2147483659" r:id="Rf67988eb2eed4967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ce2b8a45c54bb6" /><Relationship Type="http://schemas.openxmlformats.org/officeDocument/2006/relationships/image" Target="/ppt/media/image.png" Id="R83a29bee71d54059" /><Relationship Type="http://schemas.openxmlformats.org/officeDocument/2006/relationships/image" Target="/ppt/media/image2.png" Id="Rb1d45d71ad2740bb" /><Relationship Type="http://schemas.openxmlformats.org/officeDocument/2006/relationships/notesSlide" Target="/ppt/notesSlides/notesSlide1.xml" Id="R03a86a0a967a48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a77231d2234aad" /><Relationship Type="http://schemas.openxmlformats.org/officeDocument/2006/relationships/image" Target="/ppt/media/image3.png" Id="R1bcccd0d61964d3c" /><Relationship Type="http://schemas.openxmlformats.org/officeDocument/2006/relationships/image" Target="/ppt/media/image2.png" Id="R2dd3be8d14a8433f" /><Relationship Type="http://schemas.openxmlformats.org/officeDocument/2006/relationships/image" Target="/ppt/media/image4.png" Id="R6b812596ed674c50" /><Relationship Type="http://schemas.openxmlformats.org/officeDocument/2006/relationships/image" Target="/ppt/media/image5.png" Id="R6a0e7455637747af" /><Relationship Type="http://schemas.openxmlformats.org/officeDocument/2006/relationships/image" Target="/ppt/media/image6.png" Id="R29390e452a034d9e" /><Relationship Type="http://schemas.openxmlformats.org/officeDocument/2006/relationships/image" Target="/ppt/media/image7.png" Id="Raa4db150b7fc4426" /><Relationship Type="http://schemas.openxmlformats.org/officeDocument/2006/relationships/image" Target="/ppt/media/image8.png" Id="Rf7c1498e2d064633" /><Relationship Type="http://schemas.openxmlformats.org/officeDocument/2006/relationships/image" Target="/ppt/media/image9.png" Id="R258509f1a1b64208" /><Relationship Type="http://schemas.openxmlformats.org/officeDocument/2006/relationships/image" Target="/ppt/media/image10.png" Id="R9a034c1d3eeb453a" /><Relationship Type="http://schemas.openxmlformats.org/officeDocument/2006/relationships/image" Target="/ppt/media/image11.png" Id="Rf2bec64163bd49e1" /><Relationship Type="http://schemas.openxmlformats.org/officeDocument/2006/relationships/notesSlide" Target="/ppt/notesSlides/notesSlide2.xml" Id="Rd812b53ba231425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dbf4bd51e84c1f" /><Relationship Type="http://schemas.openxmlformats.org/officeDocument/2006/relationships/image" Target="/ppt/media/image12.png" Id="R56d6d0c7135d43e2" /><Relationship Type="http://schemas.openxmlformats.org/officeDocument/2006/relationships/image" Target="/ppt/media/image13.png" Id="Rb7b7e64238cd48f5" /><Relationship Type="http://schemas.openxmlformats.org/officeDocument/2006/relationships/notesSlide" Target="/ppt/notesSlides/notesSlide3.xml" Id="Rbce5256802544b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abb954e3de4cf3" /><Relationship Type="http://schemas.openxmlformats.org/officeDocument/2006/relationships/image" Target="/ppt/media/image14.png" Id="R60f5cad8caf041e1" /><Relationship Type="http://schemas.openxmlformats.org/officeDocument/2006/relationships/image" Target="/ppt/media/image13.png" Id="R126295c13df041e1" /><Relationship Type="http://schemas.openxmlformats.org/officeDocument/2006/relationships/image" Target="/ppt/media/image4.png" Id="R31556914344e4188" /><Relationship Type="http://schemas.openxmlformats.org/officeDocument/2006/relationships/image" Target="/ppt/media/image15.png" Id="R758cc5283f244949" /><Relationship Type="http://schemas.openxmlformats.org/officeDocument/2006/relationships/notesSlide" Target="/ppt/notesSlides/notesSlide4.xml" Id="R72f93159ea254d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782786af0e4f6e" /><Relationship Type="http://schemas.openxmlformats.org/officeDocument/2006/relationships/image" Target="/ppt/media/image16.png" Id="R6a2714470a724ec1" /><Relationship Type="http://schemas.openxmlformats.org/officeDocument/2006/relationships/image" Target="/ppt/media/image17.png" Id="Rdb366de2f82d4ac4" /><Relationship Type="http://schemas.openxmlformats.org/officeDocument/2006/relationships/notesSlide" Target="/ppt/notesSlides/notesSlide5.xml" Id="R258bf1bee90840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0bd2783ec24380" /><Relationship Type="http://schemas.openxmlformats.org/officeDocument/2006/relationships/image" Target="/ppt/media/image18.png" Id="R115e505bf3944cd1" /><Relationship Type="http://schemas.openxmlformats.org/officeDocument/2006/relationships/image" Target="/ppt/media/image19.png" Id="Rb0c6399b6c384e64" /><Relationship Type="http://schemas.openxmlformats.org/officeDocument/2006/relationships/image" Target="/ppt/media/image20.png" Id="R3cdfff5b4a9d489c" /><Relationship Type="http://schemas.openxmlformats.org/officeDocument/2006/relationships/image" Target="/ppt/media/image4.png" Id="R5469b141ec014e9b" /><Relationship Type="http://schemas.openxmlformats.org/officeDocument/2006/relationships/image" Target="/ppt/media/image15.png" Id="Rbaa4ce7735b04fc5" /><Relationship Type="http://schemas.openxmlformats.org/officeDocument/2006/relationships/notesSlide" Target="/ppt/notesSlides/notesSlide6.xml" Id="R39312da8d78a4f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1d51e29fa14b8d" /><Relationship Type="http://schemas.openxmlformats.org/officeDocument/2006/relationships/image" Target="/ppt/media/image18.png" Id="R36f92ba705dd4ed2" /><Relationship Type="http://schemas.openxmlformats.org/officeDocument/2006/relationships/image" Target="/ppt/media/image19.png" Id="R6609fc806aaa4b15" /><Relationship Type="http://schemas.openxmlformats.org/officeDocument/2006/relationships/image" Target="/ppt/media/image20.png" Id="R630d9e435fe044e8" /><Relationship Type="http://schemas.openxmlformats.org/officeDocument/2006/relationships/image" Target="/ppt/media/image4.png" Id="Rc20781648fb94bc2" /><Relationship Type="http://schemas.openxmlformats.org/officeDocument/2006/relationships/image" Target="/ppt/media/image15.png" Id="R3f9a81d499ab4354" /><Relationship Type="http://schemas.openxmlformats.org/officeDocument/2006/relationships/notesSlide" Target="/ppt/notesSlides/notesSlide7.xml" Id="Ra177d902214041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09fd816d974c11" /><Relationship Type="http://schemas.openxmlformats.org/officeDocument/2006/relationships/image" Target="/ppt/media/image21.png" Id="Rd071dafd3d294287" /><Relationship Type="http://schemas.openxmlformats.org/officeDocument/2006/relationships/image" Target="/ppt/media/image19.png" Id="Rd01023be7b7c479b" /><Relationship Type="http://schemas.openxmlformats.org/officeDocument/2006/relationships/image" Target="/ppt/media/image22.png" Id="Rd57c250841ad48a2" /><Relationship Type="http://schemas.openxmlformats.org/officeDocument/2006/relationships/notesSlide" Target="/ppt/notesSlides/notesSlide8.xml" Id="R83d13e6845c442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efc665d9f34c8b" /><Relationship Type="http://schemas.openxmlformats.org/officeDocument/2006/relationships/image" Target="/ppt/media/image23.png" Id="R3e35c4115cb147f2" /><Relationship Type="http://schemas.openxmlformats.org/officeDocument/2006/relationships/image" Target="/ppt/media/image22.png" Id="R9797210f2d174000" /><Relationship Type="http://schemas.openxmlformats.org/officeDocument/2006/relationships/image" Target="/ppt/media/image19.png" Id="R7d8eb180feae4f87" /><Relationship Type="http://schemas.openxmlformats.org/officeDocument/2006/relationships/notesSlide" Target="/ppt/notesSlides/notesSlide9.xml" Id="Ra03d78a1a3eb4d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75fa6b990924294" /><Relationship Type="http://schemas.openxmlformats.org/officeDocument/2006/relationships/image" Target="/ppt/media/image18.png" Id="R89e97e8ae77f413f" /><Relationship Type="http://schemas.openxmlformats.org/officeDocument/2006/relationships/image" Target="/ppt/media/image19.png" Id="Rb9b3b58513ba4c79" /><Relationship Type="http://schemas.openxmlformats.org/officeDocument/2006/relationships/image" Target="/ppt/media/image20.png" Id="R8b09feb0d42a414e" /><Relationship Type="http://schemas.openxmlformats.org/officeDocument/2006/relationships/image" Target="/ppt/media/image4.png" Id="R279a0992e68e4c0a" /><Relationship Type="http://schemas.openxmlformats.org/officeDocument/2006/relationships/image" Target="/ppt/media/image15.png" Id="R44aee665ba444cf2" /><Relationship Type="http://schemas.openxmlformats.org/officeDocument/2006/relationships/notesSlide" Target="/ppt/notesSlides/notesSlide10.xml" Id="Rd668505f73c848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94de2661fd4049" /><Relationship Type="http://schemas.openxmlformats.org/officeDocument/2006/relationships/image" Target="/ppt/media/image24.png" Id="R5b6de92f229b45d8" /><Relationship Type="http://schemas.openxmlformats.org/officeDocument/2006/relationships/image" Target="/ppt/media/image19.png" Id="R689e066ccab04ddb" /><Relationship Type="http://schemas.openxmlformats.org/officeDocument/2006/relationships/image" Target="/ppt/media/image25.png" Id="Rde7e6ae0872c42dc" /><Relationship Type="http://schemas.openxmlformats.org/officeDocument/2006/relationships/image" Target="/ppt/media/image4.png" Id="Rad20d8c790d84c42" /><Relationship Type="http://schemas.openxmlformats.org/officeDocument/2006/relationships/image" Target="/ppt/media/image15.png" Id="R55916136c43c4d44" /><Relationship Type="http://schemas.openxmlformats.org/officeDocument/2006/relationships/notesSlide" Target="/ppt/notesSlides/notesSlide11.xml" Id="R763a4926fadc43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d8514096b3404c" /><Relationship Type="http://schemas.openxmlformats.org/officeDocument/2006/relationships/image" Target="/ppt/media/image26.png" Id="R1ebdbc4f1b1e4b4e" /><Relationship Type="http://schemas.openxmlformats.org/officeDocument/2006/relationships/image" Target="/ppt/media/image19.png" Id="R3cb2508bae1f46fc" /><Relationship Type="http://schemas.openxmlformats.org/officeDocument/2006/relationships/image" Target="/ppt/media/image25.png" Id="R2718bd9c8fdd4656" /><Relationship Type="http://schemas.openxmlformats.org/officeDocument/2006/relationships/image" Target="/ppt/media/image15.png" Id="R59596caaddc24552" /><Relationship Type="http://schemas.openxmlformats.org/officeDocument/2006/relationships/image" Target="/ppt/media/image4.png" Id="R60b139a3dca24a2e" /><Relationship Type="http://schemas.openxmlformats.org/officeDocument/2006/relationships/notesSlide" Target="/ppt/notesSlides/notesSlide12.xml" Id="Rd2c10f2568594ca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aad25f67614eb6" /><Relationship Type="http://schemas.openxmlformats.org/officeDocument/2006/relationships/image" Target="/ppt/media/image27.png" Id="R286e01bf04e24e35" /><Relationship Type="http://schemas.openxmlformats.org/officeDocument/2006/relationships/image" Target="/ppt/media/image19.png" Id="Rf1696df629674211" /><Relationship Type="http://schemas.openxmlformats.org/officeDocument/2006/relationships/image" Target="/ppt/media/image13.png" Id="R586f08816ced47b2" /><Relationship Type="http://schemas.openxmlformats.org/officeDocument/2006/relationships/image" Target="/ppt/media/image2.png" Id="Ra68e182431d6435f" /><Relationship Type="http://schemas.openxmlformats.org/officeDocument/2006/relationships/image" Target="/ppt/media/image4.png" Id="R621195c5473f4011" /><Relationship Type="http://schemas.openxmlformats.org/officeDocument/2006/relationships/image" Target="/ppt/media/image15.png" Id="Rdc45a5b1660e41ee" /><Relationship Type="http://schemas.openxmlformats.org/officeDocument/2006/relationships/image" Target="/ppt/media/image28.png" Id="R696ea85a9da743fa" /><Relationship Type="http://schemas.openxmlformats.org/officeDocument/2006/relationships/image" Target="/ppt/media/image29.png" Id="R7ee148ee771b44aa" /><Relationship Type="http://schemas.openxmlformats.org/officeDocument/2006/relationships/image" Target="/ppt/media/image30.png" Id="R3e09f63571de4521" /><Relationship Type="http://schemas.openxmlformats.org/officeDocument/2006/relationships/image" Target="/ppt/media/image31.png" Id="Re9f564e98cbc4727" /><Relationship Type="http://schemas.openxmlformats.org/officeDocument/2006/relationships/image" Target="/ppt/media/image32.png" Id="Re0636b1858dc4e3e" /><Relationship Type="http://schemas.openxmlformats.org/officeDocument/2006/relationships/image" Target="/ppt/media/image33.png" Id="Ref5b06853d9a43af" /><Relationship Type="http://schemas.openxmlformats.org/officeDocument/2006/relationships/image" Target="/ppt/media/image34.png" Id="R2839dde13681472d" /><Relationship Type="http://schemas.openxmlformats.org/officeDocument/2006/relationships/notesSlide" Target="/ppt/notesSlides/notesSlide13.xml" Id="R48f97fa5d966426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F56414D-6776-4229-A296-C3CEAB7CB7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29bee71d54059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CC34A369-BE1D-45E2-826E-07A561CB39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45d71ad2740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3" y="113681"/>
            <a:ext cx="4134273" cy="5665485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651E766-5766-4C9A-A6F7-DB274717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Finn.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DFAADE5E-772F-441B-A987-5B99E9C0EC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ccd0d61964d3c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6E2E8001-B930-4B15-BE61-7FE6BFF27E1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3be8d14a843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73833" y="113681"/>
            <a:ext cx="4134273" cy="5665485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9382D2D-23B8-4280-93C7-47B9091770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12596ed674c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77704" y="410330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DFFDC2-90C7-48FC-847B-BEB2ECF72A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e7455637747af"/>
          <a:stretch xmlns:a="http://schemas.openxmlformats.org/drawingml/2006/main"/>
        </p:blipFill>
        <p:spPr>
          <a:xfrm xmlns:a="http://schemas.openxmlformats.org/drawingml/2006/main">
            <a:off x="6721713" y="392503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54F285-65B5-41A4-A839-67B8B6F6BA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390e452a034d9e"/>
          <a:stretch xmlns:a="http://schemas.openxmlformats.org/drawingml/2006/main"/>
        </p:blipFill>
        <p:spPr>
          <a:xfrm xmlns:a="http://schemas.openxmlformats.org/drawingml/2006/main">
            <a:off x="6640127" y="384084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A7855E-42EC-4C9C-99C4-95032DE7B5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db150b7fc4426"/>
          <a:stretch xmlns:a="http://schemas.openxmlformats.org/drawingml/2006/main"/>
        </p:blipFill>
        <p:spPr>
          <a:xfrm xmlns:a="http://schemas.openxmlformats.org/drawingml/2006/main">
            <a:off x="7007174" y="383767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14892D-3823-4ADD-95F9-B2F112F09C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1498e2d064633"/>
          <a:stretch xmlns:a="http://schemas.openxmlformats.org/drawingml/2006/main"/>
        </p:blipFill>
        <p:spPr>
          <a:xfrm xmlns:a="http://schemas.openxmlformats.org/drawingml/2006/main">
            <a:off x="6851159" y="376790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DF2D7-04C5-4393-A300-7352BC9C86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509f1a1b64208"/>
          <a:stretch xmlns:a="http://schemas.openxmlformats.org/drawingml/2006/main"/>
        </p:blipFill>
        <p:spPr>
          <a:xfrm xmlns:a="http://schemas.openxmlformats.org/drawingml/2006/main">
            <a:off x="7014710" y="392030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C5701-69F5-4B70-8061-28FD581009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34c1d3eeb453a"/>
          <a:stretch xmlns:a="http://schemas.openxmlformats.org/drawingml/2006/main"/>
        </p:blipFill>
        <p:spPr>
          <a:xfrm xmlns:a="http://schemas.openxmlformats.org/drawingml/2006/main">
            <a:off x="7007150" y="372593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F5DA3C-E76A-4BAD-AF1D-E68E73F921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bec64163bd49e1"/>
          <a:stretch xmlns:a="http://schemas.openxmlformats.org/drawingml/2006/main"/>
        </p:blipFill>
        <p:spPr>
          <a:xfrm xmlns:a="http://schemas.openxmlformats.org/drawingml/2006/main">
            <a:off x="6636729" y="374854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0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E2C17F7-35B0-4BCF-B2BB-E83EB1A2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21504945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A74DE747-73A4-421C-B78D-71295ADE943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6d0c7135d43e2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BC74960D-5F68-447F-B151-21D7239BD0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7e64238cd48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39947" y="1"/>
            <a:ext cx="3407875" cy="5995806"/>
          </a:xfrm>
          <a:prstGeom xmlns:a="http://schemas.openxmlformats.org/drawingml/2006/main" prst="rect">
            <a:avLst/>
          </a:prstGeom>
        </p:spPr>
      </p:pic>
      <p:sp>
        <p:nvSpPr>
          <p:cNvPr id="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7FA01A2-CEA8-4EC1-AE11-D038F2B5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Cleo.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EAE6295A-0A6D-4C63-9980-5B1D01B82C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5cad8caf041e1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D56D9672-3D4E-40AA-B967-230D5E5E6F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6295c13df041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39947" y="1"/>
            <a:ext cx="3407875" cy="5995806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EF0601A-C2C2-4C51-AF7B-E539F75DA2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556914344e41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24155" y="40260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87290513-537D-4188-A060-CAAAE59320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cc5283f2449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8164" y="379317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7D22B505-362C-4E8A-AE1F-D8A00629B7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cc5283f2449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93989" y="380174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EBC5021-7965-47BF-A750-D2FA074F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411168257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287E15B3-B814-4E59-AACE-3E14F3CB73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714470a724ec1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8BB18D5E-082F-413D-81C6-8FB6009C78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66de2f82d4a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8067" y="0"/>
            <a:ext cx="3125078" cy="5540110"/>
          </a:xfrm>
          <a:prstGeom xmlns:a="http://schemas.openxmlformats.org/drawingml/2006/main" prst="rect">
            <a:avLst/>
          </a:prstGeom>
        </p:spPr>
      </p:pic>
      <p:sp>
        <p:nvSpPr>
          <p:cNvPr id="1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7BB291C-5389-4A18-B1C4-3D8547CA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spills water.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A17F29A1-77AD-4B2C-96EF-14A1F097FB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e505bf3944cd1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E71DA9DB-AF00-498E-9DFA-B11C9C5243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6399b6c384e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31B989E3-22AF-4667-A660-F9EF61A8CC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fff5b4a9d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301" y="167007"/>
            <a:ext cx="3583199" cy="573759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080B3EDA-1700-4F28-BD00-63027B3B97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9b141ec014e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90939" y="3636835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BF484871-B346-4530-A037-3AA6E292A3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4ce7735b0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4948" y="334044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0CA995D9-0140-4291-9765-0D5A5F03BE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4ce7735b0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0385" y="3340440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 know I could slip on the water you leave on the floor and drop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A17F29A1-77AD-4B2C-96EF-14A1F097FB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f92ba705dd4ed2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E71DA9DB-AF00-498E-9DFA-B11C9C5243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9fc806aaa4b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31B989E3-22AF-4667-A660-F9EF61A8CC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d9e435fe044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301" y="167007"/>
            <a:ext cx="3583199" cy="573759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080B3EDA-1700-4F28-BD00-63027B3B97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781648fb94b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90939" y="3636835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BF484871-B346-4530-A037-3AA6E292A3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a81d499ab4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4948" y="334044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0CA995D9-0140-4291-9765-0D5A5F03BE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a81d499ab43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0385" y="3340440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tells Finn,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93377C68-625B-4D6B-BE30-0FF93C0BF4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71dafd3d294287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ACE96BDB-9C56-421D-AC6E-FD97AA7105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1023be7b7c47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397F0DDE-14B4-495C-B209-0724591800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c250841ad48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35303" y="0"/>
            <a:ext cx="4049251" cy="5540111"/>
          </a:xfrm>
          <a:prstGeom xmlns:a="http://schemas.openxmlformats.org/drawingml/2006/main" prst="rect">
            <a:avLst/>
          </a:prstGeom>
        </p:spPr>
      </p:pic>
      <p:sp>
        <p:nvSpPr>
          <p:cNvPr id="7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869D8CAC-0A20-4F3F-8D74-B15BDAD6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34620618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04FA97A9-A4C1-4166-A5D9-C3E07FB55A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5c4115cb147f2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57FAEEB2-9024-4D91-8274-ED95F1C3E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7210f2d174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42749" y="197486"/>
            <a:ext cx="4049251" cy="5540111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102C9F54-77CA-4B2B-BBF6-2ED2C0A5A2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eb180feae4f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sp>
        <p:nvSpPr>
          <p:cNvPr id="7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50B4F516-8107-4989-BB91-015F88B5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doesn’t clean it up and walks away.</a:t>
            </a:r>
          </a:p>
        </p:txBody>
      </p:sp>
    </p:spTree>
    <p:extLst>
      <p:ext uri="{BB962C8B-B14F-4D97-AF65-F5344CB8AC3E}">
        <p14:creationId xmlns:p14="http://schemas.microsoft.com/office/powerpoint/2010/main" val="29481923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A17F29A1-77AD-4B2C-96EF-14A1F097FB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97e8ae77f413f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E71DA9DB-AF00-498E-9DFA-B11C9C5243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3b58513ba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31B989E3-22AF-4667-A660-F9EF61A8CC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9feb0d42a41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301" y="167007"/>
            <a:ext cx="3583199" cy="5737597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080B3EDA-1700-4F28-BD00-63027B3B97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a0992e68e4c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90939" y="3636835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BF484871-B346-4530-A037-3AA6E292A3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aee665ba444c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4948" y="334044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0CA995D9-0140-4291-9765-0D5A5F03BE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aee665ba444c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20385" y="3340440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DEC9C81-67A0-4A84-A378-141F5FB0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Cleo walks in.</a:t>
            </a:r>
          </a:p>
        </p:txBody>
      </p:sp>
    </p:spTree>
    <p:extLst>
      <p:ext uri="{BB962C8B-B14F-4D97-AF65-F5344CB8AC3E}">
        <p14:creationId xmlns:p14="http://schemas.microsoft.com/office/powerpoint/2010/main" val="331804398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644A98DD-D9ED-4EB9-92B8-8B0B983BC6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de92f229b45d8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747F6CF-A54F-4880-A840-2F0762FF36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e066ccab04d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B5BEB9E-70A4-4CD9-BD74-9DA416DEFB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e6ae0872c42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8820" y="34979"/>
            <a:ext cx="3464337" cy="576812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7DBCCEAB-03F6-4900-ADB4-4344FBE1D0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20d8c790d84c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36574" y="3395503"/>
            <a:ext cx="1583318" cy="491463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FE3A6C79-E995-4023-A3A2-D88649191C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16136c43c4d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92045" y="3120730"/>
            <a:ext cx="1624230" cy="818808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440C2C9C-B850-4B64-838C-80B54D2E6F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16136c43c4d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58722" y="3068158"/>
            <a:ext cx="1624230" cy="818808"/>
          </a:xfrm>
          <a:prstGeom xmlns:a="http://schemas.openxmlformats.org/drawingml/2006/main" prst="rect">
            <a:avLst/>
          </a:prstGeom>
        </p:spPr>
      </p:pic>
      <p:sp>
        <p:nvSpPr>
          <p:cNvPr id="10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55A1F02-0F45-4937-9227-9E04C8F0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Cleo slips on the water!</a:t>
            </a:r>
          </a:p>
        </p:txBody>
      </p:sp>
    </p:spTree>
    <p:extLst>
      <p:ext uri="{BB962C8B-B14F-4D97-AF65-F5344CB8AC3E}">
        <p14:creationId xmlns:p14="http://schemas.microsoft.com/office/powerpoint/2010/main" val="252429657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07D4E26F-2AB0-4B06-B748-D52CF6F0DD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dbc4f1b1e4b4e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50AB1726-1411-49C9-BD98-E7EFA78DDB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2508bae1f46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AEB00DB7-728C-42F0-9F87-BA347A7404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8bd9c8fdd46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8820" y="34979"/>
            <a:ext cx="3464337" cy="576812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689C81C2-80B9-4EBD-AC83-ADEC649F58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96caaddc245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39528" y="48158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BCC380E0-7DFF-4124-96AB-99F4CEBC08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596caaddc245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4273" y="49822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66782EEA-1E4F-4740-B72B-EF4138637F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139a3dca24a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36574" y="3395503"/>
            <a:ext cx="1583318" cy="491463"/>
          </a:xfrm>
          <a:prstGeom xmlns:a="http://schemas.openxmlformats.org/drawingml/2006/main" prst="rect">
            <a:avLst/>
          </a:prstGeom>
        </p:spPr>
      </p:pic>
      <p:sp>
        <p:nvSpPr>
          <p:cNvPr id="1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E40833D-090B-430F-B96E-A81A6E39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Cleo’s cookies fall!</a:t>
            </a:r>
          </a:p>
        </p:txBody>
      </p:sp>
    </p:spTree>
    <p:extLst>
      <p:ext uri="{BB962C8B-B14F-4D97-AF65-F5344CB8AC3E}">
        <p14:creationId xmlns:p14="http://schemas.microsoft.com/office/powerpoint/2010/main" val="364634277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4AB02E36-3ABA-4774-9E77-12AF60A9E7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e01bf04e24e35">
            <a:alphaModFix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5DFAD68-A65C-49F0-AC75-C99B8295F5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96df6296742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2500" y="4549705"/>
            <a:ext cx="3005607" cy="1351433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FAC9345C-DBCD-4773-845D-546FF629D3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f08816ced47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7736" y="525447"/>
            <a:ext cx="3165364" cy="528724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2BCEAFA8-C895-4636-A390-12E5BF8DAB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e182431d6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76823" y="664560"/>
            <a:ext cx="3628511" cy="4972402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56431348-2125-48EC-A938-7389944929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195c5473f40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2584" y="4007248"/>
            <a:ext cx="1330038" cy="412845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D9CFD84E-77A5-4E96-9169-BFAF6F8DF4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195c5473f40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76823" y="4147266"/>
            <a:ext cx="1246853" cy="387024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098C48DB-0127-4081-93A8-C6B74ACB4E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5a5b1660e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39528" y="48158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E151B1B0-6F01-4318-B1F8-B9E3C4C425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5a5b1660e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4273" y="49822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E45DCE-4699-49F0-AFD7-357452DC54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ea85a9da743fa"/>
          <a:stretch xmlns:a="http://schemas.openxmlformats.org/drawingml/2006/main"/>
        </p:blipFill>
        <p:spPr>
          <a:xfrm xmlns:a="http://schemas.openxmlformats.org/drawingml/2006/main">
            <a:off x="2487492" y="3930901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2D8E2-6285-436C-BA93-A6095DD68A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48ee771b44aa"/>
          <a:stretch xmlns:a="http://schemas.openxmlformats.org/drawingml/2006/main"/>
        </p:blipFill>
        <p:spPr>
          <a:xfrm xmlns:a="http://schemas.openxmlformats.org/drawingml/2006/main">
            <a:off x="2388468" y="3828717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667D7-37D9-4202-9580-4F896BB9C1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9f63571de4521"/>
          <a:stretch xmlns:a="http://schemas.openxmlformats.org/drawingml/2006/main"/>
        </p:blipFill>
        <p:spPr>
          <a:xfrm xmlns:a="http://schemas.openxmlformats.org/drawingml/2006/main">
            <a:off x="2833965" y="3824863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8E88F4-263D-4070-B00E-D54CCF32FE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564e98cbc4727"/>
          <a:stretch xmlns:a="http://schemas.openxmlformats.org/drawingml/2006/main"/>
        </p:blipFill>
        <p:spPr>
          <a:xfrm xmlns:a="http://schemas.openxmlformats.org/drawingml/2006/main">
            <a:off x="2644605" y="3740185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1EDDA-8EC0-4370-9F46-77F9B819D5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36b1858dc4e3e"/>
          <a:stretch xmlns:a="http://schemas.openxmlformats.org/drawingml/2006/main"/>
        </p:blipFill>
        <p:spPr>
          <a:xfrm xmlns:a="http://schemas.openxmlformats.org/drawingml/2006/main">
            <a:off x="2843112" y="3925158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FD97AD-8E37-43A3-AEDF-BA20F7C678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b06853d9a43af"/>
          <a:stretch xmlns:a="http://schemas.openxmlformats.org/drawingml/2006/main"/>
        </p:blipFill>
        <p:spPr>
          <a:xfrm xmlns:a="http://schemas.openxmlformats.org/drawingml/2006/main">
            <a:off x="2833936" y="3689240"/>
            <a:ext cx="1279071" cy="644806"/>
          </a:xfrm>
          <a:prstGeom xmlns:a="http://schemas.openxmlformats.org/drawingml/2006/main" prst="rect">
            <a:avLst/>
          </a:prstGeom>
        </p:spPr>
      </p:pic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783DDA-1AAC-458A-AA5A-8778844C69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9dde13681472d"/>
          <a:stretch xmlns:a="http://schemas.openxmlformats.org/drawingml/2006/main"/>
        </p:blipFill>
        <p:spPr>
          <a:xfrm xmlns:a="http://schemas.openxmlformats.org/drawingml/2006/main">
            <a:off x="2384344" y="3716681"/>
            <a:ext cx="1279071" cy="644806"/>
          </a:xfrm>
          <a:prstGeom xmlns:a="http://schemas.openxmlformats.org/drawingml/2006/main" prst="rect">
            <a:avLst/>
          </a:prstGeom>
        </p:spPr>
      </p:pic>
      <p:sp>
        <p:nvSpPr>
          <p:cNvPr id="2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990B4BE-FAE3-4388-8D38-74FB4A43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Finn still has 8 cookies. Cleo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145169055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2026-10-16T18:05:46.6820000Z</dcterms:created>
  <dcterms:modified xsi:type="dcterms:W3CDTF">2026-10-16T18:05:46.6820000Z</dcterms:modified>
</coreProperties>
</file>