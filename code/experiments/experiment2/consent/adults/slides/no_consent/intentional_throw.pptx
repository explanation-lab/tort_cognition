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buNone/>
    </a:defPPr>
    <a:lvl1pPr marL="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1pPr>
    <a:lvl2pPr marL="4572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2pPr>
    <a:lvl3pPr marL="9144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3pPr>
    <a:lvl4pPr marL="13716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4pPr>
    <a:lvl5pPr marL="18288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5pPr>
    <a:lvl6pPr marL="22860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6pPr>
    <a:lvl7pPr marL="27432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7pPr>
    <a:lvl8pPr marL="32004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8pPr>
    <a:lvl9pPr marL="36576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48"/>
  </p:normalViewPr>
  <p:slideViewPr>
    <p:cSldViewPr snapToGrid="0">
      <p:cViewPr varScale="1">
        <p:scale>
          <a:sx n="112" d="100"/>
          <a:sy n="112" d="100"/>
        </p:scale>
        <p:origin x="768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107D6A-391A-733D-7146-C47BB54806C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buNone/>
              <a:defRPr sz="6000"/>
            </a:lvl1pPr>
          </a:lstStyle>
          <a:p>
            <a:r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6A7D1CA-5469-E7BD-4C09-06BAF3FAED4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72DDB0-82DE-9823-99C0-47FDF8D9AB3D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520AC514-00C7-554D-9581-DF80ECB5DFB1}" type="datetimeFigureOut">
              <a:t>10/17/26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81574E4-8799-EEFD-BB57-3C391A4F89CD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EC5C81D-87B1-976B-3BD1-D7E6EB1314F1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343EB0DB-ACB7-FA41-B8A5-4570489582B2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74EC01-05D3-E4F3-089D-52A95BC3B4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E28F-65DE-C88A-14EF-B254BC9F2F2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3D76CAA-5EE5-80AE-EEF9-348100D10F6A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520AC514-00C7-554D-9581-DF80ECB5DFB1}" type="datetimeFigureOut">
              <a:t>10/17/26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5D78E11-EAA8-669C-EDA4-6F8BA7BB9F20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54CC635-806B-E9DD-9FE6-BDDD7C1EBE2E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343EB0DB-ACB7-FA41-B8A5-4570489582B2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2B9210-A4D7-1098-C7BF-54C5BA83CA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buNone/>
              <a:defRPr sz="6000"/>
            </a:lvl1pPr>
          </a:lstStyle>
          <a:p>
            <a:r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F34BE45-8269-507D-BA0F-2784356F8AB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5BF526-62F8-D184-327D-E83D32B38EDA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520AC514-00C7-554D-9581-DF80ECB5DFB1}" type="datetimeFigureOut">
              <a:t>10/17/26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9BC7690-3AE0-852E-B587-C0DB567BBBD6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73FD4D-C796-C917-E4DC-24E0EB06B35F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343EB0DB-ACB7-FA41-B8A5-4570489582B2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EB6FD7-5D15-1E44-3008-04B16E6531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5C6F39-C5AD-90B7-C110-D516F8B9D82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7AB8553-EDEE-4372-67E3-3A6E7B4FA819}"/>
              </a:ext>
            </a:extLst>
          </p:cNvPr>
          <p:cNvSpPr>
            <a:spLocks noGrp="1"/>
          </p:cNvSpPr>
          <p:nvPr>
            <p:ph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1E66A18-D3A4-C659-5244-50882AE467BB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520AC514-00C7-554D-9581-DF80ECB5DFB1}" type="datetimeFigureOut">
              <a:t>10/17/26</a:t>
            </a:fld>
            <a:endParaRPr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4D2F0C9-E4AF-57D7-2209-5EE94957F173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E08212C-A019-ED64-09EF-71250ECB7367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343EB0DB-ACB7-FA41-B8A5-4570489582B2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0692DD-2F15-D842-AF8C-78B9C6F4C3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E65883A-7AF3-565F-091C-3CCD34E9E85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B6806D8-49DD-8BDC-E96E-60E01922E6CD}"/>
              </a:ext>
            </a:extLst>
          </p:cNvPr>
          <p:cNvSpPr>
            <a:spLocks noGrp="1"/>
          </p:cNvSpPr>
          <p:nvPr>
            <p:ph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438966E-BFD1-E558-73EE-5ACFA860D761}"/>
              </a:ext>
            </a:extLst>
          </p:cNvPr>
          <p:cNvSpPr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buNone/>
            </a:pPr>
            <a:r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191C91A-69EF-0128-C8AB-00DAD3633105}"/>
              </a:ext>
            </a:extLst>
          </p:cNvPr>
          <p:cNvSpPr>
            <a:spLocks noGrp="1"/>
          </p:cNvSpPr>
          <p:nvPr>
            <p:ph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EFBD2C9-4DEF-1298-E73A-5AC055CFBA00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520AC514-00C7-554D-9581-DF80ECB5DFB1}" type="datetimeFigureOut">
              <a:t>10/17/26</a:t>
            </a:fld>
            <a:endParaRPr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4443073-9130-1537-3BB5-8CFEB2785BC9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9796712-985F-4544-8CE7-0B277227106A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343EB0DB-ACB7-FA41-B8A5-4570489582B2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89DA46-D65E-8485-88F5-EA610B5D04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FD4CF7C-9184-9FE1-2B84-39558258B20A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520AC514-00C7-554D-9581-DF80ECB5DFB1}" type="datetimeFigureOut">
              <a:t>10/17/26</a:t>
            </a:fld>
            <a:endParaRPr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3D5862E-9C90-AB28-CE5E-8C651700591E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AC13E09-6A4F-3BA2-212C-3998EAB25217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343EB0DB-ACB7-FA41-B8A5-4570489582B2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721EB7E-1816-7253-EA1D-096D206A2EE9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520AC514-00C7-554D-9581-DF80ECB5DFB1}" type="datetimeFigureOut">
              <a:t>10/17/26</a:t>
            </a:fld>
            <a:endParaRPr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55B6FDC-8E39-A90F-8FE6-832324C6B0AB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A399052-1967-BEA6-AC21-A6D0A7F7192A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343EB0DB-ACB7-FA41-B8A5-4570489582B2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317794-777D-2727-8E9A-812928710C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buNone/>
              <a:defRPr sz="3200"/>
            </a:lvl1pPr>
          </a:lstStyle>
          <a:p>
            <a:r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ECC44F-7641-96A6-09C6-E167EAB1468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959236E-8D54-FA9D-F6B7-43FB8B3A2531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B2E469E-AA93-D6F4-AE71-1CE1D2A76A5E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520AC514-00C7-554D-9581-DF80ECB5DFB1}" type="datetimeFigureOut">
              <a:t>10/17/26</a:t>
            </a:fld>
            <a:endParaRPr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37518F9-C15E-995F-9276-FAAA150CEB13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0B78669-4272-2528-7735-5E66C2CA4A86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343EB0DB-ACB7-FA41-B8A5-4570489582B2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920BB9-1F0B-5D91-DEE5-3AB3AB2C62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buNone/>
              <a:defRPr sz="3200"/>
            </a:lvl1pPr>
          </a:lstStyle>
          <a:p>
            <a:r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C5F202C-4DE6-2A56-79A0-3995A98C0BF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BCBE42D-57A2-178B-571F-FDD5DFE30FFA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A9D7C4A-F25F-CB4F-08A9-237693E00FAA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520AC514-00C7-554D-9581-DF80ECB5DFB1}" type="datetimeFigureOut">
              <a:t>10/17/26</a:t>
            </a:fld>
            <a:endParaRPr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B538DA9-A8E3-4F6D-A2EA-E2D4FD782FE3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2D7CE0A-9EE5-174C-0798-E3051FE59B15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343EB0DB-ACB7-FA41-B8A5-4570489582B2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2CBC7C-A513-D815-1327-72B466B175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12C8DC6-C8BB-77EC-707D-BD7B96D16CC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vert="eaVert"/>
          <a:lstStyle/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771B05C-043B-322F-4430-DE3DDA8E0810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520AC514-00C7-554D-9581-DF80ECB5DFB1}" type="datetimeFigureOut">
              <a:t>10/17/26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4FFF545-24DE-8FE6-0F13-64A96AB1B3A8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BD3BD96-2A70-E31A-0591-EB2CFD9095EF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343EB0DB-ACB7-FA41-B8A5-4570489582B2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100537D-D588-6A23-344C-773BB1AD7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EC658D6-BAB6-21CB-B935-3306F3170C4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630C506-33D5-E35A-7458-7C89DD20C9F4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520AC514-00C7-554D-9581-DF80ECB5DFB1}" type="datetimeFigureOut">
              <a:t>10/17/26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85B2ED-5ABB-0BF7-4F44-551AEE203432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58313E-0EBE-6C0B-26DC-F87C53FAF0C0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343EB0DB-ACB7-FA41-B8A5-4570489582B2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3020A56-B924-6961-72F2-AA95B82664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anchor="ctr">
            <a:normAutofit/>
          </a:bodyPr>
          <a:lstStyle/>
          <a:p>
            <a:r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98753A0-6380-B53E-80B2-FDA7E58662B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>
            <a:normAutofit/>
          </a:bodyPr>
          <a:lstStyle/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15D4E82-71AE-D17B-9CC4-1EC433C9396A}"/>
              </a:ext>
            </a:extLst>
          </p:cNvPr>
          <p:cNvSpPr>
            <a:spLocks noGrp="1"/>
          </p:cNvSpPr>
          <p:nvPr>
            <p:ph type="dt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l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20AC514-00C7-554D-9581-DF80ECB5DFB1}" type="datetimeFigureOut">
              <a:t>10/17/26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E708FC3-E754-39AF-DDD5-5D2216B73E4C}"/>
              </a:ext>
            </a:extLst>
          </p:cNvPr>
          <p:cNvSpPr>
            <a:spLocks noGrp="1"/>
          </p:cNvSpPr>
          <p:nvPr>
            <p:ph type="ft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ctr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ED2B122-0432-25F7-9FF7-01D9C59D7879}"/>
              </a:ext>
            </a:extLst>
          </p:cNvPr>
          <p:cNvSpPr>
            <a:spLocks noGrp="1"/>
          </p:cNvSpPr>
          <p:nvPr>
            <p:ph type="sldNum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r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43EB0DB-ACB7-FA41-B8A5-4570489582B2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openxmlformats.org/officeDocument/2006/relationships/image" Target="../media/image1.png"/><Relationship Id="rId7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7.png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openxmlformats.org/officeDocument/2006/relationships/image" Target="../media/image1.png"/><Relationship Id="rId7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7.png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openxmlformats.org/officeDocument/2006/relationships/image" Target="../media/image1.png"/><Relationship Id="rId7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7.png"/><Relationship Id="rId4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image" Target="../media/image1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1.png"/><Relationship Id="rId7" Type="http://schemas.openxmlformats.org/officeDocument/2006/relationships/image" Target="../media/image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.png"/><Relationship Id="rId5" Type="http://schemas.openxmlformats.org/officeDocument/2006/relationships/image" Target="../media/image2.png"/><Relationship Id="rId4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46EB39A4-CAD9-4D1E-BBA2-1C1CE337339C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/>
          </a:blip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795CF99A-BA27-4942-9C60-9F9DB5E121B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81692" y="647236"/>
            <a:ext cx="4251158" cy="5363959"/>
          </a:xfrm>
          <a:prstGeom prst="rect">
            <a:avLst/>
          </a:prstGeom>
        </p:spPr>
      </p:pic>
      <p:sp>
        <p:nvSpPr>
          <p:cNvPr id="5" name="Study story caption">
            <a:extLst>
              <a:ext uri="{FF2B5EF4-FFF2-40B4-BE49-F238E27FC236}">
                <a16:creationId xmlns:a16="http://schemas.microsoft.com/office/drawing/2014/main" id="{432E87CC-64D4-4EBE-8289-9D26B8E86A1F}"/>
              </a:ext>
            </a:extLst>
          </p:cNvPr>
          <p:cNvSpPr>
            <a:spLocks noGrp="1"/>
          </p:cNvSpPr>
          <p:nvPr/>
        </p:nvSpPr>
        <p:spPr>
          <a:xfrm>
            <a:off x="762000" y="5753100"/>
            <a:ext cx="10668000" cy="91440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txBody>
          <a:bodyPr wrap="square" lIns="152400" tIns="76200" rIns="152400" bIns="76200" anchor="ctr">
            <a:noAutofit/>
          </a:bodyPr>
          <a:lstStyle>
            <a:defPPr algn="ctr"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buNone/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This is Zoe.</a:t>
            </a:r>
          </a:p>
        </p:txBody>
      </p:sp>
    </p:spTree>
    <p:extLst>
      <p:ext uri="{BB962C8B-B14F-4D97-AF65-F5344CB8AC3E}">
        <p14:creationId xmlns:p14="http://schemas.microsoft.com/office/powerpoint/2010/main" val="311023291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>
            <a:extLst>
              <a:ext uri="{FF2B5EF4-FFF2-40B4-BE49-F238E27FC236}">
                <a16:creationId xmlns:a16="http://schemas.microsoft.com/office/drawing/2014/main" id="{B8EE0DBB-C1CD-43AA-9E93-37317CEEC180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/>
          </a:blip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9DDFE7DF-6BF4-4754-AE7B-05CF27FACE0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81692" y="647236"/>
            <a:ext cx="4251158" cy="5363959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7C348765-7D32-426B-AE2B-98A2BAD009B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94607" y="4266090"/>
            <a:ext cx="1027288" cy="318871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6C8E29A3-6865-4462-A64F-2A220BCFEFF1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31309" t="37775" r="29949" b="24568"/>
          <a:stretch>
            <a:fillRect/>
          </a:stretch>
        </p:blipFill>
        <p:spPr>
          <a:xfrm>
            <a:off x="4444417" y="4288421"/>
            <a:ext cx="457200" cy="22402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F25F137-ECA3-416E-94E3-6C4421670791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31309" t="37775" r="29949" b="24568"/>
          <a:stretch>
            <a:fillRect/>
          </a:stretch>
        </p:blipFill>
        <p:spPr>
          <a:xfrm>
            <a:off x="4768856" y="4266089"/>
            <a:ext cx="457200" cy="224025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135C8E81-D74D-4253-A205-672C50CB21A2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31309" t="37775" r="29949" b="24568"/>
          <a:stretch>
            <a:fillRect/>
          </a:stretch>
        </p:blipFill>
        <p:spPr>
          <a:xfrm>
            <a:off x="4579651" y="4215906"/>
            <a:ext cx="457200" cy="22402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FCA9E177-1714-48A5-91DB-4F761DD81F9E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31309" t="37775" r="29949" b="24568"/>
          <a:stretch>
            <a:fillRect/>
          </a:stretch>
        </p:blipFill>
        <p:spPr>
          <a:xfrm>
            <a:off x="4768367" y="4183642"/>
            <a:ext cx="457200" cy="224025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66144CC3-01C0-4A9B-BB54-6CB4AF701FBE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31309" t="37775" r="29949" b="24568"/>
          <a:stretch>
            <a:fillRect/>
          </a:stretch>
        </p:blipFill>
        <p:spPr>
          <a:xfrm>
            <a:off x="4348578" y="4199774"/>
            <a:ext cx="457200" cy="224025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F0F7A7E4-E66A-4134-A83C-AC2D8D8B7B7A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31309" t="37775" r="29949" b="24568"/>
          <a:stretch>
            <a:fillRect/>
          </a:stretch>
        </p:blipFill>
        <p:spPr>
          <a:xfrm>
            <a:off x="4465948" y="4120919"/>
            <a:ext cx="457200" cy="224025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BC593684-0EF9-4AE7-9A66-850DA5F2E4E5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31309" t="37775" r="29949" b="24568"/>
          <a:stretch>
            <a:fillRect/>
          </a:stretch>
        </p:blipFill>
        <p:spPr>
          <a:xfrm>
            <a:off x="4630676" y="4087761"/>
            <a:ext cx="457200" cy="224025"/>
          </a:xfrm>
          <a:prstGeom prst="rect">
            <a:avLst/>
          </a:prstGeom>
        </p:spPr>
      </p:pic>
      <p:sp>
        <p:nvSpPr>
          <p:cNvPr id="14" name="Study story caption">
            <a:extLst>
              <a:ext uri="{FF2B5EF4-FFF2-40B4-BE49-F238E27FC236}">
                <a16:creationId xmlns:a16="http://schemas.microsoft.com/office/drawing/2014/main" id="{57921D45-8EF5-4746-A4B2-3BE762B6DE77}"/>
              </a:ext>
            </a:extLst>
          </p:cNvPr>
          <p:cNvSpPr>
            <a:spLocks noGrp="1"/>
          </p:cNvSpPr>
          <p:nvPr/>
        </p:nvSpPr>
        <p:spPr>
          <a:xfrm>
            <a:off x="762000" y="5753100"/>
            <a:ext cx="10668000" cy="91440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txBody>
          <a:bodyPr wrap="square" lIns="152400" tIns="76200" rIns="152400" bIns="76200" anchor="ctr">
            <a:noAutofit/>
          </a:bodyPr>
          <a:lstStyle>
            <a:defPPr algn="ctr"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buNone/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Zoe has 8 cookies.</a:t>
            </a:r>
          </a:p>
        </p:txBody>
      </p:sp>
    </p:spTree>
    <p:extLst>
      <p:ext uri="{BB962C8B-B14F-4D97-AF65-F5344CB8AC3E}">
        <p14:creationId xmlns:p14="http://schemas.microsoft.com/office/powerpoint/2010/main" val="191284381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41672E97-951D-4239-90D8-BAAE5EE2121E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/>
          </a:blip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AF486500-79E8-4311-BD15-3C0C3D9E12A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56422" y="392428"/>
            <a:ext cx="4101698" cy="5618767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DE5BC04-8320-4E8D-B56C-2030A2E5154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056423" y="391382"/>
            <a:ext cx="4101697" cy="5343860"/>
          </a:xfrm>
          <a:prstGeom prst="rect">
            <a:avLst/>
          </a:prstGeom>
        </p:spPr>
      </p:pic>
      <p:sp>
        <p:nvSpPr>
          <p:cNvPr id="6" name="Study story caption">
            <a:extLst>
              <a:ext uri="{FF2B5EF4-FFF2-40B4-BE49-F238E27FC236}">
                <a16:creationId xmlns:a16="http://schemas.microsoft.com/office/drawing/2014/main" id="{6AA1A1D3-6766-41C2-9991-D15A42D827B9}"/>
              </a:ext>
            </a:extLst>
          </p:cNvPr>
          <p:cNvSpPr>
            <a:spLocks noGrp="1"/>
          </p:cNvSpPr>
          <p:nvPr/>
        </p:nvSpPr>
        <p:spPr>
          <a:xfrm>
            <a:off x="762000" y="5753100"/>
            <a:ext cx="10668000" cy="91440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txBody>
          <a:bodyPr wrap="square" lIns="152400" tIns="76200" rIns="152400" bIns="76200" anchor="ctr">
            <a:noAutofit/>
          </a:bodyPr>
          <a:lstStyle>
            <a:defPPr algn="ctr"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buNone/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This is Rex.</a:t>
            </a:r>
          </a:p>
        </p:txBody>
      </p:sp>
    </p:spTree>
    <p:extLst>
      <p:ext uri="{BB962C8B-B14F-4D97-AF65-F5344CB8AC3E}">
        <p14:creationId xmlns:p14="http://schemas.microsoft.com/office/powerpoint/2010/main" val="42889590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66CF1815-00D2-476F-ADDC-37F877EAD367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/>
          </a:blip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35692B33-0192-470D-9A5B-FD473E827CA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56423" y="391382"/>
            <a:ext cx="4101697" cy="5343860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09538A93-E385-4111-AEB0-F57AB6243C9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056422" y="4192158"/>
            <a:ext cx="1265473" cy="392804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07B9FADD-D3E0-4E44-A751-4918F3DB6880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31309" t="37775" r="29949" b="24568"/>
          <a:stretch>
            <a:fillRect/>
          </a:stretch>
        </p:blipFill>
        <p:spPr>
          <a:xfrm>
            <a:off x="4245816" y="4236479"/>
            <a:ext cx="563206" cy="275967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BA6AF85C-7CAA-4E4F-81A7-9A75A60E05F4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31309" t="37775" r="29949" b="24568"/>
          <a:stretch>
            <a:fillRect/>
          </a:stretch>
        </p:blipFill>
        <p:spPr>
          <a:xfrm>
            <a:off x="4662850" y="4214147"/>
            <a:ext cx="563206" cy="275967"/>
          </a:xfrm>
          <a:prstGeom prst="rect">
            <a:avLst/>
          </a:prstGeom>
        </p:spPr>
      </p:pic>
      <p:sp>
        <p:nvSpPr>
          <p:cNvPr id="11" name="Study story caption">
            <a:extLst>
              <a:ext uri="{FF2B5EF4-FFF2-40B4-BE49-F238E27FC236}">
                <a16:creationId xmlns:a16="http://schemas.microsoft.com/office/drawing/2014/main" id="{B2010802-5017-42D2-B32A-8A46CB436667}"/>
              </a:ext>
            </a:extLst>
          </p:cNvPr>
          <p:cNvSpPr>
            <a:spLocks noGrp="1"/>
          </p:cNvSpPr>
          <p:nvPr/>
        </p:nvSpPr>
        <p:spPr>
          <a:xfrm>
            <a:off x="762000" y="5753100"/>
            <a:ext cx="10668000" cy="91440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txBody>
          <a:bodyPr wrap="square" lIns="152400" tIns="76200" rIns="152400" bIns="76200" anchor="ctr">
            <a:noAutofit/>
          </a:bodyPr>
          <a:lstStyle>
            <a:defPPr algn="ctr"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buNone/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Rex has 2 cookies.</a:t>
            </a:r>
          </a:p>
        </p:txBody>
      </p:sp>
    </p:spTree>
    <p:extLst>
      <p:ext uri="{BB962C8B-B14F-4D97-AF65-F5344CB8AC3E}">
        <p14:creationId xmlns:p14="http://schemas.microsoft.com/office/powerpoint/2010/main" val="81409015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8232E958-A1AC-4812-ABFF-539455C8E9BD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/>
          </a:blip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9F785813-8378-4C11-BB62-25EA8F47DF7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25426" y="219390"/>
            <a:ext cx="4101698" cy="561876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D0B2BB0-8D09-4218-B038-AB350642930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20498" y="566405"/>
            <a:ext cx="3464364" cy="5271752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224A415A-C52F-48DE-BB5E-8BF5CD10F3B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826014" y="230965"/>
            <a:ext cx="4101697" cy="5343860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B925710B-27FE-4F83-8FC4-C6F80ECB772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745803" y="4027991"/>
            <a:ext cx="1384165" cy="429646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5B5F49C7-4295-44E1-9095-38AA0B427829}"/>
              </a:ext>
            </a:extLst>
          </p:cNvPr>
          <p:cNvPicPr>
            <a:picLocks noChangeAspect="1"/>
          </p:cNvPicPr>
          <p:nvPr/>
        </p:nvPicPr>
        <p:blipFill>
          <a:blip r:embed="rId8"/>
          <a:srcRect l="31309" t="37775" r="29949" b="24568"/>
          <a:stretch>
            <a:fillRect/>
          </a:stretch>
        </p:blipFill>
        <p:spPr>
          <a:xfrm>
            <a:off x="7931613" y="4060938"/>
            <a:ext cx="616031" cy="301851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D604B760-F2F9-42FA-BBC6-2894123F235B}"/>
              </a:ext>
            </a:extLst>
          </p:cNvPr>
          <p:cNvPicPr>
            <a:picLocks noChangeAspect="1"/>
          </p:cNvPicPr>
          <p:nvPr/>
        </p:nvPicPr>
        <p:blipFill>
          <a:blip r:embed="rId8"/>
          <a:srcRect l="31309" t="37775" r="29949" b="24568"/>
          <a:stretch>
            <a:fillRect/>
          </a:stretch>
        </p:blipFill>
        <p:spPr>
          <a:xfrm>
            <a:off x="8418098" y="4060938"/>
            <a:ext cx="616031" cy="301851"/>
          </a:xfrm>
          <a:prstGeom prst="rect">
            <a:avLst/>
          </a:prstGeom>
        </p:spPr>
      </p:pic>
      <p:sp>
        <p:nvSpPr>
          <p:cNvPr id="11" name="Study story caption">
            <a:extLst>
              <a:ext uri="{FF2B5EF4-FFF2-40B4-BE49-F238E27FC236}">
                <a16:creationId xmlns:a16="http://schemas.microsoft.com/office/drawing/2014/main" id="{2DA8A96C-F9A2-4BA2-84B1-CB0F1E01DE01}"/>
              </a:ext>
            </a:extLst>
          </p:cNvPr>
          <p:cNvSpPr>
            <a:spLocks noGrp="1"/>
          </p:cNvSpPr>
          <p:nvPr/>
        </p:nvSpPr>
        <p:spPr>
          <a:xfrm>
            <a:off x="762000" y="5753100"/>
            <a:ext cx="10668000" cy="91440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txBody>
          <a:bodyPr wrap="square" lIns="152400" tIns="76200" rIns="152400" bIns="76200" anchor="ctr">
            <a:noAutofit/>
          </a:bodyPr>
          <a:lstStyle>
            <a:defPPr algn="ctr"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buNone/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Zoe wants Rex to have fewer cookies.</a:t>
            </a:r>
          </a:p>
        </p:txBody>
      </p:sp>
    </p:spTree>
    <p:extLst>
      <p:ext uri="{BB962C8B-B14F-4D97-AF65-F5344CB8AC3E}">
        <p14:creationId xmlns:p14="http://schemas.microsoft.com/office/powerpoint/2010/main" val="349988126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8232E958-A1AC-4812-ABFF-539455C8E9BD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/>
          </a:blip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9F785813-8378-4C11-BB62-25EA8F47DF7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25426" y="219390"/>
            <a:ext cx="4101698" cy="561876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D0B2BB0-8D09-4218-B038-AB350642930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20498" y="566405"/>
            <a:ext cx="3464364" cy="5271752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224A415A-C52F-48DE-BB5E-8BF5CD10F3B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826014" y="230965"/>
            <a:ext cx="4101697" cy="5343860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B925710B-27FE-4F83-8FC4-C6F80ECB772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745803" y="4027991"/>
            <a:ext cx="1384165" cy="429646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5B5F49C7-4295-44E1-9095-38AA0B427829}"/>
              </a:ext>
            </a:extLst>
          </p:cNvPr>
          <p:cNvPicPr>
            <a:picLocks noChangeAspect="1"/>
          </p:cNvPicPr>
          <p:nvPr/>
        </p:nvPicPr>
        <p:blipFill>
          <a:blip r:embed="rId8"/>
          <a:srcRect l="31309" t="37775" r="29949" b="24568"/>
          <a:stretch>
            <a:fillRect/>
          </a:stretch>
        </p:blipFill>
        <p:spPr>
          <a:xfrm>
            <a:off x="7931613" y="4060938"/>
            <a:ext cx="616031" cy="301851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D604B760-F2F9-42FA-BBC6-2894123F235B}"/>
              </a:ext>
            </a:extLst>
          </p:cNvPr>
          <p:cNvPicPr>
            <a:picLocks noChangeAspect="1"/>
          </p:cNvPicPr>
          <p:nvPr/>
        </p:nvPicPr>
        <p:blipFill>
          <a:blip r:embed="rId8"/>
          <a:srcRect l="31309" t="37775" r="29949" b="24568"/>
          <a:stretch>
            <a:fillRect/>
          </a:stretch>
        </p:blipFill>
        <p:spPr>
          <a:xfrm>
            <a:off x="8418098" y="4060938"/>
            <a:ext cx="616031" cy="301851"/>
          </a:xfrm>
          <a:prstGeom prst="rect">
            <a:avLst/>
          </a:prstGeom>
        </p:spPr>
      </p:pic>
      <p:sp>
        <p:nvSpPr>
          <p:cNvPr id="11" name="Study story caption">
            <a:extLst>
              <a:ext uri="{FF2B5EF4-FFF2-40B4-BE49-F238E27FC236}">
                <a16:creationId xmlns:a16="http://schemas.microsoft.com/office/drawing/2014/main" id="{2DA8A96C-F9A2-4BA2-84B1-CB0F1E01DE01}"/>
              </a:ext>
            </a:extLst>
          </p:cNvPr>
          <p:cNvSpPr>
            <a:spLocks noGrp="1"/>
          </p:cNvSpPr>
          <p:nvPr/>
        </p:nvSpPr>
        <p:spPr>
          <a:xfrm>
            <a:off x="762000" y="5753100"/>
            <a:ext cx="10668000" cy="91440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txBody>
          <a:bodyPr wrap="square" lIns="152400" tIns="0" rIns="152400" bIns="0" anchor="ctr">
            <a:noAutofit/>
          </a:bodyPr>
          <a:lstStyle>
            <a:defPPr algn="ctr">
              <a:defRPr sz="27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buNone/>
              <a:defRPr sz="27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000" b="1" dirty="0">
                <a:solidFill>
                  <a:srgbClr val="111111"/>
                </a:solidFill>
                <a:latin typeface="Arial"/>
                <a:ea typeface="Arial"/>
                <a:cs typeface="Arial"/>
              </a:rPr>
              <a:t>Rex tells Zoe, “I know you’re going to throw my cookies.”</a:t>
            </a:r>
          </a:p>
        </p:txBody>
      </p:sp>
    </p:spTree>
    <p:extLst>
      <p:ext uri="{BB962C8B-B14F-4D97-AF65-F5344CB8AC3E}">
        <p14:creationId xmlns:p14="http://schemas.microsoft.com/office/powerpoint/2010/main" val="349988126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8232E958-A1AC-4812-ABFF-539455C8E9BD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/>
          </a:blip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9F785813-8378-4C11-BB62-25EA8F47DF7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25426" y="219390"/>
            <a:ext cx="4101698" cy="561876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D0B2BB0-8D09-4218-B038-AB350642930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20498" y="566405"/>
            <a:ext cx="3464364" cy="5271752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224A415A-C52F-48DE-BB5E-8BF5CD10F3B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826014" y="230965"/>
            <a:ext cx="4101697" cy="5343860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B925710B-27FE-4F83-8FC4-C6F80ECB772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745803" y="4027991"/>
            <a:ext cx="1384165" cy="429646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5B5F49C7-4295-44E1-9095-38AA0B427829}"/>
              </a:ext>
            </a:extLst>
          </p:cNvPr>
          <p:cNvPicPr>
            <a:picLocks noChangeAspect="1"/>
          </p:cNvPicPr>
          <p:nvPr/>
        </p:nvPicPr>
        <p:blipFill>
          <a:blip r:embed="rId8"/>
          <a:srcRect l="31309" t="37775" r="29949" b="24568"/>
          <a:stretch>
            <a:fillRect/>
          </a:stretch>
        </p:blipFill>
        <p:spPr>
          <a:xfrm>
            <a:off x="7931613" y="4060938"/>
            <a:ext cx="616031" cy="301851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D604B760-F2F9-42FA-BBC6-2894123F235B}"/>
              </a:ext>
            </a:extLst>
          </p:cNvPr>
          <p:cNvPicPr>
            <a:picLocks noChangeAspect="1"/>
          </p:cNvPicPr>
          <p:nvPr/>
        </p:nvPicPr>
        <p:blipFill>
          <a:blip r:embed="rId8"/>
          <a:srcRect l="31309" t="37775" r="29949" b="24568"/>
          <a:stretch>
            <a:fillRect/>
          </a:stretch>
        </p:blipFill>
        <p:spPr>
          <a:xfrm>
            <a:off x="8418098" y="4060938"/>
            <a:ext cx="616031" cy="301851"/>
          </a:xfrm>
          <a:prstGeom prst="rect">
            <a:avLst/>
          </a:prstGeom>
        </p:spPr>
      </p:pic>
      <p:sp>
        <p:nvSpPr>
          <p:cNvPr id="11" name="Study story caption">
            <a:extLst>
              <a:ext uri="{FF2B5EF4-FFF2-40B4-BE49-F238E27FC236}">
                <a16:creationId xmlns:a16="http://schemas.microsoft.com/office/drawing/2014/main" id="{2DA8A96C-F9A2-4BA2-84B1-CB0F1E01DE01}"/>
              </a:ext>
            </a:extLst>
          </p:cNvPr>
          <p:cNvSpPr>
            <a:spLocks noGrp="1"/>
          </p:cNvSpPr>
          <p:nvPr/>
        </p:nvSpPr>
        <p:spPr>
          <a:xfrm>
            <a:off x="762000" y="5753100"/>
            <a:ext cx="10668000" cy="91440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txBody>
          <a:bodyPr wrap="square" lIns="152400" tIns="76200" rIns="152400" bIns="76200" anchor="ctr">
            <a:noAutofit/>
          </a:bodyPr>
          <a:lstStyle>
            <a:defPPr algn="ctr"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buNone/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Rex tells Zoe, “I’m not okay with that.”</a:t>
            </a:r>
          </a:p>
        </p:txBody>
      </p:sp>
    </p:spTree>
    <p:extLst>
      <p:ext uri="{BB962C8B-B14F-4D97-AF65-F5344CB8AC3E}">
        <p14:creationId xmlns:p14="http://schemas.microsoft.com/office/powerpoint/2010/main" val="349988126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BEFFF022-65AD-49CB-AC11-8B7AD25C5A84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/>
          </a:blip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AF87B42E-169A-4501-8457-0850AC26C4E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19748" y="0"/>
            <a:ext cx="4469350" cy="5625892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16416720-D82E-425C-92D1-2A704CDC8B8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25411" y="212265"/>
            <a:ext cx="4101727" cy="5625892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2E8E5D5C-8683-4A56-B8C1-2103D464576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1881285">
            <a:off x="6623832" y="2285536"/>
            <a:ext cx="1513411" cy="762942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C568DC36-272B-4755-A2AC-A150001294A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306380" y="318445"/>
            <a:ext cx="3034947" cy="5185176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D420580C-5704-4A73-8C21-CAC5DC9EDDD7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102680" y="3993267"/>
            <a:ext cx="1027288" cy="41807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BEEA5CD6-3050-464B-AB3B-F29D85A1808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1881285">
            <a:off x="6756263" y="2741578"/>
            <a:ext cx="1513411" cy="762942"/>
          </a:xfrm>
          <a:prstGeom prst="rect">
            <a:avLst/>
          </a:prstGeom>
        </p:spPr>
      </p:pic>
      <p:sp>
        <p:nvSpPr>
          <p:cNvPr id="19" name="Study story caption">
            <a:extLst>
              <a:ext uri="{FF2B5EF4-FFF2-40B4-BE49-F238E27FC236}">
                <a16:creationId xmlns:a16="http://schemas.microsoft.com/office/drawing/2014/main" id="{DD9DE746-C169-48EA-9F9D-C01A74F6D054}"/>
              </a:ext>
            </a:extLst>
          </p:cNvPr>
          <p:cNvSpPr>
            <a:spLocks noGrp="1"/>
          </p:cNvSpPr>
          <p:nvPr/>
        </p:nvSpPr>
        <p:spPr>
          <a:xfrm>
            <a:off x="762000" y="5753100"/>
            <a:ext cx="10668000" cy="91440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txBody>
          <a:bodyPr wrap="square" lIns="152400" tIns="76200" rIns="152400" bIns="76200" anchor="ctr">
            <a:noAutofit/>
          </a:bodyPr>
          <a:lstStyle>
            <a:defPPr algn="ctr"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buNone/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Oh no! Zoe throws 2 of Rex’s cookies!</a:t>
            </a:r>
          </a:p>
        </p:txBody>
      </p:sp>
    </p:spTree>
    <p:extLst>
      <p:ext uri="{BB962C8B-B14F-4D97-AF65-F5344CB8AC3E}">
        <p14:creationId xmlns:p14="http://schemas.microsoft.com/office/powerpoint/2010/main" val="345632798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Picture 22">
            <a:extLst>
              <a:ext uri="{FF2B5EF4-FFF2-40B4-BE49-F238E27FC236}">
                <a16:creationId xmlns:a16="http://schemas.microsoft.com/office/drawing/2014/main" id="{F95D88B8-15EA-4B38-BE08-9477209BB7D1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/>
          </a:blip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41FE7B4-E3C6-4CAD-8AB8-5D6B534C25B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60807" y="285732"/>
            <a:ext cx="4101697" cy="5343860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51BD983E-59CA-4520-A461-5C3FBC041B3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722900" y="405646"/>
            <a:ext cx="4251158" cy="5363959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02DBF575-92C7-42AF-811E-51C47111C60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035815" y="4024500"/>
            <a:ext cx="1027288" cy="318871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B419C40B-568F-4CAC-A1C8-B4B95A66CCEE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l="31309" t="37775" r="29949" b="24568"/>
          <a:stretch>
            <a:fillRect/>
          </a:stretch>
        </p:blipFill>
        <p:spPr>
          <a:xfrm>
            <a:off x="2185625" y="4046831"/>
            <a:ext cx="457200" cy="224025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F605B87F-1B71-4826-9FDA-BC1225D4BE95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l="31309" t="37775" r="29949" b="24568"/>
          <a:stretch>
            <a:fillRect/>
          </a:stretch>
        </p:blipFill>
        <p:spPr>
          <a:xfrm>
            <a:off x="2510064" y="4024499"/>
            <a:ext cx="457200" cy="22402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7E9B55A5-77B0-4993-8450-30B7749C78D9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l="31309" t="37775" r="29949" b="24568"/>
          <a:stretch>
            <a:fillRect/>
          </a:stretch>
        </p:blipFill>
        <p:spPr>
          <a:xfrm>
            <a:off x="2320859" y="3974316"/>
            <a:ext cx="457200" cy="224025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48AA6E77-FE77-4024-827D-8BE47CCB4AD8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l="31309" t="37775" r="29949" b="24568"/>
          <a:stretch>
            <a:fillRect/>
          </a:stretch>
        </p:blipFill>
        <p:spPr>
          <a:xfrm>
            <a:off x="2509575" y="3942052"/>
            <a:ext cx="457200" cy="224025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530F46D9-5507-4C82-801E-169AE010FACB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l="31309" t="37775" r="29949" b="24568"/>
          <a:stretch>
            <a:fillRect/>
          </a:stretch>
        </p:blipFill>
        <p:spPr>
          <a:xfrm>
            <a:off x="2089786" y="3958184"/>
            <a:ext cx="457200" cy="224025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21640880-B4A8-4C0D-9C57-0D5116D5E127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 flipH="1">
            <a:off x="6304720" y="5050421"/>
            <a:ext cx="812666" cy="41136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538BA4A1-8730-4190-A61B-9D894F8D57A0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 flipH="1">
            <a:off x="5956284" y="4915409"/>
            <a:ext cx="812666" cy="411363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5A470F8E-A160-4A36-8E2E-C6DD4B8BE28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26849" y="4036689"/>
            <a:ext cx="1027288" cy="433137"/>
          </a:xfrm>
          <a:prstGeom prst="rect">
            <a:avLst/>
          </a:prstGeom>
        </p:spPr>
      </p:pic>
      <p:pic>
        <p:nvPicPr>
          <p:cNvPr id="32" name="Picture 31">
            <a:extLst>
              <a:ext uri="{FF2B5EF4-FFF2-40B4-BE49-F238E27FC236}">
                <a16:creationId xmlns:a16="http://schemas.microsoft.com/office/drawing/2014/main" id="{F0073621-3843-4DBB-B40F-0BA1FC6A134C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l="31309" t="37775" r="29949" b="24568"/>
          <a:stretch>
            <a:fillRect/>
          </a:stretch>
        </p:blipFill>
        <p:spPr>
          <a:xfrm>
            <a:off x="2207796" y="3867313"/>
            <a:ext cx="457200" cy="224025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BCF7F13B-3158-4B10-8AF6-22734302FA1C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l="31309" t="37775" r="29949" b="24568"/>
          <a:stretch>
            <a:fillRect/>
          </a:stretch>
        </p:blipFill>
        <p:spPr>
          <a:xfrm>
            <a:off x="2370103" y="3835049"/>
            <a:ext cx="457200" cy="224025"/>
          </a:xfrm>
          <a:prstGeom prst="rect">
            <a:avLst/>
          </a:prstGeom>
        </p:spPr>
      </p:pic>
      <p:sp>
        <p:nvSpPr>
          <p:cNvPr id="34" name="Study story caption">
            <a:extLst>
              <a:ext uri="{FF2B5EF4-FFF2-40B4-BE49-F238E27FC236}">
                <a16:creationId xmlns:a16="http://schemas.microsoft.com/office/drawing/2014/main" id="{FF672A8B-3E4C-4AFE-82E6-82F0BD525C6B}"/>
              </a:ext>
            </a:extLst>
          </p:cNvPr>
          <p:cNvSpPr>
            <a:spLocks noGrp="1"/>
          </p:cNvSpPr>
          <p:nvPr/>
        </p:nvSpPr>
        <p:spPr>
          <a:xfrm>
            <a:off x="762000" y="5753100"/>
            <a:ext cx="10668000" cy="91440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txBody>
          <a:bodyPr wrap="square" lIns="152400" tIns="76200" rIns="152400" bIns="76200" anchor="ctr">
            <a:noAutofit/>
          </a:bodyPr>
          <a:lstStyle>
            <a:defPPr algn="ctr"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buNone/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Zoe still has 8 cookies. Rex now has 0 cookies.</a:t>
            </a:r>
          </a:p>
        </p:txBody>
      </p:sp>
    </p:spTree>
    <p:extLst>
      <p:ext uri="{BB962C8B-B14F-4D97-AF65-F5344CB8AC3E}">
        <p14:creationId xmlns:p14="http://schemas.microsoft.com/office/powerpoint/2010/main" val="145169055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73</Words>
  <Application>Microsoft Macintosh PowerPoint</Application>
  <DocSecurity>0</DocSecurity>
  <PresentationFormat>Widescreen</PresentationFormat>
  <Paragraphs>9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David Rose</cp:lastModifiedBy>
  <cp:revision>1</cp:revision>
  <dcterms:created xsi:type="dcterms:W3CDTF">2026-10-16T18:05:59Z</dcterms:created>
  <dcterms:modified xsi:type="dcterms:W3CDTF">2026-10-17T12:58:44Z</dcterms:modified>
</cp:coreProperties>
</file>