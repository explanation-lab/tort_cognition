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f63a12a6ca4a47" /><Relationship Type="http://schemas.openxmlformats.org/officeDocument/2006/relationships/extended-properties" Target="/docProps/app.xml" Id="R0c8f9a3caddc4d2f" /><Relationship Type="http://schemas.openxmlformats.org/officeDocument/2006/relationships/officeDocument" Target="/ppt/presentation.xml" Id="Rd02f1fefdd3548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d892fc6722427a"/>
  </p:sldMasterIdLst>
  <p:notesMasterIdLst>
    <p:notesMasterId xmlns:r="http://schemas.openxmlformats.org/officeDocument/2006/relationships" r:id="Rb2e851ee68024a12"/>
  </p:notesMasterIdLst>
  <p:sldIdLst>
    <p:sldId xmlns:r="http://schemas.openxmlformats.org/officeDocument/2006/relationships" id="256" r:id="R5f573e25374b4101"/>
    <p:sldId xmlns:r="http://schemas.openxmlformats.org/officeDocument/2006/relationships" id="257" r:id="Rddaff22f7d5d4c53"/>
    <p:sldId xmlns:r="http://schemas.openxmlformats.org/officeDocument/2006/relationships" id="258" r:id="R8cf7ac69cf6d42b9"/>
    <p:sldId xmlns:r="http://schemas.openxmlformats.org/officeDocument/2006/relationships" id="259" r:id="R2426a3501ffe4a60"/>
    <p:sldId xmlns:r="http://schemas.openxmlformats.org/officeDocument/2006/relationships" id="260" r:id="R9d913f551d294152"/>
    <p:sldId xmlns:r="http://schemas.openxmlformats.org/officeDocument/2006/relationships" id="261" r:id="Rbcc51261032e474f"/>
    <p:sldId xmlns:r="http://schemas.openxmlformats.org/officeDocument/2006/relationships" id="262" r:id="R4a2c5271495a4ed6"/>
    <p:sldId xmlns:r="http://schemas.openxmlformats.org/officeDocument/2006/relationships" id="263" r:id="Rcd180e5b336d4e59"/>
    <p:sldId xmlns:r="http://schemas.openxmlformats.org/officeDocument/2006/relationships" id="264" r:id="Rc21378ad0dfd4ea4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c1ee6f4ab6493a" /><Relationship Type="http://schemas.openxmlformats.org/officeDocument/2006/relationships/slideMaster" Target="/ppt/slideMasters/slideMaster1.xml" Id="R95d892fc6722427a" /><Relationship Type="http://schemas.openxmlformats.org/officeDocument/2006/relationships/notesMaster" Target="/ppt/notesMasters/notesMaster1.xml" Id="Rb2e851ee68024a12" /><Relationship Type="http://schemas.openxmlformats.org/officeDocument/2006/relationships/presProps" Target="/ppt/presProps.xml" Id="Ra4dae241f3944193" /><Relationship Type="http://schemas.openxmlformats.org/officeDocument/2006/relationships/viewProps" Target="/ppt/viewProps.xml" Id="R513c46ec5cd14876" /><Relationship Type="http://schemas.openxmlformats.org/officeDocument/2006/relationships/tableStyles" Target="/ppt/tableStyles.xml" Id="Rddc6a972aaf74e31" /><Relationship Type="http://schemas.openxmlformats.org/officeDocument/2006/relationships/slide" Target="/ppt/slides/slide1.xml" Id="R5f573e25374b4101" /><Relationship Type="http://schemas.openxmlformats.org/officeDocument/2006/relationships/slide" Target="/ppt/slides/slide2.xml" Id="Rddaff22f7d5d4c53" /><Relationship Type="http://schemas.openxmlformats.org/officeDocument/2006/relationships/slide" Target="/ppt/slides/slide3.xml" Id="R8cf7ac69cf6d42b9" /><Relationship Type="http://schemas.openxmlformats.org/officeDocument/2006/relationships/slide" Target="/ppt/slides/slide4.xml" Id="R2426a3501ffe4a60" /><Relationship Type="http://schemas.openxmlformats.org/officeDocument/2006/relationships/slide" Target="/ppt/slides/slide5.xml" Id="R9d913f551d294152" /><Relationship Type="http://schemas.openxmlformats.org/officeDocument/2006/relationships/slide" Target="/ppt/slides/slide6.xml" Id="Rbcc51261032e474f" /><Relationship Type="http://schemas.openxmlformats.org/officeDocument/2006/relationships/slide" Target="/ppt/slides/slide7.xml" Id="R4a2c5271495a4ed6" /><Relationship Type="http://schemas.openxmlformats.org/officeDocument/2006/relationships/slide" Target="/ppt/slides/slide8.xml" Id="Rcd180e5b336d4e59" /><Relationship Type="http://schemas.openxmlformats.org/officeDocument/2006/relationships/slide" Target="/ppt/slides/slide9.xml" Id="Rc21378ad0dfd4e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140652dbb04d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a4acd418714b95" /><Relationship Type="http://schemas.openxmlformats.org/officeDocument/2006/relationships/notesMaster" Target="/ppt/notesMasters/notesMaster1.xml" Id="Rf74e0bab1c0d44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de82eb4ce04f92" /><Relationship Type="http://schemas.openxmlformats.org/officeDocument/2006/relationships/notesMaster" Target="/ppt/notesMasters/notesMaster1.xml" Id="R6a84f611ca6e4e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1d1d29c1324cab" /><Relationship Type="http://schemas.openxmlformats.org/officeDocument/2006/relationships/notesMaster" Target="/ppt/notesMasters/notesMaster1.xml" Id="R8a3efea30c9f41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a1aa3b9b0c4e36" /><Relationship Type="http://schemas.openxmlformats.org/officeDocument/2006/relationships/notesMaster" Target="/ppt/notesMasters/notesMaster1.xml" Id="R5e12fe4d8d484e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32c7ea6cec48cb" /><Relationship Type="http://schemas.openxmlformats.org/officeDocument/2006/relationships/notesMaster" Target="/ppt/notesMasters/notesMaster1.xml" Id="R71dacc2cf3c243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910d6efe594583" /><Relationship Type="http://schemas.openxmlformats.org/officeDocument/2006/relationships/notesMaster" Target="/ppt/notesMasters/notesMaster1.xml" Id="R7539b4921a2c43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bc0a8f5c47475a" /><Relationship Type="http://schemas.openxmlformats.org/officeDocument/2006/relationships/notesMaster" Target="/ppt/notesMasters/notesMaster1.xml" Id="R359d06bbc9334f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30bbcfe1604370" /><Relationship Type="http://schemas.openxmlformats.org/officeDocument/2006/relationships/notesMaster" Target="/ppt/notesMasters/notesMaster1.xml" Id="R8690962194904c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a4df0264144ebf" /><Relationship Type="http://schemas.openxmlformats.org/officeDocument/2006/relationships/notesMaster" Target="/ppt/notesMasters/notesMaster1.xml" Id="R156e236774bf46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code/experiments/experiment1/adults/slides/pilot-v3/intentional_throw.pptx,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Rex tells Zoe: I know you’re going to throw my cookies away.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code/experiments/experiment1/adults/slides/pilot-v3/intentional_throw.pptx,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Rex tells Zoe: I’m not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cf02dc22a943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b0cf0fd0c46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3a9c17c634e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b0656ce97d49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2401ec4e7e42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663abc335485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7f6fb914804c4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69b78d93574bb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272fe9eb934e4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37fc01373849d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3a966917324ed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107D6A-391A-733D-7146-C47BB54806C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6A7D1CA-5469-E7BD-4C09-06BAF3FAED4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F72DDB0-82DE-9823-99C0-47FDF8D9AB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1574E4-8799-EEFD-BB57-3C391A4F89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C5C81D-87B1-976B-3BD1-D7E6EB1314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74EC01-05D3-E4F3-089D-52A95BC3B4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D0AE28F-65DE-C88A-14EF-B254BC9F2F2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D76CAA-5EE5-80AE-EEF9-348100D10F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78E11-EAA8-669C-EDA4-6F8BA7BB9F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4CC635-806B-E9DD-9FE6-BDDD7C1EBE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2B9210-A4D7-1098-C7BF-54C5BA83CA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F34BE45-8269-507D-BA0F-2784356F8A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5BF526-62F8-D184-327D-E83D32B38E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BC7690-3AE0-852E-B587-C0DB567BBB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A73FD4D-C796-C917-E4DC-24E0EB06B3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EB6FD7-5D15-1E44-3008-04B16E6531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6F39-C5AD-90B7-C110-D516F8B9D8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7AB8553-EDEE-4372-67E3-3A6E7B4FA8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1E66A18-D3A4-C659-5244-50882AE467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4D2F0C9-E4AF-57D7-2209-5EE94957F1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E08212C-A019-ED64-09EF-71250ECB73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0692DD-2F15-D842-AF8C-78B9C6F4C3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E65883A-7AF3-565F-091C-3CCD34E9E8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B6806D8-49DD-8BDC-E96E-60E01922E6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38966E-BFD1-E558-73EE-5ACFA860D76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91C91A-69EF-0128-C8AB-00DAD363310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EFBD2C9-4DEF-1298-E73A-5AC055CFBA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4443073-9130-1537-3BB5-8CFEB2785B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96712-985F-4544-8CE7-0B27722710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89DA46-D65E-8485-88F5-EA610B5D04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FD4CF7C-9184-9FE1-2B84-39558258B2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3D5862E-9C90-AB28-CE5E-8C65170059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C13E09-6A4F-3BA2-212C-3998EAB252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721EB7E-1816-7253-EA1D-096D206A2E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55B6FDC-8E39-A90F-8FE6-832324C6B0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A399052-1967-BEA6-AC21-A6D0A7F719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317794-777D-2727-8E9A-812928710C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ECC44F-7641-96A6-09C6-E167EAB1468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959236E-8D54-FA9D-F6B7-43FB8B3A25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E469E-AA93-D6F4-AE71-1CE1D2A76A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37518F9-C15E-995F-9276-FAAA150CEB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B78669-4272-2528-7735-5E66C2CA4A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920BB9-1F0B-5D91-DEE5-3AB3AB2C62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C5F202C-4DE6-2A56-79A0-3995A98C0BF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BCBE42D-57A2-178B-571F-FDD5DFE30F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A9D7C4A-F25F-CB4F-08A9-237693E00F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538DA9-A8E3-4F6D-A2EA-E2D4FD782F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D7CE0A-9EE5-174C-0798-E3051FE59B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2CBC7C-A513-D815-1327-72B466B175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12C8DC6-C8BB-77EC-707D-BD7B96D16C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71B05C-043B-322F-4430-DE3DDA8E08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FFF545-24DE-8FE6-0F13-64A96AB1B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D3BD96-2A70-E31A-0591-EB2CFD9095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100537D-D588-6A23-344C-773BB1AD77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C658D6-BAB6-21CB-B935-3306F3170C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30C506-33D5-E35A-7458-7C89DD20C9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485B2ED-5ABB-0BF7-4F44-551AEE2034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58313E-0EBE-6C0B-26DC-F87C53FAF0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199a2a15964371" /><Relationship Type="http://schemas.openxmlformats.org/officeDocument/2006/relationships/slideLayout" Target="/ppt/slideLayouts/slideLayout1.xml" Id="Re01e0aa135a84567" /><Relationship Type="http://schemas.openxmlformats.org/officeDocument/2006/relationships/slideLayout" Target="/ppt/slideLayouts/slideLayout2.xml" Id="R2a3ebfa9fc5a4346" /><Relationship Type="http://schemas.openxmlformats.org/officeDocument/2006/relationships/slideLayout" Target="/ppt/slideLayouts/slideLayout3.xml" Id="R8065639d4ced4b6f" /><Relationship Type="http://schemas.openxmlformats.org/officeDocument/2006/relationships/slideLayout" Target="/ppt/slideLayouts/slideLayout4.xml" Id="R1684d5f5dd3e4d7a" /><Relationship Type="http://schemas.openxmlformats.org/officeDocument/2006/relationships/slideLayout" Target="/ppt/slideLayouts/slideLayout5.xml" Id="R6f330dc0018c47ba" /><Relationship Type="http://schemas.openxmlformats.org/officeDocument/2006/relationships/slideLayout" Target="/ppt/slideLayouts/slideLayout6.xml" Id="R558ca0baefaa4770" /><Relationship Type="http://schemas.openxmlformats.org/officeDocument/2006/relationships/slideLayout" Target="/ppt/slideLayouts/slideLayout7.xml" Id="Rc0d80c7db70d4826" /><Relationship Type="http://schemas.openxmlformats.org/officeDocument/2006/relationships/slideLayout" Target="/ppt/slideLayouts/slideLayout8.xml" Id="R1cb277abd480440d" /><Relationship Type="http://schemas.openxmlformats.org/officeDocument/2006/relationships/slideLayout" Target="/ppt/slideLayouts/slideLayout9.xml" Id="Rc2719ff59bd54ced" /><Relationship Type="http://schemas.openxmlformats.org/officeDocument/2006/relationships/slideLayout" Target="/ppt/slideLayouts/slideLayout10.xml" Id="R85395557815647a7" /><Relationship Type="http://schemas.openxmlformats.org/officeDocument/2006/relationships/slideLayout" Target="/ppt/slideLayouts/slideLayout11.xml" Id="R0ba47ad662324f0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3020A56-B924-6961-72F2-AA95B82664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98753A0-6380-B53E-80B2-FDA7E5866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15D4E82-71AE-D17B-9CC4-1EC433C9396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520AC514-00C7-554D-9581-DF80ECB5DFB1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708FC3-E754-39AF-DDD5-5D2216B73E4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D2B122-0432-25F7-9FF7-01D9C59D787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343EB0DB-ACB7-FA41-B8A5-4570489582B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1e0aa135a84567"/>
    <p:sldLayoutId xmlns:r="http://schemas.openxmlformats.org/officeDocument/2006/relationships" id="2147483650" r:id="R2a3ebfa9fc5a4346"/>
    <p:sldLayoutId xmlns:r="http://schemas.openxmlformats.org/officeDocument/2006/relationships" id="2147483651" r:id="R8065639d4ced4b6f"/>
    <p:sldLayoutId xmlns:r="http://schemas.openxmlformats.org/officeDocument/2006/relationships" id="2147483652" r:id="R1684d5f5dd3e4d7a"/>
    <p:sldLayoutId xmlns:r="http://schemas.openxmlformats.org/officeDocument/2006/relationships" id="2147483653" r:id="R6f330dc0018c47ba"/>
    <p:sldLayoutId xmlns:r="http://schemas.openxmlformats.org/officeDocument/2006/relationships" id="2147483654" r:id="R558ca0baefaa4770"/>
    <p:sldLayoutId xmlns:r="http://schemas.openxmlformats.org/officeDocument/2006/relationships" id="2147483655" r:id="Rc0d80c7db70d4826"/>
    <p:sldLayoutId xmlns:r="http://schemas.openxmlformats.org/officeDocument/2006/relationships" id="2147483656" r:id="R1cb277abd480440d"/>
    <p:sldLayoutId xmlns:r="http://schemas.openxmlformats.org/officeDocument/2006/relationships" id="2147483657" r:id="Rc2719ff59bd54ced"/>
    <p:sldLayoutId xmlns:r="http://schemas.openxmlformats.org/officeDocument/2006/relationships" id="2147483658" r:id="R85395557815647a7"/>
    <p:sldLayoutId xmlns:r="http://schemas.openxmlformats.org/officeDocument/2006/relationships" id="2147483659" r:id="R0ba47ad662324f0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d6a9a3f7e24694" /><Relationship Type="http://schemas.openxmlformats.org/officeDocument/2006/relationships/image" Target="/ppt/media/image.png" Id="Rd087d2a8edf04fc1" /><Relationship Type="http://schemas.openxmlformats.org/officeDocument/2006/relationships/image" Target="/ppt/media/image2.png" Id="Rff12ae7ee1154549" /><Relationship Type="http://schemas.openxmlformats.org/officeDocument/2006/relationships/notesSlide" Target="/ppt/notesSlides/notesSlide1.xml" Id="R3ebe0603e0b544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a53dc20acb46eb" /><Relationship Type="http://schemas.openxmlformats.org/officeDocument/2006/relationships/image" Target="/ppt/media/image3.png" Id="R8036b4f9b79149c5" /><Relationship Type="http://schemas.openxmlformats.org/officeDocument/2006/relationships/image" Target="/ppt/media/image2.png" Id="Rf02ac3820e6b4f52" /><Relationship Type="http://schemas.openxmlformats.org/officeDocument/2006/relationships/image" Target="/ppt/media/image4.png" Id="R9c0f0e89c37d4566" /><Relationship Type="http://schemas.openxmlformats.org/officeDocument/2006/relationships/image" Target="/ppt/media/image5.png" Id="Rcb4a90dfe834472b" /><Relationship Type="http://schemas.openxmlformats.org/officeDocument/2006/relationships/notesSlide" Target="/ppt/notesSlides/notesSlide2.xml" Id="R3fc6e9850e8141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4aa382d2bd4382" /><Relationship Type="http://schemas.openxmlformats.org/officeDocument/2006/relationships/image" Target="/ppt/media/image6.png" Id="R1215d4c09c9f49ef" /><Relationship Type="http://schemas.openxmlformats.org/officeDocument/2006/relationships/image" Target="/ppt/media/image7.png" Id="Re45aaabfec58498d" /><Relationship Type="http://schemas.openxmlformats.org/officeDocument/2006/relationships/image" Target="/ppt/media/image8.png" Id="R322b49c26d984440" /><Relationship Type="http://schemas.openxmlformats.org/officeDocument/2006/relationships/notesSlide" Target="/ppt/notesSlides/notesSlide3.xml" Id="R66e17d3af8d640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34f478c08746ed" /><Relationship Type="http://schemas.openxmlformats.org/officeDocument/2006/relationships/image" Target="/ppt/media/image9.png" Id="R9820cdcd44594b60" /><Relationship Type="http://schemas.openxmlformats.org/officeDocument/2006/relationships/image" Target="/ppt/media/image8.png" Id="Raca97289985a4fc7" /><Relationship Type="http://schemas.openxmlformats.org/officeDocument/2006/relationships/image" Target="/ppt/media/image4.png" Id="R5e4d675324274235" /><Relationship Type="http://schemas.openxmlformats.org/officeDocument/2006/relationships/image" Target="/ppt/media/image5.png" Id="Rda87de7258914593" /><Relationship Type="http://schemas.openxmlformats.org/officeDocument/2006/relationships/notesSlide" Target="/ppt/notesSlides/notesSlide4.xml" Id="R52bf8f493e7148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bfd46ba7c345cc" /><Relationship Type="http://schemas.openxmlformats.org/officeDocument/2006/relationships/image" Target="/ppt/media/image10.png" Id="Rf9e232cb4fba42ff" /><Relationship Type="http://schemas.openxmlformats.org/officeDocument/2006/relationships/image" Target="/ppt/media/image7.png" Id="R397cf86790294edf" /><Relationship Type="http://schemas.openxmlformats.org/officeDocument/2006/relationships/image" Target="/ppt/media/image11.png" Id="R1b9c099c7aec47bc" /><Relationship Type="http://schemas.openxmlformats.org/officeDocument/2006/relationships/image" Target="/ppt/media/image8.png" Id="Red9723853e1d488c" /><Relationship Type="http://schemas.openxmlformats.org/officeDocument/2006/relationships/image" Target="/ppt/media/image4.png" Id="Rb09adb5a918b4f4f" /><Relationship Type="http://schemas.openxmlformats.org/officeDocument/2006/relationships/image" Target="/ppt/media/image5.png" Id="R5fa2d580e8184927" /><Relationship Type="http://schemas.openxmlformats.org/officeDocument/2006/relationships/notesSlide" Target="/ppt/notesSlides/notesSlide5.xml" Id="Rfcd87faf2d624a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e0d2cced0b44c4" /><Relationship Type="http://schemas.openxmlformats.org/officeDocument/2006/relationships/image" Target="/ppt/media/image10.png" Id="R0d385e7be3814028" /><Relationship Type="http://schemas.openxmlformats.org/officeDocument/2006/relationships/image" Target="/ppt/media/image7.png" Id="R765a2fe83e4c4e41" /><Relationship Type="http://schemas.openxmlformats.org/officeDocument/2006/relationships/image" Target="/ppt/media/image11.png" Id="Raa7bc5b51c764cef" /><Relationship Type="http://schemas.openxmlformats.org/officeDocument/2006/relationships/image" Target="/ppt/media/image8.png" Id="R905eb638ddd44736" /><Relationship Type="http://schemas.openxmlformats.org/officeDocument/2006/relationships/image" Target="/ppt/media/image4.png" Id="R987ca38007fd4ecb" /><Relationship Type="http://schemas.openxmlformats.org/officeDocument/2006/relationships/image" Target="/ppt/media/image5.png" Id="Rc15cdb14680d4760" /><Relationship Type="http://schemas.openxmlformats.org/officeDocument/2006/relationships/notesSlide" Target="/ppt/notesSlides/notesSlide6.xml" Id="R7c3a6f639d1d40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5f0346e3404452" /><Relationship Type="http://schemas.openxmlformats.org/officeDocument/2006/relationships/image" Target="/ppt/media/image10.png" Id="R974b1a4f6ecd4f62" /><Relationship Type="http://schemas.openxmlformats.org/officeDocument/2006/relationships/image" Target="/ppt/media/image7.png" Id="R7687a9c234a240dd" /><Relationship Type="http://schemas.openxmlformats.org/officeDocument/2006/relationships/image" Target="/ppt/media/image11.png" Id="R2accaee728e4412c" /><Relationship Type="http://schemas.openxmlformats.org/officeDocument/2006/relationships/image" Target="/ppt/media/image8.png" Id="R8a19c6e7ad054440" /><Relationship Type="http://schemas.openxmlformats.org/officeDocument/2006/relationships/image" Target="/ppt/media/image4.png" Id="R63cc88a8e8014e3c" /><Relationship Type="http://schemas.openxmlformats.org/officeDocument/2006/relationships/image" Target="/ppt/media/image5.png" Id="R1fa0ea9407df48d5" /><Relationship Type="http://schemas.openxmlformats.org/officeDocument/2006/relationships/notesSlide" Target="/ppt/notesSlides/notesSlide7.xml" Id="Rc3d6c7d821c84d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d470b4b8c746ef" /><Relationship Type="http://schemas.openxmlformats.org/officeDocument/2006/relationships/image" Target="/ppt/media/image12.png" Id="Re180785bde404df9" /><Relationship Type="http://schemas.openxmlformats.org/officeDocument/2006/relationships/image" Target="/ppt/media/image13.png" Id="R2aef2610a35f4f5d" /><Relationship Type="http://schemas.openxmlformats.org/officeDocument/2006/relationships/image" Target="/ppt/media/image14.png" Id="R644715e1b8f44267" /><Relationship Type="http://schemas.openxmlformats.org/officeDocument/2006/relationships/image" Target="/ppt/media/image5.png" Id="R6e9f804060904cb8" /><Relationship Type="http://schemas.openxmlformats.org/officeDocument/2006/relationships/image" Target="/ppt/media/image15.png" Id="Rc20a9e250b314616" /><Relationship Type="http://schemas.openxmlformats.org/officeDocument/2006/relationships/image" Target="/ppt/media/image4.png" Id="R59950195ebf84819" /><Relationship Type="http://schemas.openxmlformats.org/officeDocument/2006/relationships/notesSlide" Target="/ppt/notesSlides/notesSlide8.xml" Id="Rce1c5629db2041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c83ee1e44846a5" /><Relationship Type="http://schemas.openxmlformats.org/officeDocument/2006/relationships/image" Target="/ppt/media/image16.png" Id="R5a8c89aa358e4c8d" /><Relationship Type="http://schemas.openxmlformats.org/officeDocument/2006/relationships/image" Target="/ppt/media/image8.png" Id="R5aea1e9bae944772" /><Relationship Type="http://schemas.openxmlformats.org/officeDocument/2006/relationships/image" Target="/ppt/media/image2.png" Id="Ra952604fe20f430a" /><Relationship Type="http://schemas.openxmlformats.org/officeDocument/2006/relationships/image" Target="/ppt/media/image4.png" Id="Rc6c642b3e5f64b1a" /><Relationship Type="http://schemas.openxmlformats.org/officeDocument/2006/relationships/image" Target="/ppt/media/image5.png" Id="Ra86578422c124fce" /><Relationship Type="http://schemas.openxmlformats.org/officeDocument/2006/relationships/image" Target="/ppt/media/image17.png" Id="Ra49536122ac34f57" /><Relationship Type="http://schemas.openxmlformats.org/officeDocument/2006/relationships/notesSlide" Target="/ppt/notesSlides/notesSlide9.xml" Id="Rb62be253939c47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6EB39A4-CAD9-4D1E-BBA2-1C1CE33733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7d2a8edf04fc1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95CF99A-BA27-4942-9C60-9F9DB5E121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2ae7ee11545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692" y="647236"/>
            <a:ext cx="4251158" cy="5363959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32E87CC-64D4-4EBE-8289-9D26B8E8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Zoe.</a:t>
            </a:r>
          </a:p>
        </p:txBody>
      </p:sp>
    </p:spTree>
    <p:extLst>
      <p:ext uri="{BB962C8B-B14F-4D97-AF65-F5344CB8AC3E}">
        <p14:creationId xmlns:p14="http://schemas.microsoft.com/office/powerpoint/2010/main" val="31102329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B8EE0DBB-C1CD-43AA-9E93-37317CEEC1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36b4f9b79149c5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9DDFE7DF-6BF4-4754-AE7B-05CF27FACE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ac3820e6b4f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692" y="647236"/>
            <a:ext cx="4251158" cy="53639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7C348765-7D32-426B-AE2B-98A2BAD009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f0e89c37d45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94607" y="4266090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6C8E29A3-6865-4462-A64F-2A220BCFEF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a90dfe834472b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44417" y="4288421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7F25F137-ECA3-416E-94E3-6C44216707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a90dfe834472b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8856" y="4266089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135C8E81-D74D-4253-A205-672C50CB21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a90dfe834472b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9651" y="4215906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FCA9E177-1714-48A5-91DB-4F761DD81F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a90dfe834472b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8367" y="4183642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66144CC3-01C0-4A9B-BB54-6CB4AF701F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a90dfe834472b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48578" y="4199774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F0F7A7E4-E66A-4134-A83C-AC2D8D8B7B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a90dfe834472b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65948" y="4120919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BC593684-0EF9-4AE7-9A66-850DA5F2E4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a90dfe834472b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30676" y="4087761"/>
            <a:ext cx="457200" cy="224025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57921D45-8EF5-4746-A4B2-3BE762B6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Zoe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41672E97-951D-4239-90D8-BAAE5EE212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5d4c09c9f49ef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AF486500-79E8-4311-BD15-3C0C3D9E12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aaabfec5849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6422" y="392428"/>
            <a:ext cx="4101698" cy="5618767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CDE5BC04-8320-4E8D-B56C-2030A2E515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b49c26d9844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6423" y="391382"/>
            <a:ext cx="4101697" cy="5343860"/>
          </a:xfrm>
          <a:prstGeom xmlns:a="http://schemas.openxmlformats.org/drawingml/2006/main" prst="rect">
            <a:avLst/>
          </a:prstGeom>
        </p:spPr>
      </p:pic>
      <p:sp>
        <p:nvSpPr>
          <p:cNvPr id="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AA1A1D3-6766-41C2-9991-D15A42D8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Rex.</a:t>
            </a:r>
          </a:p>
        </p:txBody>
      </p:sp>
    </p:spTree>
    <p:extLst>
      <p:ext uri="{BB962C8B-B14F-4D97-AF65-F5344CB8AC3E}">
        <p14:creationId xmlns:p14="http://schemas.microsoft.com/office/powerpoint/2010/main" val="4288959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66CF1815-00D2-476F-ADDC-37F877EAD3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0cdcd44594b60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35692B33-0192-470D-9A5B-FD473E827C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97289985a4f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6423" y="391382"/>
            <a:ext cx="4101697" cy="534386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9538A93-E385-4111-AEB0-F57AB6243C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d6753242742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6422" y="4192158"/>
            <a:ext cx="1265473" cy="392804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07B9FADD-D3E0-4E44-A751-4918F3DB68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87de7258914593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45816" y="4236479"/>
            <a:ext cx="563206" cy="275967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BA6AF85C-7CAA-4E4F-81A7-9A75A60E05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87de7258914593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2850" y="4214147"/>
            <a:ext cx="563206" cy="275967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B2010802-5017-42D2-B32A-8A46CB43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Rex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8140901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8232E958-A1AC-4812-ABFF-539455C8E9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232cb4fba42ff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9F785813-8378-4C11-BB62-25EA8F47DF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7cf86790294e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5426" y="219390"/>
            <a:ext cx="4101698" cy="5618767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D0B2BB0-8D09-4218-B038-AB35064293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c099c7aec47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0498" y="566405"/>
            <a:ext cx="3464364" cy="5271752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224A415A-C52F-48DE-BB5E-8BF5CD10F3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9723853e1d48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6014" y="230965"/>
            <a:ext cx="4101697" cy="534386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B925710B-27FE-4F83-8FC4-C6F80ECB77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adb5a918b4f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45803" y="4027991"/>
            <a:ext cx="1384165" cy="429646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5B5F49C7-4295-44E1-9095-38AA0B4278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2d580e8184927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1613" y="4060938"/>
            <a:ext cx="616031" cy="301851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D604B760-F2F9-42FA-BBC6-2894123F23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2d580e8184927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8098" y="4060938"/>
            <a:ext cx="616031" cy="301851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DA8A96C-F9A2-4BA2-84B1-CB0F1E01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Zoe wants Rex to have fewer cookies.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8232E958-A1AC-4812-ABFF-539455C8E9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385e7be3814028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9F785813-8378-4C11-BB62-25EA8F47DF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a2fe83e4c4e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5426" y="219390"/>
            <a:ext cx="4101698" cy="5618767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D0B2BB0-8D09-4218-B038-AB35064293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7bc5b51c764c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0498" y="566405"/>
            <a:ext cx="3464364" cy="5271752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224A415A-C52F-48DE-BB5E-8BF5CD10F3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eb638ddd447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6014" y="230965"/>
            <a:ext cx="4101697" cy="534386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B925710B-27FE-4F83-8FC4-C6F80ECB77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ca38007fd4e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45803" y="4027991"/>
            <a:ext cx="1384165" cy="429646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5B5F49C7-4295-44E1-9095-38AA0B4278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cdb14680d4760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1613" y="4060938"/>
            <a:ext cx="616031" cy="301851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D604B760-F2F9-42FA-BBC6-2894123F23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cdb14680d4760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8098" y="4060938"/>
            <a:ext cx="616031" cy="301851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DA8A96C-F9A2-4BA2-84B1-CB0F1E01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Rex tells Zoe, “I know you’re going to throw my cookies away.”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8232E958-A1AC-4812-ABFF-539455C8E9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b1a4f6ecd4f62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9F785813-8378-4C11-BB62-25EA8F47DF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87a9c234a240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5426" y="219390"/>
            <a:ext cx="4101698" cy="5618767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D0B2BB0-8D09-4218-B038-AB35064293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ccaee728e4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0498" y="566405"/>
            <a:ext cx="3464364" cy="5271752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224A415A-C52F-48DE-BB5E-8BF5CD10F3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9c6e7ad0544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6014" y="230965"/>
            <a:ext cx="4101697" cy="534386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B925710B-27FE-4F83-8FC4-C6F80ECB77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c88a8e8014e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45803" y="4027991"/>
            <a:ext cx="1384165" cy="429646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5B5F49C7-4295-44E1-9095-38AA0B4278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0ea9407df48d5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1613" y="4060938"/>
            <a:ext cx="616031" cy="301851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D604B760-F2F9-42FA-BBC6-2894123F23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0ea9407df48d5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8098" y="4060938"/>
            <a:ext cx="616031" cy="301851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DA8A96C-F9A2-4BA2-84B1-CB0F1E01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Rex tells Zoe,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BEFFF022-65AD-49CB-AC11-8B7AD25C5A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80785bde404df9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AF87B42E-169A-4501-8457-0850AC26C4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f2610a35f4f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19748" y="0"/>
            <a:ext cx="4469350" cy="5625892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16416720-D82E-425C-92D1-2A704CDC8B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715e1b8f442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25411" y="212265"/>
            <a:ext cx="4101727" cy="5625892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2E8E5D5C-8683-4A56-B8C1-2103D46457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9f804060904c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881285">
            <a:off x="6623832" y="2285536"/>
            <a:ext cx="1513411" cy="762942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C568DC36-272B-4755-A2AC-A150001294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a9e250b3146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06380" y="318445"/>
            <a:ext cx="3034947" cy="5185176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D420580C-5704-4A73-8C21-CAC5DC9EDD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50195ebf848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2680" y="3993267"/>
            <a:ext cx="1027288" cy="41807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BEEA5CD6-3050-464B-AB3B-F29D85A180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9f804060904c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881285">
            <a:off x="6756263" y="2741578"/>
            <a:ext cx="1513411" cy="762942"/>
          </a:xfrm>
          <a:prstGeom xmlns:a="http://schemas.openxmlformats.org/drawingml/2006/main" prst="rect">
            <a:avLst/>
          </a:prstGeom>
        </p:spPr>
      </p:pic>
      <p:sp>
        <p:nvSpPr>
          <p:cNvPr id="19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D9DE746-C169-48EA-9F9D-C01A74F6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Zoe throws 2 of Rex’s cookies!</a:t>
            </a:r>
          </a:p>
        </p:txBody>
      </p:sp>
    </p:spTree>
    <p:extLst>
      <p:ext uri="{BB962C8B-B14F-4D97-AF65-F5344CB8AC3E}">
        <p14:creationId xmlns:p14="http://schemas.microsoft.com/office/powerpoint/2010/main" val="34563279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F95D88B8-15EA-4B38-BE08-9477209BB7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c89aa358e4c8d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C41FE7B4-E3C6-4CAD-8AB8-5D6B534C25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a1e9bae9447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0807" y="285732"/>
            <a:ext cx="4101697" cy="534386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1BD983E-59CA-4520-A461-5C3FBC041B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2604fe20f43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22900" y="405646"/>
            <a:ext cx="4251158" cy="5363959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02DBF575-92C7-42AF-811E-51C47111C6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642b3e5f64b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35815" y="4024500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B419C40B-568F-4CAC-A1C8-B4B95A66CC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578422c124fce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85625" y="4046831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F605B87F-1B71-4826-9FDA-BC1225D4BE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578422c124fce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10064" y="4024499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7E9B55A5-77B0-4993-8450-30B7749C78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578422c124fce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20859" y="3974316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48AA6E77-FE77-4024-827D-8BE47CCB4A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578422c124fce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09575" y="3942052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530F46D9-5507-4C82-801E-169AE010FA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578422c124fce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89786" y="3958184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21640880-B4A8-4C0D-9C57-0D5116D5E1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536122ac34f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6304720" y="5050421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538BA4A1-8730-4190-A61B-9D894F8D57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536122ac34f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5956284" y="4915409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5A470F8E-A160-4A36-8E2E-C6DD4B8BE2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642b3e5f64b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6849" y="4036689"/>
            <a:ext cx="1027288" cy="433137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F0073621-3843-4DBB-B40F-0BA1FC6A13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578422c124fce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07796" y="3867313"/>
            <a:ext cx="457200" cy="224025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BCF7F13B-3158-4B10-8AF6-22734302FA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578422c124fce"/>
          <a:srcRect xmlns:a="http://schemas.openxmlformats.org/drawingml/2006/main" l="31309" t="37775" r="29949" b="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70103" y="3835049"/>
            <a:ext cx="457200" cy="224025"/>
          </a:xfrm>
          <a:prstGeom xmlns:a="http://schemas.openxmlformats.org/drawingml/2006/main" prst="rect">
            <a:avLst/>
          </a:prstGeom>
        </p:spPr>
      </p:pic>
      <p:sp>
        <p:nvSpPr>
          <p:cNvPr id="3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F672A8B-3E4C-4AFE-82E6-82F0BD52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Zoe still has 8 cookies. Rex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2026-10-16T18:05:59.4740000Z</dcterms:created>
  <dcterms:modified xsi:type="dcterms:W3CDTF">2026-10-16T18:05:59.4740000Z</dcterms:modified>
</coreProperties>
</file>