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35075f41774afd" /><Relationship Type="http://schemas.openxmlformats.org/officeDocument/2006/relationships/extended-properties" Target="/docProps/app.xml" Id="Rdccf92714ecf41b8" /><Relationship Type="http://schemas.openxmlformats.org/officeDocument/2006/relationships/officeDocument" Target="/ppt/presentation.xml" Id="Radb6176881ec45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06bfb604a344db"/>
  </p:sldMasterIdLst>
  <p:notesMasterIdLst>
    <p:notesMasterId xmlns:r="http://schemas.openxmlformats.org/officeDocument/2006/relationships" r:id="R1e42f8f342c845f9"/>
  </p:notesMasterIdLst>
  <p:sldIdLst>
    <p:sldId xmlns:r="http://schemas.openxmlformats.org/officeDocument/2006/relationships" id="256" r:id="R5817b28a4059435c"/>
    <p:sldId xmlns:r="http://schemas.openxmlformats.org/officeDocument/2006/relationships" id="257" r:id="Raa77925de785457d"/>
    <p:sldId xmlns:r="http://schemas.openxmlformats.org/officeDocument/2006/relationships" id="258" r:id="Rc46886bf57f04b1d"/>
    <p:sldId xmlns:r="http://schemas.openxmlformats.org/officeDocument/2006/relationships" id="259" r:id="Rdbe6c425972d438c"/>
    <p:sldId xmlns:r="http://schemas.openxmlformats.org/officeDocument/2006/relationships" id="260" r:id="Ra44dd83ceb064199"/>
    <p:sldId xmlns:r="http://schemas.openxmlformats.org/officeDocument/2006/relationships" id="261" r:id="Reee8163c74594d29"/>
    <p:sldId xmlns:r="http://schemas.openxmlformats.org/officeDocument/2006/relationships" id="262" r:id="R413358cc256049f2"/>
    <p:sldId xmlns:r="http://schemas.openxmlformats.org/officeDocument/2006/relationships" id="263" r:id="R7c3e569c569e4b15"/>
    <p:sldId xmlns:r="http://schemas.openxmlformats.org/officeDocument/2006/relationships" id="264" r:id="R18a97b376d484dfe"/>
    <p:sldId xmlns:r="http://schemas.openxmlformats.org/officeDocument/2006/relationships" id="265" r:id="R5990996416f244b7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ce8964b8ec4410" /><Relationship Type="http://schemas.openxmlformats.org/officeDocument/2006/relationships/slideMaster" Target="/ppt/slideMasters/slideMaster1.xml" Id="Ra606bfb604a344db" /><Relationship Type="http://schemas.openxmlformats.org/officeDocument/2006/relationships/notesMaster" Target="/ppt/notesMasters/notesMaster1.xml" Id="R1e42f8f342c845f9" /><Relationship Type="http://schemas.openxmlformats.org/officeDocument/2006/relationships/presProps" Target="/ppt/presProps.xml" Id="Rd9e7212395f847f3" /><Relationship Type="http://schemas.openxmlformats.org/officeDocument/2006/relationships/viewProps" Target="/ppt/viewProps.xml" Id="Raa1a7b3a85e04b40" /><Relationship Type="http://schemas.openxmlformats.org/officeDocument/2006/relationships/tableStyles" Target="/ppt/tableStyles.xml" Id="Re46402e0f8134456" /><Relationship Type="http://schemas.openxmlformats.org/officeDocument/2006/relationships/slide" Target="/ppt/slides/slide1.xml" Id="R5817b28a4059435c" /><Relationship Type="http://schemas.openxmlformats.org/officeDocument/2006/relationships/slide" Target="/ppt/slides/slide2.xml" Id="Raa77925de785457d" /><Relationship Type="http://schemas.openxmlformats.org/officeDocument/2006/relationships/slide" Target="/ppt/slides/slide3.xml" Id="Rc46886bf57f04b1d" /><Relationship Type="http://schemas.openxmlformats.org/officeDocument/2006/relationships/slide" Target="/ppt/slides/slide4.xml" Id="Rdbe6c425972d438c" /><Relationship Type="http://schemas.openxmlformats.org/officeDocument/2006/relationships/slide" Target="/ppt/slides/slide5.xml" Id="Ra44dd83ceb064199" /><Relationship Type="http://schemas.openxmlformats.org/officeDocument/2006/relationships/slide" Target="/ppt/slides/slide6.xml" Id="Reee8163c74594d29" /><Relationship Type="http://schemas.openxmlformats.org/officeDocument/2006/relationships/slide" Target="/ppt/slides/slide7.xml" Id="R413358cc256049f2" /><Relationship Type="http://schemas.openxmlformats.org/officeDocument/2006/relationships/slide" Target="/ppt/slides/slide8.xml" Id="R7c3e569c569e4b15" /><Relationship Type="http://schemas.openxmlformats.org/officeDocument/2006/relationships/slide" Target="/ppt/slides/slide9.xml" Id="R18a97b376d484dfe" /><Relationship Type="http://schemas.openxmlformats.org/officeDocument/2006/relationships/slide" Target="/ppt/slides/slide10.xml" Id="R5990996416f244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7c3769579c49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920c3747a143be" /><Relationship Type="http://schemas.openxmlformats.org/officeDocument/2006/relationships/notesMaster" Target="/ppt/notesMasters/notesMaster1.xml" Id="R24c7633df93b41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bc5517889749e6" /><Relationship Type="http://schemas.openxmlformats.org/officeDocument/2006/relationships/notesMaster" Target="/ppt/notesMasters/notesMaster1.xml" Id="R49767a87600e46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cfd965f7804422" /><Relationship Type="http://schemas.openxmlformats.org/officeDocument/2006/relationships/notesMaster" Target="/ppt/notesMasters/notesMaster1.xml" Id="R48635b6043bf48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f860d2dd7046f0" /><Relationship Type="http://schemas.openxmlformats.org/officeDocument/2006/relationships/notesMaster" Target="/ppt/notesMasters/notesMaster1.xml" Id="R06b7b66c59f846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1d15d32764452c" /><Relationship Type="http://schemas.openxmlformats.org/officeDocument/2006/relationships/notesMaster" Target="/ppt/notesMasters/notesMaster1.xml" Id="R4226767ff6ec44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cbfb9d0dea4c3c" /><Relationship Type="http://schemas.openxmlformats.org/officeDocument/2006/relationships/notesMaster" Target="/ppt/notesMasters/notesMaster1.xml" Id="R5f2181615c854e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64a83f377848cd" /><Relationship Type="http://schemas.openxmlformats.org/officeDocument/2006/relationships/notesMaster" Target="/ppt/notesMasters/notesMaster1.xml" Id="R54636d9db0ad43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722cad4af145a9" /><Relationship Type="http://schemas.openxmlformats.org/officeDocument/2006/relationships/notesMaster" Target="/ppt/notesMasters/notesMaster1.xml" Id="R89819afa4bca41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bafabd1e774639" /><Relationship Type="http://schemas.openxmlformats.org/officeDocument/2006/relationships/notesMaster" Target="/ppt/notesMasters/notesMaster1.xml" Id="Rf63cb772221f4c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13103128384bff" /><Relationship Type="http://schemas.openxmlformats.org/officeDocument/2006/relationships/notesMaster" Target="/ppt/notesMasters/notesMaster1.xml" Id="Reed19130219e4a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code/experiments/experiment1/adults/slides/pilot-v3/intentional_hit.pptx, slide 6.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Sasha tells Milo: I know you’re going to knock my cookies onto the ground.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code/experiments/experiment1/adults/slides/pilot-v3/intentional_hit.pptx, slide 6.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Sasha tells Milo: I’m not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6b4d426235413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4ab84bdfaa4f1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c210e0379f468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6f850f7ba84a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8dba64cdd4a1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98ea474a4466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cde6fbf280416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28acf07ed94f8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112fd6a4104a4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9817d846a14c2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9927a7e5e045a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5F459-DBBF-3F8C-2CF9-4BA48DB45FB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2A70B83-C145-4770-4DE0-078629A44E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B23D15-7ECB-B330-1D70-1527936900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E45552-CE6D-002B-3776-F9A6F2B9EF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BA8CBD2-9742-3AB1-D48F-1D0E159585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4F96EB-9C51-09F6-3130-252636B462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E49D66E-F13C-F7D6-407E-CBAE285C3FC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A759E7-C274-52AA-A654-FB83799472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D56C36-67C1-879E-93DB-585D7166CB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E6C9A1-0C94-4E6D-CCEB-1B4B033B95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5C7CE2-85DB-FAC4-CD39-9D09F2A9C4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6CC7B9-4F2E-20C0-177F-F31DBD4C6A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8E33C9C-F0BB-8B9D-4161-316E9A9E49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537B5F8-6B43-32C2-7DBD-BDC065B7FD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E57B8FC-0612-DAAF-CD22-A1E92E1109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9BD621-9C01-29A2-63A6-D4FCA10FE4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04F404-29C3-8EB6-22A0-03883109A1F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B210C4-2B04-F88F-0F0C-BC10EE0F0F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CC8E091-809D-EE76-B21A-567DFEAE37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B9EEE47-DE42-1321-E825-22E3830045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57BFBE2-4385-6620-1DEB-B766780BB3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CBC809-9FDD-5691-1076-C1AA4BD0E5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60DAF6-B2AA-B290-15E6-F035243398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4E91AF9-1DA9-2804-0818-BD0D2F871E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D0C6FF9-F795-9D22-DA2B-0D912A51E9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B980BB8-6F56-67BE-02EE-439FC6E6A29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8434A0E-0271-F1F1-50B0-5C197DB000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B41384E-3FE4-40E0-A89F-DA1321BA55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BB3CC63-DEE3-C77A-1AB4-0B713400E9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0BDC88-F62F-7A77-6A6E-F4EC8E3A18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79C6132-320F-43F0-9874-24C331BBC1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0D5EC13-A8F0-4556-34D9-B647229D9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F68C51D-B56C-16DE-BC00-06ADFDEBCE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C10F818-0924-6DD2-F65F-5A8209378E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91C6397-B79B-DAAA-516D-00BE500138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D18F66A-BEF1-E0CB-1D60-D83638D822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3A4AB7B-E505-2B06-7AA4-0C893CBFC6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576A40A-4E36-413B-82D5-3BEA66DCF7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D9C8F6D-499D-B677-13CA-FCD24AA597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1676D5-FD4D-07BF-3308-2AB7CE4746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979ABE-701B-A144-CF28-7A263F5308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93A38C9-B08A-795E-4590-802BB605A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FC798-BD72-9A5F-4C13-110E2B11E4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FA109CB-C821-5036-4CBB-16FB9B70BD7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EE18737-A50E-8346-3A7D-CD67CF2BA11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08FA554-873E-409A-1BC4-4104F345D3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6180AE6-6340-0508-C6E8-4652ABD74D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8A2B844-6895-54AC-AE7D-08EB45708D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E06B07-CB0E-A234-B469-6D1317959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7836A7-90BB-5F61-D583-3C350F21BE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96CAE6-486E-41A8-9BDF-075F446D89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44BEBB8-D688-B32F-FFA7-C41A92058B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E486E08-FD8E-0872-BB55-36D74AC47C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6DEFE1D-81E8-2168-987E-8BBD6E7CA5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3DC6BBA-4AB4-2AC7-02A9-467950C08B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D5A315-DBFF-07B1-E1D2-6ACAFC3787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21121E-4C91-BE94-B006-5875FC0BB9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A717CD-57B7-C732-18DC-328F62C386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a4a6928b824f03" /><Relationship Type="http://schemas.openxmlformats.org/officeDocument/2006/relationships/slideLayout" Target="/ppt/slideLayouts/slideLayout1.xml" Id="Rcb8254f583ea46e5" /><Relationship Type="http://schemas.openxmlformats.org/officeDocument/2006/relationships/slideLayout" Target="/ppt/slideLayouts/slideLayout2.xml" Id="R81cb4500a87c4f23" /><Relationship Type="http://schemas.openxmlformats.org/officeDocument/2006/relationships/slideLayout" Target="/ppt/slideLayouts/slideLayout3.xml" Id="R4f4cbb3467804677" /><Relationship Type="http://schemas.openxmlformats.org/officeDocument/2006/relationships/slideLayout" Target="/ppt/slideLayouts/slideLayout4.xml" Id="Rb01905e2981c42fd" /><Relationship Type="http://schemas.openxmlformats.org/officeDocument/2006/relationships/slideLayout" Target="/ppt/slideLayouts/slideLayout5.xml" Id="R8314c21d1ca74b6d" /><Relationship Type="http://schemas.openxmlformats.org/officeDocument/2006/relationships/slideLayout" Target="/ppt/slideLayouts/slideLayout6.xml" Id="R75b016be0ddf443d" /><Relationship Type="http://schemas.openxmlformats.org/officeDocument/2006/relationships/slideLayout" Target="/ppt/slideLayouts/slideLayout7.xml" Id="R6faeb1be76374319" /><Relationship Type="http://schemas.openxmlformats.org/officeDocument/2006/relationships/slideLayout" Target="/ppt/slideLayouts/slideLayout8.xml" Id="Re96defdba747436b" /><Relationship Type="http://schemas.openxmlformats.org/officeDocument/2006/relationships/slideLayout" Target="/ppt/slideLayouts/slideLayout9.xml" Id="R144c9c1606a94c1b" /><Relationship Type="http://schemas.openxmlformats.org/officeDocument/2006/relationships/slideLayout" Target="/ppt/slideLayouts/slideLayout10.xml" Id="R41f2ddfa221c4723" /><Relationship Type="http://schemas.openxmlformats.org/officeDocument/2006/relationships/slideLayout" Target="/ppt/slideLayouts/slideLayout11.xml" Id="Rcc5754572db4403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3982928-E139-B9D5-18B4-E6F224FC07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ACA8AD2-5C06-D2E6-B8EA-294D852494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7837CC-055B-0510-8226-0C831BB033F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0FBFF0B3-CA30-7E43-AC99-C263E9572C0D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F419C0D-5777-C491-B994-B7B10B5371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3637D3-EDB9-B136-100D-0BB2067D768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DAB5951C-E284-034E-9FEF-6856260830D1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8254f583ea46e5"/>
    <p:sldLayoutId xmlns:r="http://schemas.openxmlformats.org/officeDocument/2006/relationships" id="2147483650" r:id="R81cb4500a87c4f23"/>
    <p:sldLayoutId xmlns:r="http://schemas.openxmlformats.org/officeDocument/2006/relationships" id="2147483651" r:id="R4f4cbb3467804677"/>
    <p:sldLayoutId xmlns:r="http://schemas.openxmlformats.org/officeDocument/2006/relationships" id="2147483652" r:id="Rb01905e2981c42fd"/>
    <p:sldLayoutId xmlns:r="http://schemas.openxmlformats.org/officeDocument/2006/relationships" id="2147483653" r:id="R8314c21d1ca74b6d"/>
    <p:sldLayoutId xmlns:r="http://schemas.openxmlformats.org/officeDocument/2006/relationships" id="2147483654" r:id="R75b016be0ddf443d"/>
    <p:sldLayoutId xmlns:r="http://schemas.openxmlformats.org/officeDocument/2006/relationships" id="2147483655" r:id="R6faeb1be76374319"/>
    <p:sldLayoutId xmlns:r="http://schemas.openxmlformats.org/officeDocument/2006/relationships" id="2147483656" r:id="Re96defdba747436b"/>
    <p:sldLayoutId xmlns:r="http://schemas.openxmlformats.org/officeDocument/2006/relationships" id="2147483657" r:id="R144c9c1606a94c1b"/>
    <p:sldLayoutId xmlns:r="http://schemas.openxmlformats.org/officeDocument/2006/relationships" id="2147483658" r:id="R41f2ddfa221c4723"/>
    <p:sldLayoutId xmlns:r="http://schemas.openxmlformats.org/officeDocument/2006/relationships" id="2147483659" r:id="Rcc5754572db4403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ef0b8512044a77" /><Relationship Type="http://schemas.openxmlformats.org/officeDocument/2006/relationships/image" Target="/ppt/media/image.png" Id="Rd9585d9a7060455f" /><Relationship Type="http://schemas.openxmlformats.org/officeDocument/2006/relationships/image" Target="/ppt/media/image2.png" Id="R9328f938cd5d4a4e" /><Relationship Type="http://schemas.openxmlformats.org/officeDocument/2006/relationships/notesSlide" Target="/ppt/notesSlides/notesSlide1.xml" Id="R901811cc96ab4a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dbb60f3cac4032" /><Relationship Type="http://schemas.openxmlformats.org/officeDocument/2006/relationships/image" Target="/ppt/media/image3.png" Id="Ra3f56d3589e646f5" /><Relationship Type="http://schemas.openxmlformats.org/officeDocument/2006/relationships/image" Target="/ppt/media/image2.png" Id="Rfc5c5e2fce9f4a49" /><Relationship Type="http://schemas.openxmlformats.org/officeDocument/2006/relationships/image" Target="/ppt/media/image4.png" Id="Rea62333ac6454288" /><Relationship Type="http://schemas.openxmlformats.org/officeDocument/2006/relationships/image" Target="/ppt/media/image5.png" Id="R71ee263a38b2406c" /><Relationship Type="http://schemas.openxmlformats.org/officeDocument/2006/relationships/image" Target="/ppt/media/image6.png" Id="R1b4c3ecf37f946c1" /><Relationship Type="http://schemas.openxmlformats.org/officeDocument/2006/relationships/image" Target="/ppt/media/image7.png" Id="Rb70a726ed0214902" /><Relationship Type="http://schemas.openxmlformats.org/officeDocument/2006/relationships/image" Target="/ppt/media/image8.png" Id="R8d1dd9c20eb64ec5" /><Relationship Type="http://schemas.openxmlformats.org/officeDocument/2006/relationships/image" Target="/ppt/media/image9.png" Id="Rd975e0373bc24c43" /><Relationship Type="http://schemas.openxmlformats.org/officeDocument/2006/relationships/image" Target="/ppt/media/image10.png" Id="Re7fb8030b90e4294" /><Relationship Type="http://schemas.openxmlformats.org/officeDocument/2006/relationships/image" Target="/ppt/media/image11.png" Id="R6379f827834f433d" /><Relationship Type="http://schemas.openxmlformats.org/officeDocument/2006/relationships/notesSlide" Target="/ppt/notesSlides/notesSlide2.xml" Id="Rb403326d4baa4d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7bbd7bcc324324" /><Relationship Type="http://schemas.openxmlformats.org/officeDocument/2006/relationships/image" Target="/ppt/media/image12.png" Id="R23dae0a1a1de4979" /><Relationship Type="http://schemas.openxmlformats.org/officeDocument/2006/relationships/image" Target="/ppt/media/image13.png" Id="R52b0c98812184878" /><Relationship Type="http://schemas.openxmlformats.org/officeDocument/2006/relationships/notesSlide" Target="/ppt/notesSlides/notesSlide3.xml" Id="R10a376964ef847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8811cba1564c49" /><Relationship Type="http://schemas.openxmlformats.org/officeDocument/2006/relationships/image" Target="/ppt/media/image14.png" Id="Rce3952c1ae744354" /><Relationship Type="http://schemas.openxmlformats.org/officeDocument/2006/relationships/image" Target="/ppt/media/image13.png" Id="R846cdb8ca2d14dd1" /><Relationship Type="http://schemas.openxmlformats.org/officeDocument/2006/relationships/image" Target="/ppt/media/image4.png" Id="R1c7be49ab3924a54" /><Relationship Type="http://schemas.openxmlformats.org/officeDocument/2006/relationships/image" Target="/ppt/media/image15.png" Id="R7a4543ddacbe440f" /><Relationship Type="http://schemas.openxmlformats.org/officeDocument/2006/relationships/notesSlide" Target="/ppt/notesSlides/notesSlide4.xml" Id="R4d4ba949123744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45cc5ad280400c" /><Relationship Type="http://schemas.openxmlformats.org/officeDocument/2006/relationships/image" Target="/ppt/media/image16.png" Id="R1d07f7f229614ea4" /><Relationship Type="http://schemas.openxmlformats.org/officeDocument/2006/relationships/image" Target="/ppt/media/image17.png" Id="R48f339c2ae9743af" /><Relationship Type="http://schemas.openxmlformats.org/officeDocument/2006/relationships/image" Target="/ppt/media/image13.png" Id="Rca947543bf0148bc" /><Relationship Type="http://schemas.openxmlformats.org/officeDocument/2006/relationships/image" Target="/ppt/media/image4.png" Id="Rec1efb343d774ed9" /><Relationship Type="http://schemas.openxmlformats.org/officeDocument/2006/relationships/image" Target="/ppt/media/image15.png" Id="R3c68da61f5cd47b4" /><Relationship Type="http://schemas.openxmlformats.org/officeDocument/2006/relationships/notesSlide" Target="/ppt/notesSlides/notesSlide5.xml" Id="R1fc7f6750ee84a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abde8683914640" /><Relationship Type="http://schemas.openxmlformats.org/officeDocument/2006/relationships/image" Target="/ppt/media/image18.png" Id="R9db7f7fb36c3404e" /><Relationship Type="http://schemas.openxmlformats.org/officeDocument/2006/relationships/image" Target="/ppt/media/image19.png" Id="R2e9a7cc04aa046f7" /><Relationship Type="http://schemas.openxmlformats.org/officeDocument/2006/relationships/image" Target="/ppt/media/image13.png" Id="R8075dfd5571d4b62" /><Relationship Type="http://schemas.openxmlformats.org/officeDocument/2006/relationships/image" Target="/ppt/media/image4.png" Id="Raa0e779ae64646c2" /><Relationship Type="http://schemas.openxmlformats.org/officeDocument/2006/relationships/image" Target="/ppt/media/image15.png" Id="R9cfa89aa8f4d430e" /><Relationship Type="http://schemas.openxmlformats.org/officeDocument/2006/relationships/notesSlide" Target="/ppt/notesSlides/notesSlide6.xml" Id="R1c7b892e0e9c4d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288b9734914638" /><Relationship Type="http://schemas.openxmlformats.org/officeDocument/2006/relationships/image" Target="/ppt/media/image18.png" Id="Rb2ec5de567824b90" /><Relationship Type="http://schemas.openxmlformats.org/officeDocument/2006/relationships/image" Target="/ppt/media/image19.png" Id="R1b0e59c0bee34eab" /><Relationship Type="http://schemas.openxmlformats.org/officeDocument/2006/relationships/image" Target="/ppt/media/image13.png" Id="Rfe68d549e82c4159" /><Relationship Type="http://schemas.openxmlformats.org/officeDocument/2006/relationships/image" Target="/ppt/media/image4.png" Id="R590b98135b434c1f" /><Relationship Type="http://schemas.openxmlformats.org/officeDocument/2006/relationships/image" Target="/ppt/media/image15.png" Id="R161a622374f04a41" /><Relationship Type="http://schemas.openxmlformats.org/officeDocument/2006/relationships/notesSlide" Target="/ppt/notesSlides/notesSlide7.xml" Id="Rda9382d4c70a48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863b22e14e425d" /><Relationship Type="http://schemas.openxmlformats.org/officeDocument/2006/relationships/image" Target="/ppt/media/image18.png" Id="R32ead4b3758949dd" /><Relationship Type="http://schemas.openxmlformats.org/officeDocument/2006/relationships/image" Target="/ppt/media/image19.png" Id="Rc7dc8c435ffd4bd4" /><Relationship Type="http://schemas.openxmlformats.org/officeDocument/2006/relationships/image" Target="/ppt/media/image13.png" Id="R99e7bb2dcdb94bf2" /><Relationship Type="http://schemas.openxmlformats.org/officeDocument/2006/relationships/image" Target="/ppt/media/image4.png" Id="Rf99d099f88b741f4" /><Relationship Type="http://schemas.openxmlformats.org/officeDocument/2006/relationships/image" Target="/ppt/media/image15.png" Id="Re51f9cf199c74d35" /><Relationship Type="http://schemas.openxmlformats.org/officeDocument/2006/relationships/notesSlide" Target="/ppt/notesSlides/notesSlide8.xml" Id="R7e550596a14f4e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c3999dcd534704" /><Relationship Type="http://schemas.openxmlformats.org/officeDocument/2006/relationships/image" Target="/ppt/media/image20.png" Id="Re41797f7da5c4a1d" /><Relationship Type="http://schemas.openxmlformats.org/officeDocument/2006/relationships/image" Target="/ppt/media/image21.png" Id="R8c4e469e47d643f7" /><Relationship Type="http://schemas.openxmlformats.org/officeDocument/2006/relationships/image" Target="/ppt/media/image22.png" Id="Rd941b51c809a4e48" /><Relationship Type="http://schemas.openxmlformats.org/officeDocument/2006/relationships/image" Target="/ppt/media/image4.png" Id="Rbde93793028e4f94" /><Relationship Type="http://schemas.openxmlformats.org/officeDocument/2006/relationships/image" Target="/ppt/media/image15.png" Id="Rfc1995e5972b48e3" /><Relationship Type="http://schemas.openxmlformats.org/officeDocument/2006/relationships/notesSlide" Target="/ppt/notesSlides/notesSlide9.xml" Id="Rc383f4d97ffe4b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928b2f32c0450e" /><Relationship Type="http://schemas.openxmlformats.org/officeDocument/2006/relationships/image" Target="/ppt/media/image23.png" Id="Rd7ff7eba1d174f8a" /><Relationship Type="http://schemas.openxmlformats.org/officeDocument/2006/relationships/image" Target="/ppt/media/image13.png" Id="R8a2ce5a607e5428a" /><Relationship Type="http://schemas.openxmlformats.org/officeDocument/2006/relationships/image" Target="/ppt/media/image2.png" Id="R21139a87bdf945b5" /><Relationship Type="http://schemas.openxmlformats.org/officeDocument/2006/relationships/image" Target="/ppt/media/image4.png" Id="R11f576b4eed94739" /><Relationship Type="http://schemas.openxmlformats.org/officeDocument/2006/relationships/image" Target="/ppt/media/image24.png" Id="Rd62fe1c5b04c4f9a" /><Relationship Type="http://schemas.openxmlformats.org/officeDocument/2006/relationships/image" Target="/ppt/media/image25.png" Id="Rdbad4f57bb294162" /><Relationship Type="http://schemas.openxmlformats.org/officeDocument/2006/relationships/image" Target="/ppt/media/image26.png" Id="R00ad60319d4346e7" /><Relationship Type="http://schemas.openxmlformats.org/officeDocument/2006/relationships/image" Target="/ppt/media/image27.png" Id="R8a00adbf37674c15" /><Relationship Type="http://schemas.openxmlformats.org/officeDocument/2006/relationships/image" Target="/ppt/media/image28.png" Id="R8c7459899f604e12" /><Relationship Type="http://schemas.openxmlformats.org/officeDocument/2006/relationships/image" Target="/ppt/media/image29.png" Id="R3fcaa47048124569" /><Relationship Type="http://schemas.openxmlformats.org/officeDocument/2006/relationships/image" Target="/ppt/media/image30.png" Id="R187bfc8a565f4b5b" /><Relationship Type="http://schemas.openxmlformats.org/officeDocument/2006/relationships/image" Target="/ppt/media/image31.png" Id="Rc3016b24c332408e" /><Relationship Type="http://schemas.openxmlformats.org/officeDocument/2006/relationships/notesSlide" Target="/ppt/notesSlides/notesSlide10.xml" Id="R991f731dc12f401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6F09D59A-B0D1-43C4-81B3-FC360DB39D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85d9a7060455f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694854FD-3E22-422B-B509-EF81297FA4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8f938cd5d4a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692" y="641312"/>
            <a:ext cx="4251158" cy="5369883"/>
          </a:xfrm>
          <a:prstGeom xmlns:a="http://schemas.openxmlformats.org/drawingml/2006/main" prst="rect">
            <a:avLst/>
          </a:prstGeom>
        </p:spPr>
      </p:pic>
      <p:sp>
        <p:nvSpPr>
          <p:cNvPr id="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A44074CA-FACE-41A9-BDF2-EDA4F36D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Milo.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040189BE-058C-477C-86E3-20B3995C7C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56d3589e646f5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1D80DC99-06E9-41ED-9FA5-1F832E7469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c5e2fce9f4a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692" y="641312"/>
            <a:ext cx="4251158" cy="5369883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DF993193-866E-4891-9F2D-1B9652132B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2333ac645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9981" y="4316969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A4594D-DDCC-495C-8D38-E8F6B16137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e263a38b2406c"/>
          <a:stretch xmlns:a="http://schemas.openxmlformats.org/drawingml/2006/main"/>
        </p:blipFill>
        <p:spPr>
          <a:xfrm xmlns:a="http://schemas.openxmlformats.org/drawingml/2006/main">
            <a:off x="6893990" y="413870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2B118-7F6D-45A2-B6D7-45D897E27D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c3ecf37f946c1"/>
          <a:stretch xmlns:a="http://schemas.openxmlformats.org/drawingml/2006/main"/>
        </p:blipFill>
        <p:spPr>
          <a:xfrm xmlns:a="http://schemas.openxmlformats.org/drawingml/2006/main">
            <a:off x="6812404" y="405451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369B3-2C93-46B8-9E1C-508B075437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726ed0214902"/>
          <a:stretch xmlns:a="http://schemas.openxmlformats.org/drawingml/2006/main"/>
        </p:blipFill>
        <p:spPr>
          <a:xfrm xmlns:a="http://schemas.openxmlformats.org/drawingml/2006/main">
            <a:off x="7179451" y="4051340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ECC1C-2654-455B-959E-DEBF1FCD72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dd9c20eb64ec5"/>
          <a:stretch xmlns:a="http://schemas.openxmlformats.org/drawingml/2006/main"/>
        </p:blipFill>
        <p:spPr>
          <a:xfrm xmlns:a="http://schemas.openxmlformats.org/drawingml/2006/main">
            <a:off x="7023436" y="398157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F38CE-206A-40F1-8094-31094E3B7F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5e0373bc24c43"/>
          <a:stretch xmlns:a="http://schemas.openxmlformats.org/drawingml/2006/main"/>
        </p:blipFill>
        <p:spPr>
          <a:xfrm xmlns:a="http://schemas.openxmlformats.org/drawingml/2006/main">
            <a:off x="7186987" y="413397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BA724A-0CE1-4AB5-857F-7F394A5F0A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fb8030b90e4294"/>
          <a:stretch xmlns:a="http://schemas.openxmlformats.org/drawingml/2006/main"/>
        </p:blipFill>
        <p:spPr>
          <a:xfrm xmlns:a="http://schemas.openxmlformats.org/drawingml/2006/main">
            <a:off x="7179427" y="3939599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3ED20A-3436-4260-9A09-62F25192AC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9f827834f433d"/>
          <a:stretch xmlns:a="http://schemas.openxmlformats.org/drawingml/2006/main"/>
        </p:blipFill>
        <p:spPr>
          <a:xfrm xmlns:a="http://schemas.openxmlformats.org/drawingml/2006/main">
            <a:off x="6809006" y="3962208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3C90492-8221-4BCC-9EA5-C566F569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Milo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31941421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BA1610BE-D4B9-4B4E-B479-CF1CCA71A6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ae0a1a1de4979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CF02E5AC-E721-49B5-9609-1D3E8EC2C1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0c988121848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3832" y="264300"/>
            <a:ext cx="4066877" cy="5571067"/>
          </a:xfrm>
          <a:prstGeom xmlns:a="http://schemas.openxmlformats.org/drawingml/2006/main" prst="rect">
            <a:avLst/>
          </a:prstGeom>
        </p:spPr>
      </p:pic>
      <p:sp>
        <p:nvSpPr>
          <p:cNvPr id="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CFE3BB1F-5A7E-4168-A4E9-06E23EAD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Sasha.</a:t>
            </a:r>
          </a:p>
        </p:txBody>
      </p:sp>
    </p:spTree>
    <p:extLst>
      <p:ext uri="{BB962C8B-B14F-4D97-AF65-F5344CB8AC3E}">
        <p14:creationId xmlns:p14="http://schemas.microsoft.com/office/powerpoint/2010/main" val="40737818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81E7AA0D-45A7-4E61-B2F0-A2B9A20810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952c1ae744354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1F9F9A6D-3460-4C4B-8BB3-9AEE862CE2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cdb8ca2d14d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3832" y="264300"/>
            <a:ext cx="4066877" cy="5571067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4C9B3A0F-B14F-48BD-9C78-B00018B84C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be49ab3924a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9981" y="4116553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B4B1BDA1-5331-4764-8A51-C021C37D17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4543ddacbe44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93990" y="3935114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85DDBF23-1D9B-4897-9A30-C3CE4C7313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4543ddacbe44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79451" y="3938606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527E00F1-81D4-46D6-A1D3-796C0CAE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Sasha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38726455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7751B281-30B7-4D2C-9EB1-B5038EBA21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7f7f229614ea4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E2E31869-B824-4758-AA1E-EA1AC389E9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f339c2ae9743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891960" y="89210"/>
            <a:ext cx="3682603" cy="5648387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97974DCA-C123-4089-A10A-A83A3AB33C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947543bf0148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2089" y="0"/>
            <a:ext cx="4115035" cy="563703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7F2B99D9-D56C-48B1-B913-237CE88434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efb343d77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435" y="385589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B4056176-8D9D-415D-9102-3823FD119C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8da61f5cd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19444" y="367445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F87CCD73-6C92-4D49-B6C2-C015120E7D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8da61f5cd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8393" y="3690471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967FDBE6-7D87-4AC9-8F75-23484B37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Milo is angry.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081C90B4-D27C-4D83-BAB7-4382CEF87A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7f7fb36c3404e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F6A2929C-7586-4024-99ED-7A9B6F837D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a7cc04aa046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78970" y="57185"/>
            <a:ext cx="3682603" cy="5630132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E05EEA06-1D52-42F5-A345-C192290785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5dfd5571d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2089" y="0"/>
            <a:ext cx="4115035" cy="563703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D113BF6-03DA-4D69-B66C-C2D839726C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0e779ae64646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435" y="385589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65AFA088-8945-488D-9DB2-D6D9084A75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89aa8f4d43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19444" y="367445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F263E428-CE66-4D04-AFB4-0C6A5EB13F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89aa8f4d43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8393" y="3690471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7A5C0AD0-382F-4990-A9B4-A3BDDD90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 walks over.</a:t>
            </a:r>
          </a:p>
        </p:txBody>
      </p:sp>
    </p:spTree>
    <p:extLst>
      <p:ext uri="{BB962C8B-B14F-4D97-AF65-F5344CB8AC3E}">
        <p14:creationId xmlns:p14="http://schemas.microsoft.com/office/powerpoint/2010/main" val="241445886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081C90B4-D27C-4D83-BAB7-4382CEF87A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ec5de567824b90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F6A2929C-7586-4024-99ED-7A9B6F837D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e59c0bee34e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78970" y="57185"/>
            <a:ext cx="3682603" cy="5630132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E05EEA06-1D52-42F5-A345-C192290785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8d549e82c41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2089" y="0"/>
            <a:ext cx="4115035" cy="563703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D113BF6-03DA-4D69-B66C-C2D839726C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b98135b434c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435" y="385589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65AFA088-8945-488D-9DB2-D6D9084A75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a622374f0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19444" y="367445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F263E428-CE66-4D04-AFB4-0C6A5EB13F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a622374f0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8393" y="3690471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7A5C0AD0-382F-4990-A9B4-A3BDDD90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Sasha tells Milo, “I know you’re going to knock my cookies onto the ground.”</a:t>
            </a:r>
          </a:p>
        </p:txBody>
      </p:sp>
    </p:spTree>
    <p:extLst>
      <p:ext uri="{BB962C8B-B14F-4D97-AF65-F5344CB8AC3E}">
        <p14:creationId xmlns:p14="http://schemas.microsoft.com/office/powerpoint/2010/main" val="241445886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081C90B4-D27C-4D83-BAB7-4382CEF87A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ead4b3758949dd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F6A2929C-7586-4024-99ED-7A9B6F837D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dc8c435ffd4b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78970" y="57185"/>
            <a:ext cx="3682603" cy="5630132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E05EEA06-1D52-42F5-A345-C192290785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7bb2dcdb94b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2089" y="0"/>
            <a:ext cx="4115035" cy="563703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D113BF6-03DA-4D69-B66C-C2D839726C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d099f88b741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435" y="385589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65AFA088-8945-488D-9DB2-D6D9084A75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f9cf199c74d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19444" y="367445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F263E428-CE66-4D04-AFB4-0C6A5EB13F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f9cf199c74d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8393" y="3690471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7A5C0AD0-382F-4990-A9B4-A3BDDD90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Sasha tells Milo,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241445886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3241BAFF-BF9F-4190-86F5-C9366ADD09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797f7da5c4a1d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AA5FD211-AAC7-456C-A218-F9E5005F43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4e469e47d643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35773" y="-58187"/>
            <a:ext cx="4115035" cy="5639468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19470F7B-9186-433F-B3F4-A8401EB72A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41b51c809a4e48"/>
          <a:stretch xmlns:a="http://schemas.openxmlformats.org/drawingml/2006/main"/>
        </p:blipFill>
        <p:spPr>
          <a:xfrm xmlns:a="http://schemas.openxmlformats.org/drawingml/2006/main">
            <a:off x="3581075" y="0"/>
            <a:ext cx="5029850" cy="5932644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DC8841BB-88FD-49AA-A8A1-C932A35767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93793028e4f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435" y="385589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E4BE9E92-DC73-4FF5-9A5A-9EA2755C3E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995e5972b48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646092">
            <a:off x="6873038" y="332463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28A3D1DD-050C-41AB-840F-3EF3F703F4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995e5972b48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841334">
            <a:off x="7232968" y="3677578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93283265-3E95-4E5D-A213-05BD979C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hits 2 of Sasha’s cookies!</a:t>
            </a:r>
          </a:p>
        </p:txBody>
      </p:sp>
    </p:spTree>
    <p:extLst>
      <p:ext uri="{BB962C8B-B14F-4D97-AF65-F5344CB8AC3E}">
        <p14:creationId xmlns:p14="http://schemas.microsoft.com/office/powerpoint/2010/main" val="29160114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E0BFA95-FCE2-4CF0-9775-7B22B008CF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f7eba1d174f8a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D03DEB07-9CF4-4986-B357-C69C7AA3F0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ce5a607e542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1063" y="707206"/>
            <a:ext cx="3746126" cy="4889590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23389603-E7C4-4CDD-960E-51690FE6F3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39a87bdf945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94811" y="465115"/>
            <a:ext cx="4251158" cy="5369883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DA80AB22-8BE5-4F0E-A9AF-05B1B86AC9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576b4eed947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5334" y="410122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7E7A34A1-429C-4DFF-9261-965628B4FD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576b4eed947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76823" y="4169375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926B24C0-D742-49D7-93ED-9A80AABF82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fe1c5b04c4f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6304720" y="5050421"/>
            <a:ext cx="812666" cy="411363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FD429F77-1274-4B1E-A71D-8EE04773F3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fe1c5b04c4f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5956284" y="4915409"/>
            <a:ext cx="812666" cy="411363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E580F-33A8-4EB9-B351-196D0BA7D2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ad4f57bb294162"/>
          <a:stretch xmlns:a="http://schemas.openxmlformats.org/drawingml/2006/main"/>
        </p:blipFill>
        <p:spPr>
          <a:xfrm xmlns:a="http://schemas.openxmlformats.org/drawingml/2006/main">
            <a:off x="2520832" y="399111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2795E-D460-4A11-9056-C85299BE28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ad60319d4346e7"/>
          <a:stretch xmlns:a="http://schemas.openxmlformats.org/drawingml/2006/main"/>
        </p:blipFill>
        <p:spPr>
          <a:xfrm xmlns:a="http://schemas.openxmlformats.org/drawingml/2006/main">
            <a:off x="2439246" y="390692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31184A-BE8E-4730-8695-DBE4A6887F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00adbf37674c15"/>
          <a:stretch xmlns:a="http://schemas.openxmlformats.org/drawingml/2006/main"/>
        </p:blipFill>
        <p:spPr>
          <a:xfrm xmlns:a="http://schemas.openxmlformats.org/drawingml/2006/main">
            <a:off x="2806293" y="3903746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B3ACBD-67A1-456B-8503-A157C58AA0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7459899f604e12"/>
          <a:stretch xmlns:a="http://schemas.openxmlformats.org/drawingml/2006/main"/>
        </p:blipFill>
        <p:spPr>
          <a:xfrm xmlns:a="http://schemas.openxmlformats.org/drawingml/2006/main">
            <a:off x="2650278" y="3833979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D1953-84D7-43D6-B1BE-6935C093C4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aa47048124569"/>
          <a:stretch xmlns:a="http://schemas.openxmlformats.org/drawingml/2006/main"/>
        </p:blipFill>
        <p:spPr>
          <a:xfrm xmlns:a="http://schemas.openxmlformats.org/drawingml/2006/main">
            <a:off x="2813829" y="3986379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2A2BEC-1C59-4FFF-B7BE-3157E257C8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bfc8a565f4b5b"/>
          <a:stretch xmlns:a="http://schemas.openxmlformats.org/drawingml/2006/main"/>
        </p:blipFill>
        <p:spPr>
          <a:xfrm xmlns:a="http://schemas.openxmlformats.org/drawingml/2006/main">
            <a:off x="2806269" y="379200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47CD62-843A-48F8-B881-11673EC23B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16b24c332408e"/>
          <a:stretch xmlns:a="http://schemas.openxmlformats.org/drawingml/2006/main"/>
        </p:blipFill>
        <p:spPr>
          <a:xfrm xmlns:a="http://schemas.openxmlformats.org/drawingml/2006/main">
            <a:off x="2435848" y="3814614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2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494432E-D646-49B9-8437-8F40D193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Milo still has 8 cookies. Sasha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30893856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2026-10-16T18:05:53.6200000Z</dcterms:created>
  <dcterms:modified xsi:type="dcterms:W3CDTF">2026-10-16T18:05:53.6200000Z</dcterms:modified>
</coreProperties>
</file>