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5F459-DBBF-3F8C-2CF9-4BA48DB45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70B83-C145-4770-4DE0-078629A44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23D15-7ECB-B330-1D70-1527936900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BFF0B3-CA30-7E43-AC99-C263E9572C0D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45552-CE6D-002B-3776-F9A6F2B9EF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8CBD2-9742-3AB1-D48F-1D0E159585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B5951C-E284-034E-9FEF-6856260830D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96EB-9C51-09F6-3130-252636B4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9D66E-F13C-F7D6-407E-CBAE285C3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759E7-C274-52AA-A654-FB837994727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BFF0B3-CA30-7E43-AC99-C263E9572C0D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56C36-67C1-879E-93DB-585D7166CB6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6C9A1-0C94-4E6D-CCEB-1B4B033B95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B5951C-E284-034E-9FEF-6856260830D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C7CE2-85DB-FAC4-CD39-9D09F2A9C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CC7B9-4F2E-20C0-177F-F31DBD4C6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33C9C-F0BB-8B9D-4161-316E9A9E498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BFF0B3-CA30-7E43-AC99-C263E9572C0D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7B5F8-6B43-32C2-7DBD-BDC065B7FD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7B8FC-0612-DAAF-CD22-A1E92E1109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B5951C-E284-034E-9FEF-6856260830D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D621-9C01-29A2-63A6-D4FCA10F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4F404-29C3-8EB6-22A0-03883109A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210C4-2B04-F88F-0F0C-BC10EE0F0F1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8E091-809D-EE76-B21A-567DFEAE37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BFF0B3-CA30-7E43-AC99-C263E9572C0D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EEE47-DE42-1321-E825-22E3830045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BFBE2-4385-6620-1DEB-B766780BB3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B5951C-E284-034E-9FEF-6856260830D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C809-9FDD-5691-1076-C1AA4BD0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0DAF6-B2AA-B290-15E6-F03524339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91AF9-1DA9-2804-0818-BD0D2F871E1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C6FF9-F795-9D22-DA2B-0D912A51E96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980BB8-6F56-67BE-02EE-439FC6E6A29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434A0E-0271-F1F1-50B0-5C197DB0000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BFF0B3-CA30-7E43-AC99-C263E9572C0D}" type="datetimeFigureOut">
              <a:t>10/17/26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41384E-3FE4-40E0-A89F-DA1321BA55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3CC63-DEE3-C77A-1AB4-0B713400E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B5951C-E284-034E-9FEF-6856260830D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DC88-F62F-7A77-6A6E-F4EC8E3A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C6132-320F-43F0-9874-24C331BBC16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BFF0B3-CA30-7E43-AC99-C263E9572C0D}" type="datetimeFigureOut">
              <a:t>10/17/26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5EC13-A8F0-4556-34D9-B647229D9E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8C51D-B56C-16DE-BC00-06ADFDEBCE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B5951C-E284-034E-9FEF-6856260830D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0F818-0924-6DD2-F65F-5A8209378ED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BFF0B3-CA30-7E43-AC99-C263E9572C0D}" type="datetimeFigureOut">
              <a:t>10/17/26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C6397-B79B-DAAA-516D-00BE5001380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8F66A-BEF1-E0CB-1D60-D83638D822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B5951C-E284-034E-9FEF-6856260830D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AB7B-E505-2B06-7AA4-0C893CBF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6A40A-4E36-413B-82D5-3BEA66DCF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C8F6D-499D-B677-13CA-FCD24AA5971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676D5-FD4D-07BF-3308-2AB7CE4746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BFF0B3-CA30-7E43-AC99-C263E9572C0D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79ABE-701B-A144-CF28-7A263F5308A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A38C9-B08A-795E-4590-802BB605A0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B5951C-E284-034E-9FEF-6856260830D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FC798-BD72-9A5F-4C13-110E2B11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109CB-C821-5036-4CBB-16FB9B70B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18737-A50E-8346-3A7D-CD67CF2BA11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FA554-873E-409A-1BC4-4104F345D3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BFF0B3-CA30-7E43-AC99-C263E9572C0D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80AE6-6340-0508-C6E8-4652ABD74D2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2B844-6895-54AC-AE7D-08EB45708D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B5951C-E284-034E-9FEF-6856260830D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06B07-CB0E-A234-B469-6D131795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836A7-90BB-5F61-D583-3C350F21B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6CAE6-486E-41A8-9BDF-075F446D895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BFF0B3-CA30-7E43-AC99-C263E9572C0D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BEBB8-D688-B32F-FFA7-C41A92058B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86E08-FD8E-0872-BB55-36D74AC47C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B5951C-E284-034E-9FEF-6856260830D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EFE1D-81E8-2168-987E-8BBD6E7CA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C6BBA-4AB4-2AC7-02A9-467950C08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5A315-DBFF-07B1-E1D2-6ACAFC3787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BFF0B3-CA30-7E43-AC99-C263E9572C0D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1121E-4C91-BE94-B006-5875FC0BB9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717CD-57B7-C732-18DC-328F62C386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AB5951C-E284-034E-9FEF-6856260830D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982928-E139-B9D5-18B4-E6F224FC0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A8AD2-5C06-D2E6-B8EA-294D85249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837CC-055B-0510-8226-0C831BB033FF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FF0B3-CA30-7E43-AC99-C263E9572C0D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19C0D-5777-C491-B994-B7B10B53719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637D3-EDB9-B136-100D-0BB2067D768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5951C-E284-034E-9FEF-6856260830D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09D59A-B0D1-43C4-81B3-FC360DB39DC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4854FD-3E22-422B-B509-EF81297FA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1692" y="641312"/>
            <a:ext cx="4251158" cy="5369883"/>
          </a:xfrm>
          <a:prstGeom prst="rect">
            <a:avLst/>
          </a:prstGeom>
        </p:spPr>
      </p:pic>
      <p:sp>
        <p:nvSpPr>
          <p:cNvPr id="8" name="Study story caption">
            <a:extLst>
              <a:ext uri="{FF2B5EF4-FFF2-40B4-BE49-F238E27FC236}">
                <a16:creationId xmlns:a16="http://schemas.microsoft.com/office/drawing/2014/main" id="{A44074CA-FACE-41A9-BDF2-EDA4F36D906C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Milo.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40189BE-058C-477C-86E3-20B3995C7CC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80DC99-06E9-41ED-9FA5-1F832E746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1692" y="641312"/>
            <a:ext cx="4251158" cy="53698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993193-866E-4891-9F2D-1B9652132B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1401" y="4316969"/>
            <a:ext cx="1027288" cy="31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A4594D-DDCC-495C-8D38-E8F6B16137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825410" y="4138705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62B118-7F6D-45A2-B6D7-45D897E27D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743824" y="4054515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9369B3-2C93-46B8-9E1C-508B07543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110871" y="4051340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FECC1C-2654-455B-959E-DEBF1FCD72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54856" y="3981573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2F38CE-206A-40F1-8094-31094E3B7F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118407" y="4133973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BA724A-0CE1-4AB5-857F-7F394A5F0A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110847" y="3939599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3ED20A-3436-4260-9A09-62F25192AC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740426" y="3962208"/>
            <a:ext cx="1053833" cy="531259"/>
          </a:xfrm>
          <a:prstGeom prst="rect">
            <a:avLst/>
          </a:prstGeom>
        </p:spPr>
      </p:pic>
      <p:sp>
        <p:nvSpPr>
          <p:cNvPr id="14" name="Study story caption">
            <a:extLst>
              <a:ext uri="{FF2B5EF4-FFF2-40B4-BE49-F238E27FC236}">
                <a16:creationId xmlns:a16="http://schemas.microsoft.com/office/drawing/2014/main" id="{23C90492-8221-4BCC-9EA5-C566F5698EC0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3194142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1610BE-D4B9-4B4E-B479-CF1CCA71A64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F02E5AC-E721-49B5-9609-1D3E8EC2C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832" y="264300"/>
            <a:ext cx="4066877" cy="5571067"/>
          </a:xfrm>
          <a:prstGeom prst="rect">
            <a:avLst/>
          </a:prstGeom>
        </p:spPr>
      </p:pic>
      <p:sp>
        <p:nvSpPr>
          <p:cNvPr id="6" name="Study story caption">
            <a:extLst>
              <a:ext uri="{FF2B5EF4-FFF2-40B4-BE49-F238E27FC236}">
                <a16:creationId xmlns:a16="http://schemas.microsoft.com/office/drawing/2014/main" id="{CFE3BB1F-5A7E-4168-A4E9-06E23EAD03D9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Sasha.</a:t>
            </a:r>
          </a:p>
        </p:txBody>
      </p:sp>
    </p:spTree>
    <p:extLst>
      <p:ext uri="{BB962C8B-B14F-4D97-AF65-F5344CB8AC3E}">
        <p14:creationId xmlns:p14="http://schemas.microsoft.com/office/powerpoint/2010/main" val="407378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1E7AA0D-45A7-4E61-B2F0-A2B9A20810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F9F9A6D-3460-4C4B-8BB3-9AEE862CE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832" y="264300"/>
            <a:ext cx="4066877" cy="55710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9B3A0F-B14F-48BD-9C78-B00018B84C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5651" y="4116553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B1BDA1-5331-4764-8A51-C021C37D17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9660" y="3935114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DDBF23-1D9B-4897-9A30-C3CE4C731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5121" y="3938606"/>
            <a:ext cx="1053833" cy="531259"/>
          </a:xfrm>
          <a:prstGeom prst="rect">
            <a:avLst/>
          </a:prstGeom>
        </p:spPr>
      </p:pic>
      <p:sp>
        <p:nvSpPr>
          <p:cNvPr id="11" name="Study story caption">
            <a:extLst>
              <a:ext uri="{FF2B5EF4-FFF2-40B4-BE49-F238E27FC236}">
                <a16:creationId xmlns:a16="http://schemas.microsoft.com/office/drawing/2014/main" id="{527E00F1-81D4-46D6-A1D3-796C0CAE0A36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Sasha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38726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7751B281-30B7-4D2C-9EB1-B5038EBA21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2E31869-B824-4758-AA1E-EA1AC389E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91960" y="89210"/>
            <a:ext cx="3682603" cy="56483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974DCA-C123-4089-A10A-A83A3AB33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089" y="0"/>
            <a:ext cx="4115035" cy="56370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2B99D9-D56C-48B1-B913-237CE88434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435" y="3855892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056176-8D9D-415D-9102-3823FD119C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444" y="3674453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7CCD73-6C92-4D49-B6C2-C015120E7D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8393" y="3690471"/>
            <a:ext cx="1053833" cy="531259"/>
          </a:xfrm>
          <a:prstGeom prst="rect">
            <a:avLst/>
          </a:prstGeom>
        </p:spPr>
      </p:pic>
      <p:sp>
        <p:nvSpPr>
          <p:cNvPr id="24" name="Study story caption">
            <a:extLst>
              <a:ext uri="{FF2B5EF4-FFF2-40B4-BE49-F238E27FC236}">
                <a16:creationId xmlns:a16="http://schemas.microsoft.com/office/drawing/2014/main" id="{967FDBE6-7D87-4AC9-8F75-23484B37DE6F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is angry.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81C90B4-D27C-4D83-BAB7-4382CEF87AB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A2929C-7586-4024-99ED-7A9B6F837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970" y="57185"/>
            <a:ext cx="3682603" cy="56301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5EEA06-1D52-42F5-A345-C192290785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089" y="0"/>
            <a:ext cx="4115035" cy="56370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113BF6-03DA-4D69-B66C-C2D839726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435" y="3855892"/>
            <a:ext cx="1027288" cy="318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AFA088-8945-488D-9DB2-D6D9084A75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444" y="367445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63E428-CE66-4D04-AFB4-0C6A5EB13F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8393" y="3690471"/>
            <a:ext cx="1053833" cy="531259"/>
          </a:xfrm>
          <a:prstGeom prst="rect">
            <a:avLst/>
          </a:prstGeom>
        </p:spPr>
      </p:pic>
      <p:sp>
        <p:nvSpPr>
          <p:cNvPr id="11" name="Study story caption">
            <a:extLst>
              <a:ext uri="{FF2B5EF4-FFF2-40B4-BE49-F238E27FC236}">
                <a16:creationId xmlns:a16="http://schemas.microsoft.com/office/drawing/2014/main" id="{7A5C0AD0-382F-4990-A9B4-A3BDDD90E59A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 walks over.</a:t>
            </a:r>
          </a:p>
        </p:txBody>
      </p:sp>
    </p:spTree>
    <p:extLst>
      <p:ext uri="{BB962C8B-B14F-4D97-AF65-F5344CB8AC3E}">
        <p14:creationId xmlns:p14="http://schemas.microsoft.com/office/powerpoint/2010/main" val="2414458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81C90B4-D27C-4D83-BAB7-4382CEF87AB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A2929C-7586-4024-99ED-7A9B6F837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970" y="57185"/>
            <a:ext cx="3682603" cy="56301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5EEA06-1D52-42F5-A345-C192290785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089" y="0"/>
            <a:ext cx="4115035" cy="56370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113BF6-03DA-4D69-B66C-C2D839726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435" y="3855892"/>
            <a:ext cx="1027288" cy="318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AFA088-8945-488D-9DB2-D6D9084A75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444" y="367445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63E428-CE66-4D04-AFB4-0C6A5EB13F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8393" y="3690471"/>
            <a:ext cx="1053833" cy="531259"/>
          </a:xfrm>
          <a:prstGeom prst="rect">
            <a:avLst/>
          </a:prstGeom>
        </p:spPr>
      </p:pic>
      <p:sp>
        <p:nvSpPr>
          <p:cNvPr id="11" name="Study story caption">
            <a:extLst>
              <a:ext uri="{FF2B5EF4-FFF2-40B4-BE49-F238E27FC236}">
                <a16:creationId xmlns:a16="http://schemas.microsoft.com/office/drawing/2014/main" id="{7A5C0AD0-382F-4990-A9B4-A3BDDD90E59A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0" rIns="152400" bIns="0" anchor="ctr">
            <a:noAutofit/>
          </a:bodyPr>
          <a:lstStyle>
            <a:def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Sasha tells Milo, “I know you’re going to knock my cookies onto the ground.”</a:t>
            </a:r>
          </a:p>
        </p:txBody>
      </p:sp>
    </p:spTree>
    <p:extLst>
      <p:ext uri="{BB962C8B-B14F-4D97-AF65-F5344CB8AC3E}">
        <p14:creationId xmlns:p14="http://schemas.microsoft.com/office/powerpoint/2010/main" val="2414458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81C90B4-D27C-4D83-BAB7-4382CEF87AB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A2929C-7586-4024-99ED-7A9B6F837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970" y="57185"/>
            <a:ext cx="3682603" cy="56301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5EEA06-1D52-42F5-A345-C192290785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089" y="0"/>
            <a:ext cx="4115035" cy="56370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113BF6-03DA-4D69-B66C-C2D839726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435" y="3855892"/>
            <a:ext cx="1027288" cy="318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AFA088-8945-488D-9DB2-D6D9084A75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444" y="367445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63E428-CE66-4D04-AFB4-0C6A5EB13F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8393" y="3690471"/>
            <a:ext cx="1053833" cy="531259"/>
          </a:xfrm>
          <a:prstGeom prst="rect">
            <a:avLst/>
          </a:prstGeom>
        </p:spPr>
      </p:pic>
      <p:sp>
        <p:nvSpPr>
          <p:cNvPr id="11" name="Study story caption">
            <a:extLst>
              <a:ext uri="{FF2B5EF4-FFF2-40B4-BE49-F238E27FC236}">
                <a16:creationId xmlns:a16="http://schemas.microsoft.com/office/drawing/2014/main" id="{7A5C0AD0-382F-4990-A9B4-A3BDDD90E59A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Sasha tells Milo, “I’m not okay with that.”</a:t>
            </a:r>
          </a:p>
        </p:txBody>
      </p:sp>
    </p:spTree>
    <p:extLst>
      <p:ext uri="{BB962C8B-B14F-4D97-AF65-F5344CB8AC3E}">
        <p14:creationId xmlns:p14="http://schemas.microsoft.com/office/powerpoint/2010/main" val="2414458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241BAFF-BF9F-4190-86F5-C9366ADD09F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5FD211-AAC7-456C-A218-F9E5005F4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773" y="-58187"/>
            <a:ext cx="4115035" cy="56394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470F7B-9186-433F-B3F4-A8401EB72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581075" y="0"/>
            <a:ext cx="5029850" cy="59326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8841BB-88FD-49AA-A8A1-C932A35767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435" y="3855892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BE9E92-DC73-4FF5-9A5A-9EA2755C3E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46092">
            <a:off x="6873038" y="3324633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A3D1DD-050C-41AB-840F-3EF3F703F4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41334">
            <a:off x="7232968" y="3677578"/>
            <a:ext cx="1053833" cy="531259"/>
          </a:xfrm>
          <a:prstGeom prst="rect">
            <a:avLst/>
          </a:prstGeom>
        </p:spPr>
      </p:pic>
      <p:sp>
        <p:nvSpPr>
          <p:cNvPr id="16" name="Study story caption">
            <a:extLst>
              <a:ext uri="{FF2B5EF4-FFF2-40B4-BE49-F238E27FC236}">
                <a16:creationId xmlns:a16="http://schemas.microsoft.com/office/drawing/2014/main" id="{93283265-3E95-4E5D-A213-05BD979C3FAB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</a:t>
            </a: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hits 2 of Sasha’s cookies!</a:t>
            </a:r>
          </a:p>
        </p:txBody>
      </p:sp>
    </p:spTree>
    <p:extLst>
      <p:ext uri="{BB962C8B-B14F-4D97-AF65-F5344CB8AC3E}">
        <p14:creationId xmlns:p14="http://schemas.microsoft.com/office/powerpoint/2010/main" val="2916011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E0BFA95-FCE2-4CF0-9775-7B22B008CFF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3DEB07-9CF4-4986-B357-C69C7AA3F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063" y="707206"/>
            <a:ext cx="3746126" cy="48895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389603-E7C4-4CDD-960E-51690FE6F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4811" y="465115"/>
            <a:ext cx="4251158" cy="53698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80AB22-8BE5-4F0E-A9AF-05B1B86AC9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7A34A1-429C-4DFF-9261-965628B4FD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6B24C0-D742-49D7-93ED-9A80AABF8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304720" y="5050421"/>
            <a:ext cx="812666" cy="411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429F77-1274-4B1E-A71D-8EE04773F3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956284" y="4915409"/>
            <a:ext cx="812666" cy="4113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6E580F-33A8-4EB9-B351-196D0BA7D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520832" y="3991111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502795E-D460-4A11-9056-C85299BE28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439246" y="3906921"/>
            <a:ext cx="1053833" cy="531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31184A-BE8E-4730-8695-DBE4A6887F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806293" y="3903746"/>
            <a:ext cx="1053833" cy="531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4B3ACBD-67A1-456B-8503-A157C58AA0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650278" y="3833979"/>
            <a:ext cx="1053833" cy="531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06D1953-84D7-43D6-B1BE-6935C093C4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813829" y="3986379"/>
            <a:ext cx="1053833" cy="5312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12A2BEC-1C59-4FFF-B7BE-3157E257C8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806269" y="3792005"/>
            <a:ext cx="1053833" cy="5312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647CD62-843A-48F8-B881-11673EC23B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435848" y="3814614"/>
            <a:ext cx="1053833" cy="531259"/>
          </a:xfrm>
          <a:prstGeom prst="rect">
            <a:avLst/>
          </a:prstGeom>
        </p:spPr>
      </p:pic>
      <p:sp>
        <p:nvSpPr>
          <p:cNvPr id="22" name="Study story caption">
            <a:extLst>
              <a:ext uri="{FF2B5EF4-FFF2-40B4-BE49-F238E27FC236}">
                <a16:creationId xmlns:a16="http://schemas.microsoft.com/office/drawing/2014/main" id="{3494432E-D646-49B9-8437-8F40D1935FD7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still has 8 cookies. Sasha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3089385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Macintosh PowerPoint</Application>
  <DocSecurity>0</DocSecurity>
  <PresentationFormat>Widescreen</PresentationFormat>
  <Paragraphs>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Rose</cp:lastModifiedBy>
  <cp:revision>1</cp:revision>
  <dcterms:created xsi:type="dcterms:W3CDTF">2026-10-16T18:05:53Z</dcterms:created>
  <dcterms:modified xsi:type="dcterms:W3CDTF">2026-10-17T12:57:54Z</dcterms:modified>
</cp:coreProperties>
</file>