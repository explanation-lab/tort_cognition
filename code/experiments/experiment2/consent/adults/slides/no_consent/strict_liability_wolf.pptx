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bc20a7edf824848" /><Relationship Type="http://schemas.openxmlformats.org/officeDocument/2006/relationships/extended-properties" Target="/docProps/app.xml" Id="Rf5ea004056f4404a" /><Relationship Type="http://schemas.openxmlformats.org/officeDocument/2006/relationships/officeDocument" Target="/ppt/presentation.xml" Id="Rb4d6d2b3f2434d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b6d9f9a72bf4389"/>
  </p:sldMasterIdLst>
  <p:notesMasterIdLst>
    <p:notesMasterId xmlns:r="http://schemas.openxmlformats.org/officeDocument/2006/relationships" r:id="R59778ceb7af645fe"/>
  </p:notesMasterIdLst>
  <p:sldIdLst>
    <p:sldId xmlns:r="http://schemas.openxmlformats.org/officeDocument/2006/relationships" id="256" r:id="R00741e1118554ba8"/>
    <p:sldId xmlns:r="http://schemas.openxmlformats.org/officeDocument/2006/relationships" id="257" r:id="Re45912a2dddc4e9d"/>
    <p:sldId xmlns:r="http://schemas.openxmlformats.org/officeDocument/2006/relationships" id="258" r:id="R2806e685d1cd4f61"/>
    <p:sldId xmlns:r="http://schemas.openxmlformats.org/officeDocument/2006/relationships" id="259" r:id="R07697f81fe5e457c"/>
    <p:sldId xmlns:r="http://schemas.openxmlformats.org/officeDocument/2006/relationships" id="260" r:id="Rd56ec19e2e8b4491"/>
    <p:sldId xmlns:r="http://schemas.openxmlformats.org/officeDocument/2006/relationships" id="261" r:id="Ra9737dfbf17b4d81"/>
    <p:sldId xmlns:r="http://schemas.openxmlformats.org/officeDocument/2006/relationships" id="262" r:id="R9d70706038934520"/>
    <p:sldId xmlns:r="http://schemas.openxmlformats.org/officeDocument/2006/relationships" id="263" r:id="R3a783137f4234a69"/>
    <p:sldId xmlns:r="http://schemas.openxmlformats.org/officeDocument/2006/relationships" id="264" r:id="R685ac761fc784f23"/>
    <p:sldId xmlns:r="http://schemas.openxmlformats.org/officeDocument/2006/relationships" id="265" r:id="R50c3c605d23545c6"/>
    <p:sldId xmlns:r="http://schemas.openxmlformats.org/officeDocument/2006/relationships" id="266" r:id="Rf8ab46c917014ce2"/>
    <p:sldId xmlns:r="http://schemas.openxmlformats.org/officeDocument/2006/relationships" id="267" r:id="Rba8a6b927e4944dd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6c07be09a84524" /><Relationship Type="http://schemas.openxmlformats.org/officeDocument/2006/relationships/slideMaster" Target="/ppt/slideMasters/slideMaster1.xml" Id="R2b6d9f9a72bf4389" /><Relationship Type="http://schemas.openxmlformats.org/officeDocument/2006/relationships/notesMaster" Target="/ppt/notesMasters/notesMaster1.xml" Id="R59778ceb7af645fe" /><Relationship Type="http://schemas.openxmlformats.org/officeDocument/2006/relationships/presProps" Target="/ppt/presProps.xml" Id="Ra3316ad010264187" /><Relationship Type="http://schemas.openxmlformats.org/officeDocument/2006/relationships/viewProps" Target="/ppt/viewProps.xml" Id="R72c81aa9930149bd" /><Relationship Type="http://schemas.openxmlformats.org/officeDocument/2006/relationships/tableStyles" Target="/ppt/tableStyles.xml" Id="R2a6ac80c4a4c48f4" /><Relationship Type="http://schemas.openxmlformats.org/officeDocument/2006/relationships/slide" Target="/ppt/slides/slide1.xml" Id="R00741e1118554ba8" /><Relationship Type="http://schemas.openxmlformats.org/officeDocument/2006/relationships/slide" Target="/ppt/slides/slide2.xml" Id="Re45912a2dddc4e9d" /><Relationship Type="http://schemas.openxmlformats.org/officeDocument/2006/relationships/slide" Target="/ppt/slides/slide3.xml" Id="R2806e685d1cd4f61" /><Relationship Type="http://schemas.openxmlformats.org/officeDocument/2006/relationships/slide" Target="/ppt/slides/slide4.xml" Id="R07697f81fe5e457c" /><Relationship Type="http://schemas.openxmlformats.org/officeDocument/2006/relationships/slide" Target="/ppt/slides/slide5.xml" Id="Rd56ec19e2e8b4491" /><Relationship Type="http://schemas.openxmlformats.org/officeDocument/2006/relationships/slide" Target="/ppt/slides/slide6.xml" Id="Ra9737dfbf17b4d81" /><Relationship Type="http://schemas.openxmlformats.org/officeDocument/2006/relationships/slide" Target="/ppt/slides/slide7.xml" Id="R9d70706038934520" /><Relationship Type="http://schemas.openxmlformats.org/officeDocument/2006/relationships/slide" Target="/ppt/slides/slide8.xml" Id="R3a783137f4234a69" /><Relationship Type="http://schemas.openxmlformats.org/officeDocument/2006/relationships/slide" Target="/ppt/slides/slide9.xml" Id="R685ac761fc784f23" /><Relationship Type="http://schemas.openxmlformats.org/officeDocument/2006/relationships/slide" Target="/ppt/slides/slide10.xml" Id="R50c3c605d23545c6" /><Relationship Type="http://schemas.openxmlformats.org/officeDocument/2006/relationships/slide" Target="/ppt/slides/slide11.xml" Id="Rf8ab46c917014ce2" /><Relationship Type="http://schemas.openxmlformats.org/officeDocument/2006/relationships/slide" Target="/ppt/slides/slide12.xml" Id="Rba8a6b927e4944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24e9dfb25941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0d5967a92b48d6" /><Relationship Type="http://schemas.openxmlformats.org/officeDocument/2006/relationships/notesMaster" Target="/ppt/notesMasters/notesMaster1.xml" Id="R883fa0b8be3f4b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e0f519409f4a66" /><Relationship Type="http://schemas.openxmlformats.org/officeDocument/2006/relationships/notesMaster" Target="/ppt/notesMasters/notesMaster1.xml" Id="R36d50641efad46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1c8ec9357046c3" /><Relationship Type="http://schemas.openxmlformats.org/officeDocument/2006/relationships/notesMaster" Target="/ppt/notesMasters/notesMaster1.xml" Id="R8af726cdc16b4d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3940a0ab27407e" /><Relationship Type="http://schemas.openxmlformats.org/officeDocument/2006/relationships/notesMaster" Target="/ppt/notesMasters/notesMaster1.xml" Id="R4c0caa697ba7419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8b2a7e5e524c56" /><Relationship Type="http://schemas.openxmlformats.org/officeDocument/2006/relationships/notesMaster" Target="/ppt/notesMasters/notesMaster1.xml" Id="Rf9101ce679204ba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015831a6544890" /><Relationship Type="http://schemas.openxmlformats.org/officeDocument/2006/relationships/notesMaster" Target="/ppt/notesMasters/notesMaster1.xml" Id="Rf54ef53fcc4645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cc431232af4b3b" /><Relationship Type="http://schemas.openxmlformats.org/officeDocument/2006/relationships/notesMaster" Target="/ppt/notesMasters/notesMaster1.xml" Id="R56b28445f74441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0bdd1630b54fd8" /><Relationship Type="http://schemas.openxmlformats.org/officeDocument/2006/relationships/notesMaster" Target="/ppt/notesMasters/notesMaster1.xml" Id="R1adc0332a8a24c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562b68e0db4c83" /><Relationship Type="http://schemas.openxmlformats.org/officeDocument/2006/relationships/notesMaster" Target="/ppt/notesMasters/notesMaster1.xml" Id="R327cbe5d0d8c44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5c9aa7d7104110" /><Relationship Type="http://schemas.openxmlformats.org/officeDocument/2006/relationships/notesMaster" Target="/ppt/notesMasters/notesMaster1.xml" Id="Ra02da12bf45a41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cb06fb3089d47b5" /><Relationship Type="http://schemas.openxmlformats.org/officeDocument/2006/relationships/notesMaster" Target="/ppt/notesMasters/notesMaster1.xml" Id="R82fe3e434fab48f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ea8ea6cc994aa7" /><Relationship Type="http://schemas.openxmlformats.org/officeDocument/2006/relationships/notesMaster" Target="/ppt/notesMasters/notesMaster1.xml" Id="R8a62104c24b2425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code/experiments/experiment1/adults/slides/pilot-v3/strict_liability_wolf.pptx, slide 7.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Andy tells Catherine: I know your wolf could escape from the garage and eat my cookies.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code/experiments/experiment1/adults/slides/pilot-v3/strict_liability_wolf.pptx, slide 7.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Andy tells Catherine: I’m not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e936e1a8be44d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00ed8c157849f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858565d5c648b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dd3e6b1d874e4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c92cbd53b54ad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c6bf26d1814d4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EBA73AB-51F9-4D5B-A5FA-8C283132A8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7B0DAE0-2529-4CD4-B302-EAA4F904056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128C8F1-94B5-4D12-830C-482A873789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121DF7-35B3-4FEA-8B00-6857F2EC60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8D6B1F7-339D-4876-9216-E1FC90A0C7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08B3489-A2AC-4A9F-8F6A-9E0D5B5D56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14D2DAF-785D-4C84-A82A-A8EB6A96D9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46CBEA3-1659-4CF5-8391-9D7F5CBB0C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AA6D56-01C2-44CD-B79B-1FAA87843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A033B53-A84D-4DFE-A30E-356949DC5F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2921dd163b45c6" /><Relationship Type="http://schemas.openxmlformats.org/officeDocument/2006/relationships/slideLayout" Target="/ppt/slideLayouts/slideLayout1.xml" Id="R0db09a9d8c984886" /><Relationship Type="http://schemas.openxmlformats.org/officeDocument/2006/relationships/slideLayout" Target="/ppt/slideLayouts/slideLayout2.xml" Id="R64f684b2a920457d" /><Relationship Type="http://schemas.openxmlformats.org/officeDocument/2006/relationships/slideLayout" Target="/ppt/slideLayouts/slideLayout3.xml" Id="Re6678a8208eb4b5f" /><Relationship Type="http://schemas.openxmlformats.org/officeDocument/2006/relationships/slideLayout" Target="/ppt/slideLayouts/slideLayout4.xml" Id="R1bbf4a80ac494eb7" /><Relationship Type="http://schemas.openxmlformats.org/officeDocument/2006/relationships/slideLayout" Target="/ppt/slideLayouts/slideLayout5.xml" Id="R80c26f43cb9140b8" /><Relationship Type="http://schemas.openxmlformats.org/officeDocument/2006/relationships/slideLayout" Target="/ppt/slideLayouts/slideLayout6.xml" Id="Rf30ab5c76b8847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b09a9d8c984886"/>
    <p:sldLayoutId xmlns:r="http://schemas.openxmlformats.org/officeDocument/2006/relationships" id="2147483650" r:id="R64f684b2a920457d"/>
    <p:sldLayoutId xmlns:r="http://schemas.openxmlformats.org/officeDocument/2006/relationships" id="2147483651" r:id="Re6678a8208eb4b5f"/>
    <p:sldLayoutId xmlns:r="http://schemas.openxmlformats.org/officeDocument/2006/relationships" id="2147483652" r:id="R1bbf4a80ac494eb7"/>
    <p:sldLayoutId xmlns:r="http://schemas.openxmlformats.org/officeDocument/2006/relationships" id="2147483653" r:id="R80c26f43cb9140b8"/>
    <p:sldLayoutId xmlns:r="http://schemas.openxmlformats.org/officeDocument/2006/relationships" id="2147483654" r:id="Rf30ab5c76b8847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82c4de06eb446b" /><Relationship Type="http://schemas.openxmlformats.org/officeDocument/2006/relationships/image" Target="/ppt/media/image.png" Id="Rb3dd023b9b784a8e" /><Relationship Type="http://schemas.openxmlformats.org/officeDocument/2006/relationships/image" Target="/ppt/media/image2.png" Id="R44c9a286091344be" /><Relationship Type="http://schemas.openxmlformats.org/officeDocument/2006/relationships/notesSlide" Target="/ppt/notesSlides/notesSlide1.xml" Id="R1d89516bba564b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ddc147fb3c4f4d" /><Relationship Type="http://schemas.openxmlformats.org/officeDocument/2006/relationships/image" Target="/ppt/media/image.png" Id="R0b34e2ca825f4f88" /><Relationship Type="http://schemas.openxmlformats.org/officeDocument/2006/relationships/image" Target="/ppt/media/image2.png" Id="R2bf90dabd13d4c3f" /><Relationship Type="http://schemas.openxmlformats.org/officeDocument/2006/relationships/image" Target="/ppt/media/image3.png" Id="R88ffd0afca5a4a3a" /><Relationship Type="http://schemas.openxmlformats.org/officeDocument/2006/relationships/image" Target="/ppt/media/image4.png" Id="Re1444c7a60a7481c" /><Relationship Type="http://schemas.openxmlformats.org/officeDocument/2006/relationships/notesSlide" Target="/ppt/notesSlides/notesSlide2.xml" Id="R561786d59a574ef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48627b60f94bb5" /><Relationship Type="http://schemas.openxmlformats.org/officeDocument/2006/relationships/image" Target="/ppt/media/image.png" Id="R7068b6dc5d59423b" /><Relationship Type="http://schemas.openxmlformats.org/officeDocument/2006/relationships/image" Target="/ppt/media/image5.png" Id="R81c8d462e4bf4c94" /><Relationship Type="http://schemas.openxmlformats.org/officeDocument/2006/relationships/image" Target="/ppt/media/image2.png" Id="Rb15703c359a449b0" /><Relationship Type="http://schemas.openxmlformats.org/officeDocument/2006/relationships/image" Target="/ppt/media/image3.png" Id="Rf5951ece94664f6d" /><Relationship Type="http://schemas.openxmlformats.org/officeDocument/2006/relationships/image" Target="/ppt/media/image4.png" Id="R7da908c9f2f943d1" /><Relationship Type="http://schemas.openxmlformats.org/officeDocument/2006/relationships/notesSlide" Target="/ppt/notesSlides/notesSlide3.xml" Id="R473225db652342e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1b25655d7a46d2" /><Relationship Type="http://schemas.openxmlformats.org/officeDocument/2006/relationships/image" Target="/ppt/media/image.png" Id="Rb430035bb30246e8" /><Relationship Type="http://schemas.openxmlformats.org/officeDocument/2006/relationships/image" Target="/ppt/media/image6.png" Id="R9a47ee5571324e30" /><Relationship Type="http://schemas.openxmlformats.org/officeDocument/2006/relationships/notesSlide" Target="/ppt/notesSlides/notesSlide4.xml" Id="R702a490fc67b40e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9a4c7415e64f42" /><Relationship Type="http://schemas.openxmlformats.org/officeDocument/2006/relationships/image" Target="/ppt/media/image.png" Id="Re2c0d7c5568b48f3" /><Relationship Type="http://schemas.openxmlformats.org/officeDocument/2006/relationships/image" Target="/ppt/media/image6.png" Id="R0915788344c54f4b" /><Relationship Type="http://schemas.openxmlformats.org/officeDocument/2006/relationships/image" Target="/ppt/media/image3.png" Id="R78e3b2a3f4cb45c3" /><Relationship Type="http://schemas.openxmlformats.org/officeDocument/2006/relationships/image" Target="/ppt/media/image4.png" Id="R8d11fe9743ba4a88" /><Relationship Type="http://schemas.openxmlformats.org/officeDocument/2006/relationships/notesSlide" Target="/ppt/notesSlides/notesSlide5.xml" Id="R6633472c5c7244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3ff71dfca44ae9" /><Relationship Type="http://schemas.openxmlformats.org/officeDocument/2006/relationships/image" Target="/ppt/media/image7.png" Id="Ra343f5be2749477d" /><Relationship Type="http://schemas.openxmlformats.org/officeDocument/2006/relationships/image" Target="/ppt/media/image5.png" Id="Rdc87b75d39e5498d" /><Relationship Type="http://schemas.openxmlformats.org/officeDocument/2006/relationships/notesSlide" Target="/ppt/notesSlides/notesSlide6.xml" Id="R5ea6203979eb4d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a41de869bf4b42" /><Relationship Type="http://schemas.openxmlformats.org/officeDocument/2006/relationships/image" Target="/ppt/media/image.png" Id="R748ab28b55a6493c" /><Relationship Type="http://schemas.openxmlformats.org/officeDocument/2006/relationships/image" Target="/ppt/media/image8.png" Id="Rffbe8de9984e4693" /><Relationship Type="http://schemas.openxmlformats.org/officeDocument/2006/relationships/image" Target="/ppt/media/image6.png" Id="Re903001c56184cf6" /><Relationship Type="http://schemas.openxmlformats.org/officeDocument/2006/relationships/image" Target="/ppt/media/image3.png" Id="Rcbe8ace035384bfc" /><Relationship Type="http://schemas.openxmlformats.org/officeDocument/2006/relationships/image" Target="/ppt/media/image4.png" Id="Rff6a8633f2154108" /><Relationship Type="http://schemas.openxmlformats.org/officeDocument/2006/relationships/notesSlide" Target="/ppt/notesSlides/notesSlide7.xml" Id="R5ff805c2646540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95326ab9ee4527" /><Relationship Type="http://schemas.openxmlformats.org/officeDocument/2006/relationships/image" Target="/ppt/media/image.png" Id="Re553046a3ceb40c8" /><Relationship Type="http://schemas.openxmlformats.org/officeDocument/2006/relationships/image" Target="/ppt/media/image8.png" Id="R3fc5d97e8b8e4b4e" /><Relationship Type="http://schemas.openxmlformats.org/officeDocument/2006/relationships/image" Target="/ppt/media/image6.png" Id="R202c2b5afdc54ba2" /><Relationship Type="http://schemas.openxmlformats.org/officeDocument/2006/relationships/image" Target="/ppt/media/image3.png" Id="Rbcea1bd1c0d54306" /><Relationship Type="http://schemas.openxmlformats.org/officeDocument/2006/relationships/image" Target="/ppt/media/image4.png" Id="Rcc4956451a884acd" /><Relationship Type="http://schemas.openxmlformats.org/officeDocument/2006/relationships/notesSlide" Target="/ppt/notesSlides/notesSlide8.xml" Id="R94b163bad9a342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77927d6c3340a2" /><Relationship Type="http://schemas.openxmlformats.org/officeDocument/2006/relationships/image" Target="/ppt/media/image.png" Id="R47353d818a994a61" /><Relationship Type="http://schemas.openxmlformats.org/officeDocument/2006/relationships/image" Target="/ppt/media/image8.png" Id="R3eed564873ad4f1d" /><Relationship Type="http://schemas.openxmlformats.org/officeDocument/2006/relationships/image" Target="/ppt/media/image6.png" Id="Rc2269b3c28794fb5" /><Relationship Type="http://schemas.openxmlformats.org/officeDocument/2006/relationships/image" Target="/ppt/media/image3.png" Id="R507aac222e154d16" /><Relationship Type="http://schemas.openxmlformats.org/officeDocument/2006/relationships/image" Target="/ppt/media/image4.png" Id="R9ac01df1a89042eb" /><Relationship Type="http://schemas.openxmlformats.org/officeDocument/2006/relationships/notesSlide" Target="/ppt/notesSlides/notesSlide9.xml" Id="R47f66d6e96ba4b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dd1dc261264b02" /><Relationship Type="http://schemas.openxmlformats.org/officeDocument/2006/relationships/image" Target="/ppt/media/image9.png" Id="R1b1ec6ff7fb641f0" /><Relationship Type="http://schemas.openxmlformats.org/officeDocument/2006/relationships/image" Target="/ppt/media/image5.png" Id="R1d213b7470994491" /><Relationship Type="http://schemas.openxmlformats.org/officeDocument/2006/relationships/image" Target="/ppt/media/image6.png" Id="Rfa8cd27d16214040" /><Relationship Type="http://schemas.openxmlformats.org/officeDocument/2006/relationships/image" Target="/ppt/media/image3.png" Id="R8efd2d270e21413a" /><Relationship Type="http://schemas.openxmlformats.org/officeDocument/2006/relationships/image" Target="/ppt/media/image4.png" Id="Re566a3c0d312451d" /><Relationship Type="http://schemas.openxmlformats.org/officeDocument/2006/relationships/image" Target="/ppt/media/image2.png" Id="Rc5bc7652eecc4d12" /><Relationship Type="http://schemas.openxmlformats.org/officeDocument/2006/relationships/notesSlide" Target="/ppt/notesSlides/notesSlide10.xml" Id="R962be0b1c5aa4e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3de971cd8c4b85" /><Relationship Type="http://schemas.openxmlformats.org/officeDocument/2006/relationships/image" Target="/ppt/media/image9.png" Id="R5027a59951e1474d" /><Relationship Type="http://schemas.openxmlformats.org/officeDocument/2006/relationships/image" Target="/ppt/media/image10.png" Id="R79afaacf9aa1488f" /><Relationship Type="http://schemas.openxmlformats.org/officeDocument/2006/relationships/image" Target="/ppt/media/image6.png" Id="R8601d1ae458c4c1d" /><Relationship Type="http://schemas.openxmlformats.org/officeDocument/2006/relationships/image" Target="/ppt/media/image3.png" Id="R7d034576858740cc" /><Relationship Type="http://schemas.openxmlformats.org/officeDocument/2006/relationships/image" Target="/ppt/media/image2.png" Id="R30066b641bde4360" /><Relationship Type="http://schemas.openxmlformats.org/officeDocument/2006/relationships/image" Target="/ppt/media/image4.png" Id="Re32d70b59cbb4ff7" /><Relationship Type="http://schemas.openxmlformats.org/officeDocument/2006/relationships/notesSlide" Target="/ppt/notesSlides/notesSlide11.xml" Id="R89f67427322c47c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2f113503d54e2e" /><Relationship Type="http://schemas.openxmlformats.org/officeDocument/2006/relationships/image" Target="/ppt/media/image9.png" Id="Ra691edcc6ea54ba8" /><Relationship Type="http://schemas.openxmlformats.org/officeDocument/2006/relationships/image" Target="/ppt/media/image6.png" Id="Reb38850f9a464599" /><Relationship Type="http://schemas.openxmlformats.org/officeDocument/2006/relationships/image" Target="/ppt/media/image3.png" Id="R5914c23c578547d3" /><Relationship Type="http://schemas.openxmlformats.org/officeDocument/2006/relationships/image" Target="/ppt/media/image10.png" Id="R016fc569d0c7470c" /><Relationship Type="http://schemas.openxmlformats.org/officeDocument/2006/relationships/image" Target="/ppt/media/image2.png" Id="R192d7c1bf8cc4aa0" /><Relationship Type="http://schemas.openxmlformats.org/officeDocument/2006/relationships/image" Target="/ppt/media/image4.png" Id="R866ce1768d394f67" /><Relationship Type="http://schemas.openxmlformats.org/officeDocument/2006/relationships/notesSlide" Target="/ppt/notesSlides/notesSlide12.xml" Id="R0842aae248634b5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EC4FC5B3-EF19-48E0-ACEB-BBB137C037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dd023b9b784a8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3C9CEAD7-F7A5-43CD-9541-62B5F7392AC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c9a286091344be"/>
          <a:stretch xmlns:a="http://schemas.openxmlformats.org/drawingml/2006/main"/>
        </p:blipFill>
        <p:spPr>
          <a:xfrm xmlns:a="http://schemas.openxmlformats.org/drawingml/2006/main">
            <a:off x="4667250" y="1125476"/>
            <a:ext cx="2667000" cy="4035548"/>
          </a:xfrm>
          <a:prstGeom xmlns:a="http://schemas.openxmlformats.org/drawingml/2006/main" prst="rect">
            <a:avLst/>
          </a:prstGeom>
        </p:spPr>
      </p:pic>
      <p:sp>
        <p:nvSpPr>
          <p:cNvPr id="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B875F00-5315-461D-AA15-1846BCB2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Catherine.</a:t>
            </a:r>
          </a:p>
        </p:txBody>
      </p:sp>
    </p:spTree>
    <p:extLst>
      <p:ext uri="{BB962C8B-B14F-4D97-AF65-F5344CB8AC3E}">
        <p14:creationId xmlns:p14="http://schemas.microsoft.com/office/powerpoint/2010/main" val="174390969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B56E806F-F7F2-42FC-9E88-251ED14FF4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4e2ca825f4f8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BAC0ED7C-258C-4546-9E9B-10F34EB681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f90dabd13d4c3f"/>
          <a:stretch xmlns:a="http://schemas.openxmlformats.org/drawingml/2006/main"/>
        </p:blipFill>
        <p:spPr>
          <a:xfrm xmlns:a="http://schemas.openxmlformats.org/drawingml/2006/main">
            <a:off x="4667250" y="1125476"/>
            <a:ext cx="2667000" cy="403554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E754C36E-1C5E-4A4B-9425-5897FA341B8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ffd0afca5a4a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7904" y="39070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D1EAC42A-7CA2-49A7-925D-C4865D2A10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44c7a60a748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1913" y="372878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1C74008C-A44A-4816-B1CC-DD1D8DA24D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44c7a60a748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0327" y="364459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B6953654-3FE0-4129-8864-FD83356878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44c7a60a748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74" y="364142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B1278CC4-484E-46A5-8F79-4C081E11C9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44c7a60a748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31359" y="35716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5B222272-8B22-4BF9-8087-26B4EDFAF8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44c7a60a748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4910" y="37240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693A2C15-CB1C-4B7E-952F-743F64F7D5B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44c7a60a748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50" y="352968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AFB0CB36-B539-4C74-B38B-65589F64B19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444c7a60a748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6929" y="355229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BA8F1081-1A7E-4D7C-93AC-CF7AE9D3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22979164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24A3BB4D-72E0-49B8-BAF3-827A0956A7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68b6dc5d59423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6462B1E0-79F5-4DEF-92EC-0C91E17215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c8d462e4bf4c94"/>
          <a:stretch xmlns:a="http://schemas.openxmlformats.org/drawingml/2006/main"/>
        </p:blipFill>
        <p:spPr>
          <a:xfrm xmlns:a="http://schemas.openxmlformats.org/drawingml/2006/main">
            <a:off x="6441536" y="3190875"/>
            <a:ext cx="2166428" cy="2190750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7F734CC8-9672-4FD1-BBB0-22C966A6AB7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703c359a449b0"/>
          <a:stretch xmlns:a="http://schemas.openxmlformats.org/drawingml/2006/main"/>
        </p:blipFill>
        <p:spPr>
          <a:xfrm xmlns:a="http://schemas.openxmlformats.org/drawingml/2006/main">
            <a:off x="4667250" y="1125476"/>
            <a:ext cx="2667000" cy="4035548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FF0C28B1-E5D8-479E-ADE3-625EA7DB0E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951ece94664f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7904" y="39070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8D1043CC-A5D3-4D0E-8F68-AD5EEA3B7F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908c9f2f9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1913" y="372878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8FEB3475-698D-4ADD-87FC-0A83E72D7A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908c9f2f9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0327" y="364459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483501E8-48D2-450B-99D8-0B0391365A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908c9f2f9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74" y="364142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71B17282-61D0-47E2-9E8C-75F1722C25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908c9f2f9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31359" y="35716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A047B992-D86C-45B4-9853-BA93A4B26A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908c9f2f9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4910" y="37240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1" name="Picture 20">
            <a:extLst xmlns:a="http://schemas.openxmlformats.org/drawingml/2006/main">
              <a:ext uri="{FF2B5EF4-FFF2-40B4-BE49-F238E27FC236}">
                <a16:creationId xmlns:a16="http://schemas.microsoft.com/office/drawing/2014/main" id="{C2972E88-2F4F-4F97-8096-AD47B2514F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908c9f2f9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50" y="352968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49D22BE8-9103-4430-AEB4-4E298AB70A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908c9f2f9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6929" y="355229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FF8678A-8CD7-4584-AC35-F4C61532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has a pet wolf.</a:t>
            </a:r>
          </a:p>
        </p:txBody>
      </p:sp>
    </p:spTree>
    <p:extLst>
      <p:ext uri="{BB962C8B-B14F-4D97-AF65-F5344CB8AC3E}">
        <p14:creationId xmlns:p14="http://schemas.microsoft.com/office/powerpoint/2010/main" val="111738964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21C8CB6E-BBE0-4CCB-B0B2-8FBF82E18F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30035bb30246e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69363A2-C7C4-4569-BBB7-96824E484C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47ee5571324e30"/>
          <a:stretch xmlns:a="http://schemas.openxmlformats.org/drawingml/2006/main"/>
        </p:blipFill>
        <p:spPr>
          <a:xfrm xmlns:a="http://schemas.openxmlformats.org/drawingml/2006/main">
            <a:off x="4705810" y="1000125"/>
            <a:ext cx="2589879" cy="4286250"/>
          </a:xfrm>
          <a:prstGeom xmlns:a="http://schemas.openxmlformats.org/drawingml/2006/main" prst="rect">
            <a:avLst/>
          </a:prstGeom>
        </p:spPr>
      </p:pic>
      <p:sp>
        <p:nvSpPr>
          <p:cNvPr id="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66D0980A-4809-45BD-BAD9-827006C9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Andy.</a:t>
            </a:r>
          </a:p>
        </p:txBody>
      </p:sp>
    </p:spTree>
    <p:extLst>
      <p:ext uri="{BB962C8B-B14F-4D97-AF65-F5344CB8AC3E}">
        <p14:creationId xmlns:p14="http://schemas.microsoft.com/office/powerpoint/2010/main" val="2138025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4A4A5708-FE0B-4308-BDCF-3E5C0FD388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c0d7c5568b48f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E87FD6AF-E973-47E8-B581-FE20CC6D75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15788344c54f4b"/>
          <a:stretch xmlns:a="http://schemas.openxmlformats.org/drawingml/2006/main"/>
        </p:blipFill>
        <p:spPr>
          <a:xfrm xmlns:a="http://schemas.openxmlformats.org/drawingml/2006/main">
            <a:off x="4705810" y="1000125"/>
            <a:ext cx="2589879" cy="4286250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F26A282F-5D80-4805-8465-90D8FBA39B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e3b2a3f4cb45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75315" y="368316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A17E82A2-41C8-4D60-B6A9-8A113CCEB8A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1fe9743ba4a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9324" y="345027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DAB84BCB-58FB-4286-8E72-AF85FA7CAA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1fe9743ba4a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45149" y="345884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16C9B2BA-400D-43D6-84A9-1141AADB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Andy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10866554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9CCF657A-AD62-49F5-971D-2D666A79CA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43f5be2749477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0AFCF7A7-B476-48D5-9E60-852524DAE1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87b75d39e5498d"/>
          <a:stretch xmlns:a="http://schemas.openxmlformats.org/drawingml/2006/main"/>
        </p:blipFill>
        <p:spPr>
          <a:xfrm xmlns:a="http://schemas.openxmlformats.org/drawingml/2006/main">
            <a:off x="4777305" y="2809875"/>
            <a:ext cx="2637390" cy="2667000"/>
          </a:xfrm>
          <a:prstGeom xmlns:a="http://schemas.openxmlformats.org/drawingml/2006/main" prst="rect">
            <a:avLst/>
          </a:prstGeom>
        </p:spPr>
      </p:pic>
      <p:sp>
        <p:nvSpPr>
          <p:cNvPr id="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12D3163-825E-4A76-92A3-86C6F2EF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puts her wolf inside the garage.</a:t>
            </a:r>
          </a:p>
        </p:txBody>
      </p:sp>
    </p:spTree>
    <p:extLst>
      <p:ext uri="{BB962C8B-B14F-4D97-AF65-F5344CB8AC3E}">
        <p14:creationId xmlns:p14="http://schemas.microsoft.com/office/powerpoint/2010/main" val="9360012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7EA2BAFB-44CA-42DE-AE7C-44E1317DF1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8ab28b55a6493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F76B1831-2B5F-46FC-851D-CB05D385F9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be8de9984e4693"/>
          <a:stretch xmlns:a="http://schemas.openxmlformats.org/drawingml/2006/main"/>
        </p:blipFill>
        <p:spPr>
          <a:xfrm xmlns:a="http://schemas.openxmlformats.org/drawingml/2006/main">
            <a:off x="4781550" y="2047137"/>
            <a:ext cx="1097280" cy="1658827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3B2C56B0-FF2E-4475-A610-0328924DF1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03001c56184cf6"/>
          <a:stretch xmlns:a="http://schemas.openxmlformats.org/drawingml/2006/main"/>
        </p:blipFill>
        <p:spPr>
          <a:xfrm xmlns:a="http://schemas.openxmlformats.org/drawingml/2006/main">
            <a:off x="8957770" y="1000125"/>
            <a:ext cx="2589879" cy="4286250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5C37BCCD-33AD-4AEB-AB79-9F4D83492F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e8ace03538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7275" y="368316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E98A2E4F-5825-4220-A125-F73EFA7C06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a8633f21541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1284" y="345027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3472DE4A-A4D4-4E4A-BDEC-F87BC6189B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a8633f21541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97109" y="345884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022D5D06-26B9-4935-81BC-41935A73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locks the door and checks the lock.</a:t>
            </a:r>
          </a:p>
        </p:txBody>
      </p:sp>
    </p:spTree>
    <p:extLst>
      <p:ext uri="{BB962C8B-B14F-4D97-AF65-F5344CB8AC3E}">
        <p14:creationId xmlns:p14="http://schemas.microsoft.com/office/powerpoint/2010/main" val="19130311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7EA2BAFB-44CA-42DE-AE7C-44E1317DF1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3046a3ceb40c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F76B1831-2B5F-46FC-851D-CB05D385F9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c5d97e8b8e4b4e"/>
          <a:stretch xmlns:a="http://schemas.openxmlformats.org/drawingml/2006/main"/>
        </p:blipFill>
        <p:spPr>
          <a:xfrm xmlns:a="http://schemas.openxmlformats.org/drawingml/2006/main">
            <a:off x="4781550" y="2047137"/>
            <a:ext cx="1097280" cy="1658827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3B2C56B0-FF2E-4475-A610-0328924DF1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2c2b5afdc54ba2"/>
          <a:stretch xmlns:a="http://schemas.openxmlformats.org/drawingml/2006/main"/>
        </p:blipFill>
        <p:spPr>
          <a:xfrm xmlns:a="http://schemas.openxmlformats.org/drawingml/2006/main">
            <a:off x="8957770" y="1000125"/>
            <a:ext cx="2589879" cy="4286250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5C37BCCD-33AD-4AEB-AB79-9F4D83492F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ea1bd1c0d543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7275" y="368316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E98A2E4F-5825-4220-A125-F73EFA7C06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956451a884a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1284" y="345027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3472DE4A-A4D4-4E4A-BDEC-F87BC6189B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4956451a884a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97109" y="345884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022D5D06-26B9-4935-81BC-41935A73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Andy tells Catherine, “I know your wolf could escape from the garage and eat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19130311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7EA2BAFB-44CA-42DE-AE7C-44E1317DF1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353d818a994a6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F76B1831-2B5F-46FC-851D-CB05D385F95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ed564873ad4f1d"/>
          <a:stretch xmlns:a="http://schemas.openxmlformats.org/drawingml/2006/main"/>
        </p:blipFill>
        <p:spPr>
          <a:xfrm xmlns:a="http://schemas.openxmlformats.org/drawingml/2006/main">
            <a:off x="4781550" y="2047137"/>
            <a:ext cx="1097280" cy="1658827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3B2C56B0-FF2E-4475-A610-0328924DF10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269b3c28794fb5"/>
          <a:stretch xmlns:a="http://schemas.openxmlformats.org/drawingml/2006/main"/>
        </p:blipFill>
        <p:spPr>
          <a:xfrm xmlns:a="http://schemas.openxmlformats.org/drawingml/2006/main">
            <a:off x="8957770" y="1000125"/>
            <a:ext cx="2589879" cy="4286250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5C37BCCD-33AD-4AEB-AB79-9F4D83492F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7aac222e154d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7275" y="368316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E98A2E4F-5825-4220-A125-F73EFA7C06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01df1a89042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1284" y="345027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3472DE4A-A4D4-4E4A-BDEC-F87BC6189BB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01df1a89042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97109" y="345884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022D5D06-26B9-4935-81BC-41935A73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Andy tells Catherine, “I’m not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19130311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50047B0A-724F-4354-864E-BBE9F039D2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1ec6ff7fb641f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832AC5D1-BE64-4FCC-AC3A-80778A6D53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213b7470994491"/>
          <a:stretch xmlns:a="http://schemas.openxmlformats.org/drawingml/2006/main"/>
        </p:blipFill>
        <p:spPr>
          <a:xfrm xmlns:a="http://schemas.openxmlformats.org/drawingml/2006/main">
            <a:off x="6298132" y="3238500"/>
            <a:ext cx="2072235" cy="2095500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2AEBE7C4-1737-4B42-9532-55C511B530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8cd27d16214040"/>
          <a:stretch xmlns:a="http://schemas.openxmlformats.org/drawingml/2006/main"/>
        </p:blipFill>
        <p:spPr>
          <a:xfrm xmlns:a="http://schemas.openxmlformats.org/drawingml/2006/main">
            <a:off x="8957770" y="1000125"/>
            <a:ext cx="2589879" cy="4286250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EF091383-98B1-407B-8933-A839E299283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d2d270e2141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7275" y="368316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6085509B-503E-4D93-A5A8-88C7065FD3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a3c0d312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1284" y="345027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21" name="Picture 20">
            <a:extLst xmlns:a="http://schemas.openxmlformats.org/drawingml/2006/main">
              <a:ext uri="{FF2B5EF4-FFF2-40B4-BE49-F238E27FC236}">
                <a16:creationId xmlns:a16="http://schemas.microsoft.com/office/drawing/2014/main" id="{882F4C20-6051-407E-87E8-B2ED1763B0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a3c0d312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97109" y="3458848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EEAD78A2-B0A8-4835-8EB0-59AA4D8C14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bc7652eecc4d12"/>
          <a:stretch xmlns:a="http://schemas.openxmlformats.org/drawingml/2006/main"/>
        </p:blipFill>
        <p:spPr>
          <a:xfrm xmlns:a="http://schemas.openxmlformats.org/drawingml/2006/main">
            <a:off x="2129790" y="1125476"/>
            <a:ext cx="2667000" cy="4035548"/>
          </a:xfrm>
          <a:prstGeom xmlns:a="http://schemas.openxmlformats.org/drawingml/2006/main" prst="rect">
            <a:avLst/>
          </a:prstGeom>
        </p:spPr>
      </p:pic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8A5B9972-9CA9-469E-BCD8-AAE8B491BD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d2d270e2141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20444" y="39070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93A4A0A8-1DDB-4525-B3D9-FD882D2FDD5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a3c0d312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64453" y="372878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0CA89F75-4B10-4F84-8A90-B82D296AAF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a3c0d312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82867" y="364459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D234E04A-E4F4-4525-B71B-142161650B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a3c0d312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49914" y="364142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7" name="Picture 26">
            <a:extLst xmlns:a="http://schemas.openxmlformats.org/drawingml/2006/main">
              <a:ext uri="{FF2B5EF4-FFF2-40B4-BE49-F238E27FC236}">
                <a16:creationId xmlns:a16="http://schemas.microsoft.com/office/drawing/2014/main" id="{0CEB62D3-2853-43CA-88AE-C8F95667C79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a3c0d312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93899" y="35716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ED836E5E-9E67-4CC0-A8DB-AA8C866930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a3c0d312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57450" y="37240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Picture 28">
            <a:extLst xmlns:a="http://schemas.openxmlformats.org/drawingml/2006/main">
              <a:ext uri="{FF2B5EF4-FFF2-40B4-BE49-F238E27FC236}">
                <a16:creationId xmlns:a16="http://schemas.microsoft.com/office/drawing/2014/main" id="{A0022616-ABB0-4487-8787-302A2934E7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a3c0d312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49890" y="352968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Picture 29">
            <a:extLst xmlns:a="http://schemas.openxmlformats.org/drawingml/2006/main">
              <a:ext uri="{FF2B5EF4-FFF2-40B4-BE49-F238E27FC236}">
                <a16:creationId xmlns:a16="http://schemas.microsoft.com/office/drawing/2014/main" id="{D2F26069-2A47-4BD8-95AE-D59FF617D1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6a3c0d31245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79469" y="355229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3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22D53EC-4D36-4FC3-9CC2-4C820BBC6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The wolf breaks out of the garage!</a:t>
            </a:r>
          </a:p>
        </p:txBody>
      </p:sp>
    </p:spTree>
    <p:extLst>
      <p:ext uri="{BB962C8B-B14F-4D97-AF65-F5344CB8AC3E}">
        <p14:creationId xmlns:p14="http://schemas.microsoft.com/office/powerpoint/2010/main" val="7908902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6870E7F7-692B-49E4-9F15-3F4062BF2B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7a59951e1474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7B68151C-107C-43AB-98AE-56D424A90F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afaacf9aa1488f"/>
          <a:stretch xmlns:a="http://schemas.openxmlformats.org/drawingml/2006/main"/>
        </p:blipFill>
        <p:spPr>
          <a:xfrm xmlns:a="http://schemas.openxmlformats.org/drawingml/2006/main">
            <a:off x="7385578" y="3238500"/>
            <a:ext cx="1992843" cy="2095500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908A1BDE-22AF-406F-8A6A-9D86A9C95F8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1d1ae458c4c1d"/>
          <a:stretch xmlns:a="http://schemas.openxmlformats.org/drawingml/2006/main"/>
        </p:blipFill>
        <p:spPr>
          <a:xfrm xmlns:a="http://schemas.openxmlformats.org/drawingml/2006/main">
            <a:off x="8957770" y="1000125"/>
            <a:ext cx="2589879" cy="4286250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9EB3D2DD-B9A2-4C95-8202-CB65F19931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034576858740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7275" y="368316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B8CB29B7-0E27-473B-91EE-ECAA3F5F4C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66b641bde4360"/>
          <a:stretch xmlns:a="http://schemas.openxmlformats.org/drawingml/2006/main"/>
        </p:blipFill>
        <p:spPr>
          <a:xfrm xmlns:a="http://schemas.openxmlformats.org/drawingml/2006/main">
            <a:off x="2129790" y="1125476"/>
            <a:ext cx="2667000" cy="4035548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88B6D174-8DDC-407E-88C5-164F2AE789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034576858740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20444" y="39070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1" name="Picture 20">
            <a:extLst xmlns:a="http://schemas.openxmlformats.org/drawingml/2006/main">
              <a:ext uri="{FF2B5EF4-FFF2-40B4-BE49-F238E27FC236}">
                <a16:creationId xmlns:a16="http://schemas.microsoft.com/office/drawing/2014/main" id="{D145CB00-508A-4B7B-BD72-C78EF6A50D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d70b59cbb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64453" y="372878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0432C85C-956A-46D8-A929-AA318A4BAB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d70b59cbb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82867" y="364459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EEEC4C2F-8192-4A8C-958F-5686572907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d70b59cbb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49914" y="364142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B99B558F-3DD1-4430-A52E-F227181493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d70b59cbb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93899" y="35716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55061387-8C19-4D3C-A7BD-A2D38E154B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d70b59cbb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57450" y="37240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42CF2D92-B7F0-4FB2-B7A5-5DAD8FE907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d70b59cbb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49890" y="352968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7" name="Picture 26">
            <a:extLst xmlns:a="http://schemas.openxmlformats.org/drawingml/2006/main">
              <a:ext uri="{FF2B5EF4-FFF2-40B4-BE49-F238E27FC236}">
                <a16:creationId xmlns:a16="http://schemas.microsoft.com/office/drawing/2014/main" id="{F9C91707-4520-4C9A-B866-A951B2AC94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2d70b59cbb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79469" y="355229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8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9C02EE76-CF53-46BD-B331-4BDDF3FE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wolf eats 2 of Andy’s cookies!</a:t>
            </a:r>
          </a:p>
        </p:txBody>
      </p:sp>
    </p:spTree>
    <p:extLst>
      <p:ext uri="{BB962C8B-B14F-4D97-AF65-F5344CB8AC3E}">
        <p14:creationId xmlns:p14="http://schemas.microsoft.com/office/powerpoint/2010/main" val="475325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A813C741-9165-47A1-91B2-0BA9FC6144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1edcc6ea54ba8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C4291B16-A134-4E4F-B269-884C4322EB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38850f9a464599"/>
          <a:stretch xmlns:a="http://schemas.openxmlformats.org/drawingml/2006/main"/>
        </p:blipFill>
        <p:spPr>
          <a:xfrm xmlns:a="http://schemas.openxmlformats.org/drawingml/2006/main">
            <a:off x="8957770" y="1000125"/>
            <a:ext cx="2589879" cy="4286250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D6B422BF-AAF0-4605-AAF3-0243F2D96C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4c23c578547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27275" y="368316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CA45D76F-C63D-4B54-99DB-84AE8677EB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fc569d0c7470c"/>
          <a:stretch xmlns:a="http://schemas.openxmlformats.org/drawingml/2006/main"/>
        </p:blipFill>
        <p:spPr>
          <a:xfrm xmlns:a="http://schemas.openxmlformats.org/drawingml/2006/main">
            <a:off x="7385578" y="3238500"/>
            <a:ext cx="1992843" cy="2095500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EFA1AD01-770B-4B2B-B73B-8384F5FA31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2d7c1bf8cc4aa0"/>
          <a:stretch xmlns:a="http://schemas.openxmlformats.org/drawingml/2006/main"/>
        </p:blipFill>
        <p:spPr>
          <a:xfrm xmlns:a="http://schemas.openxmlformats.org/drawingml/2006/main">
            <a:off x="2129790" y="1125476"/>
            <a:ext cx="2667000" cy="4035548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132FD798-5339-481C-A7DD-1A1CF4848C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4c23c578547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220444" y="390705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90C2D9F0-55E5-4C25-BA04-BE471BD7C8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ce1768d39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64453" y="372878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1" name="Picture 20">
            <a:extLst xmlns:a="http://schemas.openxmlformats.org/drawingml/2006/main">
              <a:ext uri="{FF2B5EF4-FFF2-40B4-BE49-F238E27FC236}">
                <a16:creationId xmlns:a16="http://schemas.microsoft.com/office/drawing/2014/main" id="{7CF0F2D4-23C5-4CBD-AD12-191A6C31E3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ce1768d39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82867" y="364459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2ACBF6A9-6646-4E3D-ABBE-DBC3DBDD9C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ce1768d39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49914" y="364142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C08AA039-371D-4981-9791-5354872143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ce1768d39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93899" y="35716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59C9BF5A-A7DF-4E0E-AB91-36544CC58A8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ce1768d39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57450" y="372405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AE7B97A2-A070-4446-87B3-C8798228A9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ce1768d39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349890" y="352968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6BD6D706-DCAA-4070-85A7-AC766DFD4E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6ce1768d394f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979469" y="355229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7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FF16421-15A2-4BEC-BB28-C1F0F654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Catherine still has 8 cookies. Andy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2610846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2026-10-16T18:06:16.4550000Z</dcterms:created>
  <dcterms:modified xsi:type="dcterms:W3CDTF">2026-10-16T18:06:16.4550000Z</dcterms:modified>
</coreProperties>
</file>