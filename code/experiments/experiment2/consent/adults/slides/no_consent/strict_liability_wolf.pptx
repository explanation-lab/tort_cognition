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4FC5B3-EF19-48E0-ACEB-BBB137C03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9CEAD7-F7A5-43CD-9541-62B5F7392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67250" y="1125476"/>
            <a:ext cx="2667000" cy="4035548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4B875F00-5315-461D-AA15-1846BCB232D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Catherine.</a:t>
            </a:r>
          </a:p>
        </p:txBody>
      </p:sp>
    </p:spTree>
    <p:extLst>
      <p:ext uri="{BB962C8B-B14F-4D97-AF65-F5344CB8AC3E}">
        <p14:creationId xmlns:p14="http://schemas.microsoft.com/office/powerpoint/2010/main" val="1743909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56E806F-F7F2-42FC-9E88-251ED14FF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AC0ED7C-258C-4546-9E9B-10F34EB68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67250" y="1125476"/>
            <a:ext cx="2667000" cy="40355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54C36E-1C5E-4A4B-9425-5897FA341B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904" y="3907051"/>
            <a:ext cx="1027288" cy="318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EAC42A-7CA2-49A7-925D-C4865D2A1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1913" y="3728787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C74008C-A44A-4816-B1CC-DD1D8DA24D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327" y="364459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6953654-3FE0-4129-8864-FD83356878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374" y="3641422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1278CC4-484E-46A5-8F79-4C081E11C9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1359" y="3571655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B222272-8B22-4BF9-8087-26B4EDFAF8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910" y="3724055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3A2C15-CB1C-4B7E-952F-743F64F7D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7350" y="3529681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FB0CB36-B539-4C74-B38B-65589F64B1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6929" y="3552290"/>
            <a:ext cx="1053833" cy="531259"/>
          </a:xfrm>
          <a:prstGeom prst="rect">
            <a:avLst/>
          </a:prstGeom>
        </p:spPr>
      </p:pic>
      <p:sp>
        <p:nvSpPr>
          <p:cNvPr id="21" name="Study story caption">
            <a:extLst>
              <a:ext uri="{FF2B5EF4-FFF2-40B4-BE49-F238E27FC236}">
                <a16:creationId xmlns:a16="http://schemas.microsoft.com/office/drawing/2014/main" id="{BA8F1081-1A7E-4D7C-93AC-CF7AE9D3946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22979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3BB4D-72E0-49B8-BAF3-827A0956A7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462B1E0-79F5-4DEF-92EC-0C91E1721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41536" y="3190875"/>
            <a:ext cx="2166428" cy="21907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734CC8-9672-4FD1-BBB0-22C966A6AB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667250" y="1125476"/>
            <a:ext cx="2667000" cy="40355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0C28B1-E5D8-479E-ADE3-625EA7DB0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904" y="3907051"/>
            <a:ext cx="1027288" cy="3188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D1043CC-A5D3-4D0E-8F68-AD5EEA3B7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913" y="3728787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FEB3475-698D-4ADD-87FC-0A83E72D7A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0327" y="3644597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3501E8-48D2-450B-99D8-0B0391365A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74" y="3641422"/>
            <a:ext cx="1053833" cy="5312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1B17282-61D0-47E2-9E8C-75F1722C25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1359" y="3571655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047B992-D86C-45B4-9853-BA93A4B26A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4910" y="3724055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2972E88-2F4F-4F97-8096-AD47B2514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7350" y="3529681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9D22BE8-9103-4430-AEB4-4E298AB70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929" y="3552290"/>
            <a:ext cx="1053833" cy="531259"/>
          </a:xfrm>
          <a:prstGeom prst="rect">
            <a:avLst/>
          </a:prstGeom>
        </p:spPr>
      </p:pic>
      <p:sp>
        <p:nvSpPr>
          <p:cNvPr id="23" name="Study story caption">
            <a:extLst>
              <a:ext uri="{FF2B5EF4-FFF2-40B4-BE49-F238E27FC236}">
                <a16:creationId xmlns:a16="http://schemas.microsoft.com/office/drawing/2014/main" id="{3FF8678A-8CD7-4584-AC35-F4C61532C59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has a pet wolf.</a:t>
            </a:r>
          </a:p>
        </p:txBody>
      </p:sp>
    </p:spTree>
    <p:extLst>
      <p:ext uri="{BB962C8B-B14F-4D97-AF65-F5344CB8AC3E}">
        <p14:creationId xmlns:p14="http://schemas.microsoft.com/office/powerpoint/2010/main" val="1117389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C8CB6E-BBE0-4CCB-B0B2-8FBF82E18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69363A2-C7C4-4569-BBB7-96824E484C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05810" y="1000125"/>
            <a:ext cx="2589879" cy="4286250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66D0980A-4809-45BD-BAD9-827006C9BC9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Andy.</a:t>
            </a:r>
          </a:p>
        </p:txBody>
      </p:sp>
    </p:spTree>
    <p:extLst>
      <p:ext uri="{BB962C8B-B14F-4D97-AF65-F5344CB8AC3E}">
        <p14:creationId xmlns:p14="http://schemas.microsoft.com/office/powerpoint/2010/main" val="21380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4A5708-FE0B-4308-BDCF-3E5C0FD388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7FD6AF-E973-47E8-B581-FE20CC6D7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05810" y="1000125"/>
            <a:ext cx="2589879" cy="42862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6A282F-5D80-4805-8465-90D8FBA39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315" y="3683161"/>
            <a:ext cx="1276132" cy="3961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E82A2-41C8-4D60-B6A9-8A113CCEB8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9324" y="3450274"/>
            <a:ext cx="1309107" cy="659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B84BCB-58FB-4286-8E72-AF85FA7CA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149" y="3458848"/>
            <a:ext cx="1309107" cy="659948"/>
          </a:xfrm>
          <a:prstGeom prst="rect">
            <a:avLst/>
          </a:prstGeom>
        </p:spPr>
      </p:pic>
      <p:sp>
        <p:nvSpPr>
          <p:cNvPr id="11" name="Study story caption">
            <a:extLst>
              <a:ext uri="{FF2B5EF4-FFF2-40B4-BE49-F238E27FC236}">
                <a16:creationId xmlns:a16="http://schemas.microsoft.com/office/drawing/2014/main" id="{16C9B2BA-400D-43D6-84A9-1141AADBC0B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108665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CF657A-AD62-49F5-971D-2D666A79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AFCF7A7-B476-48D5-9E60-852524DAE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77305" y="2809875"/>
            <a:ext cx="2637390" cy="2667000"/>
          </a:xfrm>
          <a:prstGeom prst="rect">
            <a:avLst/>
          </a:prstGeom>
        </p:spPr>
      </p:pic>
      <p:sp>
        <p:nvSpPr>
          <p:cNvPr id="5" name="Study story caption">
            <a:extLst>
              <a:ext uri="{FF2B5EF4-FFF2-40B4-BE49-F238E27FC236}">
                <a16:creationId xmlns:a16="http://schemas.microsoft.com/office/drawing/2014/main" id="{312D3163-825E-4A76-92A3-86C6F2EF174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puts her wolf inside the garage.</a:t>
            </a:r>
          </a:p>
        </p:txBody>
      </p:sp>
    </p:spTree>
    <p:extLst>
      <p:ext uri="{BB962C8B-B14F-4D97-AF65-F5344CB8AC3E}">
        <p14:creationId xmlns:p14="http://schemas.microsoft.com/office/powerpoint/2010/main" val="936001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2BAFB-44CA-42DE-AE7C-44E1317D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6B1831-2B5F-46FC-851D-CB05D385F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81550" y="2047137"/>
            <a:ext cx="1097280" cy="1658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2C56B0-FF2E-4475-A610-0328924DF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57770" y="1000125"/>
            <a:ext cx="2589879" cy="4286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37BCCD-33AD-4AEB-AB79-9F4D83492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7275" y="368316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A2E4F-5825-4220-A125-F73EFA7C06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284" y="345027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72DE4A-A4D4-4E4A-BDEC-F87BC6189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109" y="345884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locks the door and checks the lock.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2BAFB-44CA-42DE-AE7C-44E1317D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6B1831-2B5F-46FC-851D-CB05D385F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81550" y="2047137"/>
            <a:ext cx="1097280" cy="1658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2C56B0-FF2E-4475-A610-0328924DF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57770" y="1000125"/>
            <a:ext cx="2589879" cy="4286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37BCCD-33AD-4AEB-AB79-9F4D83492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7275" y="368316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A2E4F-5825-4220-A125-F73EFA7C06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284" y="345027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72DE4A-A4D4-4E4A-BDEC-F87BC6189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109" y="345884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0" rIns="152400" bIns="0" anchor="ctr">
            <a:noAutofit/>
          </a:bodyPr>
          <a:lstStyle>
            <a:defPPr algn="ctr"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tells Catherine, “I know your wolf could escape from the garage and eat my cookies.”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A2BAFB-44CA-42DE-AE7C-44E1317D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76B1831-2B5F-46FC-851D-CB05D385F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81550" y="2047137"/>
            <a:ext cx="1097280" cy="16588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2C56B0-FF2E-4475-A610-0328924DF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57770" y="1000125"/>
            <a:ext cx="2589879" cy="4286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C37BCCD-33AD-4AEB-AB79-9F4D83492F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7275" y="3683161"/>
            <a:ext cx="1276132" cy="3961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8A2E4F-5825-4220-A125-F73EFA7C06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284" y="3450274"/>
            <a:ext cx="1309107" cy="6599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72DE4A-A4D4-4E4A-BDEC-F87BC6189B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109" y="3458848"/>
            <a:ext cx="1309107" cy="659948"/>
          </a:xfrm>
          <a:prstGeom prst="rect">
            <a:avLst/>
          </a:prstGeom>
        </p:spPr>
      </p:pic>
      <p:sp>
        <p:nvSpPr>
          <p:cNvPr id="13" name="Study story caption">
            <a:extLst>
              <a:ext uri="{FF2B5EF4-FFF2-40B4-BE49-F238E27FC236}">
                <a16:creationId xmlns:a16="http://schemas.microsoft.com/office/drawing/2014/main" id="{022D5D06-26B9-4935-81BC-41935A7312E4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Andy tells Catherine, “I’m not okay with that.”</a:t>
            </a:r>
          </a:p>
        </p:txBody>
      </p:sp>
    </p:spTree>
    <p:extLst>
      <p:ext uri="{BB962C8B-B14F-4D97-AF65-F5344CB8AC3E}">
        <p14:creationId xmlns:p14="http://schemas.microsoft.com/office/powerpoint/2010/main" val="1913031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0047B0A-724F-4354-864E-BBE9F039D2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32AC5D1-BE64-4FCC-AC3A-80778A6D5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98132" y="3238500"/>
            <a:ext cx="2072235" cy="2095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AEBE7C4-1737-4B42-9532-55C511B53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57770" y="1000125"/>
            <a:ext cx="2589879" cy="42862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091383-98B1-407B-8933-A839E29928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7275" y="3683161"/>
            <a:ext cx="1276132" cy="3961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85509B-503E-4D93-A5A8-88C7065FD3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284" y="3450274"/>
            <a:ext cx="1309107" cy="6599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2F4C20-6051-407E-87E8-B2ED1763B0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7109" y="3458848"/>
            <a:ext cx="1309107" cy="65994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AD78A2-B0A8-4835-8EB0-59AA4D8C14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2129790" y="1125476"/>
            <a:ext cx="2667000" cy="403554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5B9972-9CA9-469E-BCD8-AAE8B491B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0444" y="3907051"/>
            <a:ext cx="1027288" cy="3188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3A4A0A8-1DDB-4525-B3D9-FD882D2FD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4453" y="3728787"/>
            <a:ext cx="1053833" cy="5312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CA89F75-4B10-4F84-8A90-B82D296AA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2867" y="3644597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234E04A-E4F4-4525-B71B-142161650B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9914" y="3641422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CEB62D3-2853-43CA-88AE-C8F95667C7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93899" y="3571655"/>
            <a:ext cx="1053833" cy="5312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D836E5E-9E67-4CC0-A8DB-AA8C866930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7450" y="3724055"/>
            <a:ext cx="1053833" cy="53125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0022616-ABB0-4487-8787-302A2934E7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9890" y="3529681"/>
            <a:ext cx="1053833" cy="5312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2F26069-2A47-4BD8-95AE-D59FF617D1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9469" y="3552290"/>
            <a:ext cx="1053833" cy="531259"/>
          </a:xfrm>
          <a:prstGeom prst="rect">
            <a:avLst/>
          </a:prstGeom>
        </p:spPr>
      </p:pic>
      <p:sp>
        <p:nvSpPr>
          <p:cNvPr id="31" name="Study story caption">
            <a:extLst>
              <a:ext uri="{FF2B5EF4-FFF2-40B4-BE49-F238E27FC236}">
                <a16:creationId xmlns:a16="http://schemas.microsoft.com/office/drawing/2014/main" id="{D22D53EC-4D36-4FC3-9CC2-4C820BBC61C0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The wolf breaks out of the garage!</a:t>
            </a:r>
          </a:p>
        </p:txBody>
      </p:sp>
    </p:spTree>
    <p:extLst>
      <p:ext uri="{BB962C8B-B14F-4D97-AF65-F5344CB8AC3E}">
        <p14:creationId xmlns:p14="http://schemas.microsoft.com/office/powerpoint/2010/main" val="7908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870E7F7-692B-49E4-9F15-3F4062BF2B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68151C-107C-43AB-98AE-56D424A90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85578" y="3238500"/>
            <a:ext cx="1992843" cy="2095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8A1BDE-22AF-406F-8A6A-9D86A9C95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957770" y="1000125"/>
            <a:ext cx="2589879" cy="4286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EB3D2DD-B9A2-4C95-8202-CB65F1993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7275" y="3683161"/>
            <a:ext cx="1276132" cy="3961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CB29B7-0E27-473B-91EE-ECAA3F5F4C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129790" y="1125476"/>
            <a:ext cx="2667000" cy="40355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8B6D174-8DDC-407E-88C5-164F2AE789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0444" y="3907051"/>
            <a:ext cx="1027288" cy="31887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45CB00-508A-4B7B-BD72-C78EF6A50D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4453" y="3728787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432C85C-956A-46D8-A929-AA318A4BAB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2867" y="3644597"/>
            <a:ext cx="1053833" cy="531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EEC4C2F-8192-4A8C-958F-5686572907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914" y="3641422"/>
            <a:ext cx="1053833" cy="5312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9B558F-3DD1-4430-A52E-F227181493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899" y="3571655"/>
            <a:ext cx="1053833" cy="5312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5061387-8C19-4D3C-A7BD-A2D38E154B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450" y="3724055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2CF2D92-B7F0-4FB2-B7A5-5DAD8FE907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890" y="3529681"/>
            <a:ext cx="1053833" cy="53125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9C91707-4520-4C9A-B866-A951B2AC94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9469" y="3552290"/>
            <a:ext cx="1053833" cy="531259"/>
          </a:xfrm>
          <a:prstGeom prst="rect">
            <a:avLst/>
          </a:prstGeom>
        </p:spPr>
      </p:pic>
      <p:sp>
        <p:nvSpPr>
          <p:cNvPr id="28" name="Study story caption">
            <a:extLst>
              <a:ext uri="{FF2B5EF4-FFF2-40B4-BE49-F238E27FC236}">
                <a16:creationId xmlns:a16="http://schemas.microsoft.com/office/drawing/2014/main" id="{9C02EE76-CF53-46BD-B331-4BDDF3FEEBBC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wolf eats 2 of Andy’s cookies!</a:t>
            </a:r>
          </a:p>
        </p:txBody>
      </p:sp>
    </p:spTree>
    <p:extLst>
      <p:ext uri="{BB962C8B-B14F-4D97-AF65-F5344CB8AC3E}">
        <p14:creationId xmlns:p14="http://schemas.microsoft.com/office/powerpoint/2010/main" val="47532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813C741-9165-47A1-91B2-0BA9FC614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291B16-A134-4E4F-B269-884C4322E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57770" y="1000125"/>
            <a:ext cx="2589879" cy="4286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B422BF-AAF0-4605-AAF3-0243F2D96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7275" y="3683161"/>
            <a:ext cx="1276132" cy="39611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A45D76F-C63D-4B54-99DB-84AE8677EB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385578" y="3238500"/>
            <a:ext cx="1992843" cy="2095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FA1AD01-770B-4B2B-B73B-8384F5FA31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129790" y="1125476"/>
            <a:ext cx="2667000" cy="40355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32FD798-5339-481C-A7DD-1A1CF4848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444" y="3907051"/>
            <a:ext cx="1027288" cy="3188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0C2D9F0-55E5-4C25-BA04-BE471BD7C8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4453" y="3728787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F0F2D4-23C5-4CBD-AD12-191A6C31E3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2867" y="3644597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ACBF6A9-6646-4E3D-ABBE-DBC3DBDD9C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914" y="3641422"/>
            <a:ext cx="1053833" cy="531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08AA039-371D-4981-9791-5354872143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899" y="3571655"/>
            <a:ext cx="1053833" cy="5312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C9BF5A-A7DF-4E0E-AB91-36544CC58A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450" y="3724055"/>
            <a:ext cx="1053833" cy="5312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E7B97A2-A070-4446-87B3-C8798228A9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9890" y="3529681"/>
            <a:ext cx="1053833" cy="53125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BD6D706-DCAA-4070-85A7-AC766DFD4E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79469" y="3552290"/>
            <a:ext cx="1053833" cy="531259"/>
          </a:xfrm>
          <a:prstGeom prst="rect">
            <a:avLst/>
          </a:prstGeom>
        </p:spPr>
      </p:pic>
      <p:sp>
        <p:nvSpPr>
          <p:cNvPr id="27" name="Study story caption">
            <a:extLst>
              <a:ext uri="{FF2B5EF4-FFF2-40B4-BE49-F238E27FC236}">
                <a16:creationId xmlns:a16="http://schemas.microsoft.com/office/drawing/2014/main" id="{2FF16421-15A2-4BEC-BB28-C1F0F6547823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76200" rIns="152400" bIns="762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Catherine still has 8 cookies. Andy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2610846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Macintosh PowerPoint</Application>
  <DocSecurity>0</DocSecurity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1</cp:revision>
  <dcterms:created xsi:type="dcterms:W3CDTF">2026-10-16T18:06:16Z</dcterms:created>
  <dcterms:modified xsi:type="dcterms:W3CDTF">2026-10-17T13:02:01Z</dcterms:modified>
</cp:coreProperties>
</file>