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EC273F-FEED-4B8C-BB31-35C477E0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930EDFA-2D82-4E63-AE5D-292BAE198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4C15759-43CB-492F-A13A-254D0B33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9938DEC-D66B-4240-AD88-CCBD57AE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CD7D2E7-8ECF-4BD4-A888-D2F1AB4C6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8B3CDD-283E-4FA5-A390-1C04045D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11E7A4-FBA8-49D8-9A73-6EF6F7BFC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6C89F2F-0FB6-4ED0-AE9F-04500F6C0C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DD14A23-BE90-4EAE-86D3-59B9059F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0E4AB62-3BEC-4AB5-A18A-2302E33CE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282832-BA03-4D49-AAF9-52ACF702C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E4A9D-E419-467F-BFFE-515113E50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21440" y="1280583"/>
            <a:ext cx="2667000" cy="3654778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3D706956-1429-426B-B10C-6276DB15F59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Sam.</a:t>
            </a:r>
          </a:p>
        </p:txBody>
      </p:sp>
    </p:spTree>
    <p:extLst>
      <p:ext uri="{BB962C8B-B14F-4D97-AF65-F5344CB8AC3E}">
        <p14:creationId xmlns:p14="http://schemas.microsoft.com/office/powerpoint/2010/main" val="175783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895EAE4-D080-4A4C-A7AE-F4F0E9F0C3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B805FE-F730-47FF-8266-70CDDC649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21440" y="1280583"/>
            <a:ext cx="2667000" cy="36547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4BB3DB-A047-4D27-94B1-82633B0BE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044" y="3724171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3707F0-7EBA-4B80-A4FE-F6B3CB7920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053" y="354590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BC8428-01B9-4234-95B4-B3F82E404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467" y="346171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BE4BF4-EF84-4417-8811-2C5F294C4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514" y="3458542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44F046-4148-4711-A6DA-4D17AB084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499" y="3388775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1F7277-5934-4B1F-A331-11553E5D2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50" y="3541175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49088E-581A-4E54-B49A-5A2256F93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490" y="3346801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AB6C5C-A7EC-4C6A-85CB-A7AC22B9E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069" y="3369410"/>
            <a:ext cx="1053833" cy="531259"/>
          </a:xfrm>
          <a:prstGeom prst="rect">
            <a:avLst/>
          </a:prstGeom>
        </p:spPr>
      </p:pic>
      <p:sp>
        <p:nvSpPr>
          <p:cNvPr id="21" name="Study story caption">
            <a:extLst>
              <a:ext uri="{FF2B5EF4-FFF2-40B4-BE49-F238E27FC236}">
                <a16:creationId xmlns:a16="http://schemas.microsoft.com/office/drawing/2014/main" id="{3DCD3D28-9F3B-4E0A-BAE6-D434B8D417B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34312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7565CD-7A99-4512-B832-3411127A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8CF63C-AEAE-4D1D-864E-722639830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984132" y="2894426"/>
            <a:ext cx="3026397" cy="2190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F3BAF9-67FD-481B-A04E-74E79944E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21440" y="1280583"/>
            <a:ext cx="2667000" cy="3654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0A60F-7AFD-493D-B02B-EA702F154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044" y="3724171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2E62A1-18BB-45DA-9511-7F124261D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053" y="354590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EBEB3A-C5DB-487D-ABC3-86442EAA48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3467" y="346171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5FF40-AECD-41F7-B39A-B051E42F47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514" y="3458542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1E8C1D-BD19-4EAC-B501-CBE734020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499" y="3388775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B514AA-151B-4A91-8FFF-4D2491B75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050" y="354117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6E99BF-98A1-49D7-A89A-92F8D3DC4A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490" y="3346801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14489F-83CE-494A-9076-759BDD5C5F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069" y="3369410"/>
            <a:ext cx="1053833" cy="531259"/>
          </a:xfrm>
          <a:prstGeom prst="rect">
            <a:avLst/>
          </a:prstGeom>
        </p:spPr>
      </p:pic>
      <p:sp>
        <p:nvSpPr>
          <p:cNvPr id="15" name="Study story caption">
            <a:extLst>
              <a:ext uri="{FF2B5EF4-FFF2-40B4-BE49-F238E27FC236}">
                <a16:creationId xmlns:a16="http://schemas.microsoft.com/office/drawing/2014/main" id="{F9DFF07E-610F-492F-B819-6FBAD312422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an alligator.</a:t>
            </a:r>
          </a:p>
        </p:txBody>
      </p:sp>
    </p:spTree>
    <p:extLst>
      <p:ext uri="{BB962C8B-B14F-4D97-AF65-F5344CB8AC3E}">
        <p14:creationId xmlns:p14="http://schemas.microsoft.com/office/powerpoint/2010/main" val="127079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43E4CD-92F3-4A09-88CC-A1C3C177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5F48E1-5B7A-410B-80E5-C6476224C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70120" y="1315861"/>
            <a:ext cx="2667000" cy="3654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5C22B3-F47A-45D6-B124-F0B63A575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35" y="3740311"/>
            <a:ext cx="1276132" cy="396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9BA94-4366-486E-B07E-D78530FC6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044" y="3507424"/>
            <a:ext cx="1309107" cy="659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81E22B-09E7-41B3-9029-0F8A1ADC7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869" y="3515998"/>
            <a:ext cx="1309107" cy="659948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F351FED3-5E14-4EB1-B910-02EE48AEE36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Ella.</a:t>
            </a:r>
          </a:p>
        </p:txBody>
      </p:sp>
    </p:spTree>
    <p:extLst>
      <p:ext uri="{BB962C8B-B14F-4D97-AF65-F5344CB8AC3E}">
        <p14:creationId xmlns:p14="http://schemas.microsoft.com/office/powerpoint/2010/main" val="78096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4D9AEC-0CB6-4FB8-931F-DBEFA379C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9E46B1-B1D9-4CA2-B906-007FAD980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70120" y="1315861"/>
            <a:ext cx="2667000" cy="3654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3AFB4C-EF6B-45C3-9A89-02C4ADEBB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35" y="3740311"/>
            <a:ext cx="1276132" cy="396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125784-CBB1-466E-BE47-EE4C4746E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044" y="3507424"/>
            <a:ext cx="1309107" cy="659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B721D5-05B9-4CD9-ADED-6BFA44F0D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869" y="3515998"/>
            <a:ext cx="1309107" cy="659948"/>
          </a:xfrm>
          <a:prstGeom prst="rect">
            <a:avLst/>
          </a:prstGeom>
        </p:spPr>
      </p:pic>
      <p:sp>
        <p:nvSpPr>
          <p:cNvPr id="15" name="Study story caption">
            <a:extLst>
              <a:ext uri="{FF2B5EF4-FFF2-40B4-BE49-F238E27FC236}">
                <a16:creationId xmlns:a16="http://schemas.microsoft.com/office/drawing/2014/main" id="{D219560F-A567-4FA6-8616-FE9F40FA283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479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DE133A-6A6A-4840-93B9-BF2808D39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D84FD1-DE1E-4584-B61D-9A376C339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53845" y="2809875"/>
            <a:ext cx="3684309" cy="2667000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39127ED1-7880-4A50-8E59-B85CBC2ACF2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puts his alligator inside the house.</a:t>
            </a:r>
          </a:p>
        </p:txBody>
      </p:sp>
    </p:spTree>
    <p:extLst>
      <p:ext uri="{BB962C8B-B14F-4D97-AF65-F5344CB8AC3E}">
        <p14:creationId xmlns:p14="http://schemas.microsoft.com/office/powerpoint/2010/main" val="82895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6AC413-8F39-4316-ACC4-4ECF99F7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6E64C62-FFA1-4CC9-9195-793D1593C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29841" y="2271686"/>
            <a:ext cx="133423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89ED9-879E-48C9-8659-63387840A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E2746-EB74-41C5-BD23-D890C2BAB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2C83E7-2E7C-4CFF-AF64-3990F0FEB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8F2948-4F41-446A-8EB0-7991E1E045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6AC413-8F39-4316-ACC4-4ECF99F7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6E64C62-FFA1-4CC9-9195-793D1593C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29841" y="2271686"/>
            <a:ext cx="133423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89ED9-879E-48C9-8659-63387840A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E2746-EB74-41C5-BD23-D890C2BAB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2C83E7-2E7C-4CFF-AF64-3990F0FEB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8F2948-4F41-446A-8EB0-7991E1E045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tells Sam, “I know your alligator could escape from the house and eat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6AC413-8F39-4316-ACC4-4ECF99F74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6E64C62-FFA1-4CC9-9195-793D1593C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29841" y="2271686"/>
            <a:ext cx="133423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89ED9-879E-48C9-8659-63387840A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E2746-EB74-41C5-BD23-D890C2BAB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2C83E7-2E7C-4CFF-AF64-3990F0FEB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8F2948-4F41-446A-8EB0-7991E1E045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tells Sam,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45DC0B1-A613-4872-BB54-3245E01696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7A4E03-CCAC-4F6A-B9F1-61F4A5447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3235" y="3250165"/>
            <a:ext cx="2894814" cy="2095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D05ECF2-FE33-4F50-98AA-79516E8F7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D614D4-B23E-4259-913E-41A4CBF5D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F9B376-EB9B-4FD9-AF07-A983D080F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AAB77D-3644-4507-A6FE-6E5826122D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60DAB54-CE63-46C8-BCAB-C300688F19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058300" y="1280583"/>
            <a:ext cx="2667000" cy="36547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16C0FB-708C-4E99-92AD-CCA6B32D4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724171"/>
            <a:ext cx="1027288" cy="3188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0DE76A-3C0C-4D98-9B61-F7E06B3A7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545907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D817298-BD67-45A4-AA6E-4C65612F6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461717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58026E-9B8B-4723-940A-7EB8ECCDC5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458542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8E09D59-2E99-4717-8828-0C837E794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388775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4F2DD9-013F-4D3C-BA3B-205CBD3E2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541175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0F4658-BBC8-4232-9EC2-0A70821CF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346801"/>
            <a:ext cx="1053833" cy="53125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F93D86-84C9-4E3A-BBC8-4292F41CA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369410"/>
            <a:ext cx="1053833" cy="531259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CBF89A9C-2606-416D-894F-0F8CEE079FC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alligator breaks out of the house!</a:t>
            </a:r>
          </a:p>
        </p:txBody>
      </p:sp>
    </p:spTree>
    <p:extLst>
      <p:ext uri="{BB962C8B-B14F-4D97-AF65-F5344CB8AC3E}">
        <p14:creationId xmlns:p14="http://schemas.microsoft.com/office/powerpoint/2010/main" val="170147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178301A-02C9-436E-8293-9441B63AE7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89F726-AD55-48EA-847C-C51F6A23B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94463" y="3238500"/>
            <a:ext cx="2894814" cy="2095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FA0E3C-B5A5-43A4-91E2-12C16E3AD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058300" y="1280583"/>
            <a:ext cx="2667000" cy="36547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BEB0B8E-E3BE-4910-8682-AF1DB970E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724171"/>
            <a:ext cx="1027288" cy="318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662DBA-EE6A-47A0-B77A-3D9DD7600A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545907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1AF226-C54F-49FD-B28D-C25A844114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461717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E04A375-F436-4506-AA41-315781F067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458542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76AFE8C-2110-4160-8FAB-71AE96946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388775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B4D1EC-1B51-420F-96D6-F6EC65958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541175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D0C4596-2408-42BF-8AF0-10012D469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346801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32D64A3-5125-4BF0-AD20-EC9D5364C0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369410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A914BB4-5F16-454B-BD14-74C753BD5A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4E48EF-F9F4-480C-9BBD-B68EAFEC2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52C72D75-5CE4-4741-B6A3-EC8739BA5C2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alligator eats 2 of Ella’s cookies!</a:t>
            </a:r>
          </a:p>
        </p:txBody>
      </p:sp>
    </p:spTree>
    <p:extLst>
      <p:ext uri="{BB962C8B-B14F-4D97-AF65-F5344CB8AC3E}">
        <p14:creationId xmlns:p14="http://schemas.microsoft.com/office/powerpoint/2010/main" val="16553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274959B-80A5-4350-81C8-B36CA19527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191B55-450F-4D48-9DCF-8C84BF0FB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94463" y="3238500"/>
            <a:ext cx="2894814" cy="2095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06638B6-ED82-4619-85BD-ACBE51831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058300" y="1280583"/>
            <a:ext cx="2667000" cy="36547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0901FF5-88D6-4BC3-8CAD-AD837AC99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724171"/>
            <a:ext cx="1027288" cy="318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B7620AF-025C-4C79-8624-FE212717B7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545907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825DE5-F20D-45E9-956B-CF585B4F43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461717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C207B8-D890-4EBE-9188-BEF9DEC286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458542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67B74B6-47CB-43AF-81C6-30FD79BD9F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388775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FA06E5-5EB0-436B-9CFB-FD963724FD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541175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16A3C1-C4A3-4E45-9B8F-0FCC3A71F8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346801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A8B4FBF-4867-43DA-AB7F-2908A1DF5D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369410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000616-323F-4648-A496-D316489905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C489230-EA3C-4CF9-9F16-3BCA91E0F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255ADF2B-78CB-4B06-B225-818980532F6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still has 8 cookies. Ella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8632177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Macintosh PowerPoint</Application>
  <DocSecurity>0</DocSecurity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2026-10-16T18:06:11Z</dcterms:created>
  <dcterms:modified xsi:type="dcterms:W3CDTF">2026-10-17T13:01:15Z</dcterms:modified>
</cp:coreProperties>
</file>