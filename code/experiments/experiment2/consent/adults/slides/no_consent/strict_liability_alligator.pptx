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63845665414295" /><Relationship Type="http://schemas.openxmlformats.org/officeDocument/2006/relationships/extended-properties" Target="/docProps/app.xml" Id="R61b6464327a64546" /><Relationship Type="http://schemas.openxmlformats.org/officeDocument/2006/relationships/officeDocument" Target="/ppt/presentation.xml" Id="R4cbc39dd338a4d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5ca8c0fe86439f"/>
  </p:sldMasterIdLst>
  <p:notesMasterIdLst>
    <p:notesMasterId xmlns:r="http://schemas.openxmlformats.org/officeDocument/2006/relationships" r:id="R15992b13577e48eb"/>
  </p:notesMasterIdLst>
  <p:sldIdLst>
    <p:sldId xmlns:r="http://schemas.openxmlformats.org/officeDocument/2006/relationships" id="256" r:id="R655fb2f745b94ef3"/>
    <p:sldId xmlns:r="http://schemas.openxmlformats.org/officeDocument/2006/relationships" id="257" r:id="Rb8d1d8e2b89f4b3d"/>
    <p:sldId xmlns:r="http://schemas.openxmlformats.org/officeDocument/2006/relationships" id="258" r:id="R1519392543aa435c"/>
    <p:sldId xmlns:r="http://schemas.openxmlformats.org/officeDocument/2006/relationships" id="259" r:id="R1c62ad7147c74eb5"/>
    <p:sldId xmlns:r="http://schemas.openxmlformats.org/officeDocument/2006/relationships" id="260" r:id="R72727081137b4131"/>
    <p:sldId xmlns:r="http://schemas.openxmlformats.org/officeDocument/2006/relationships" id="261" r:id="R06b426dc486b49f1"/>
    <p:sldId xmlns:r="http://schemas.openxmlformats.org/officeDocument/2006/relationships" id="262" r:id="Rcfcc4b7a6fa449b0"/>
    <p:sldId xmlns:r="http://schemas.openxmlformats.org/officeDocument/2006/relationships" id="263" r:id="Rba41dbe7ce40497d"/>
    <p:sldId xmlns:r="http://schemas.openxmlformats.org/officeDocument/2006/relationships" id="264" r:id="R021f130544ca4bc8"/>
    <p:sldId xmlns:r="http://schemas.openxmlformats.org/officeDocument/2006/relationships" id="265" r:id="Re24952611c334f1f"/>
    <p:sldId xmlns:r="http://schemas.openxmlformats.org/officeDocument/2006/relationships" id="266" r:id="R85804bd04a0d4670"/>
    <p:sldId xmlns:r="http://schemas.openxmlformats.org/officeDocument/2006/relationships" id="267" r:id="R7786a7d93b7f4d3f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282796089f4dbf" /><Relationship Type="http://schemas.openxmlformats.org/officeDocument/2006/relationships/slideMaster" Target="/ppt/slideMasters/slideMaster1.xml" Id="Rf25ca8c0fe86439f" /><Relationship Type="http://schemas.openxmlformats.org/officeDocument/2006/relationships/notesMaster" Target="/ppt/notesMasters/notesMaster1.xml" Id="R15992b13577e48eb" /><Relationship Type="http://schemas.openxmlformats.org/officeDocument/2006/relationships/presProps" Target="/ppt/presProps.xml" Id="Ree85f8275cea4591" /><Relationship Type="http://schemas.openxmlformats.org/officeDocument/2006/relationships/viewProps" Target="/ppt/viewProps.xml" Id="Rdf1894c408ad42fa" /><Relationship Type="http://schemas.openxmlformats.org/officeDocument/2006/relationships/tableStyles" Target="/ppt/tableStyles.xml" Id="R815d280bef4a4eca" /><Relationship Type="http://schemas.openxmlformats.org/officeDocument/2006/relationships/slide" Target="/ppt/slides/slide1.xml" Id="R655fb2f745b94ef3" /><Relationship Type="http://schemas.openxmlformats.org/officeDocument/2006/relationships/slide" Target="/ppt/slides/slide2.xml" Id="Rb8d1d8e2b89f4b3d" /><Relationship Type="http://schemas.openxmlformats.org/officeDocument/2006/relationships/slide" Target="/ppt/slides/slide3.xml" Id="R1519392543aa435c" /><Relationship Type="http://schemas.openxmlformats.org/officeDocument/2006/relationships/slide" Target="/ppt/slides/slide4.xml" Id="R1c62ad7147c74eb5" /><Relationship Type="http://schemas.openxmlformats.org/officeDocument/2006/relationships/slide" Target="/ppt/slides/slide5.xml" Id="R72727081137b4131" /><Relationship Type="http://schemas.openxmlformats.org/officeDocument/2006/relationships/slide" Target="/ppt/slides/slide6.xml" Id="R06b426dc486b49f1" /><Relationship Type="http://schemas.openxmlformats.org/officeDocument/2006/relationships/slide" Target="/ppt/slides/slide7.xml" Id="Rcfcc4b7a6fa449b0" /><Relationship Type="http://schemas.openxmlformats.org/officeDocument/2006/relationships/slide" Target="/ppt/slides/slide8.xml" Id="Rba41dbe7ce40497d" /><Relationship Type="http://schemas.openxmlformats.org/officeDocument/2006/relationships/slide" Target="/ppt/slides/slide9.xml" Id="R021f130544ca4bc8" /><Relationship Type="http://schemas.openxmlformats.org/officeDocument/2006/relationships/slide" Target="/ppt/slides/slide10.xml" Id="Re24952611c334f1f" /><Relationship Type="http://schemas.openxmlformats.org/officeDocument/2006/relationships/slide" Target="/ppt/slides/slide11.xml" Id="R85804bd04a0d4670" /><Relationship Type="http://schemas.openxmlformats.org/officeDocument/2006/relationships/slide" Target="/ppt/slides/slide12.xml" Id="R7786a7d93b7f4d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be7d659c424e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53889e37da43f7" /><Relationship Type="http://schemas.openxmlformats.org/officeDocument/2006/relationships/notesMaster" Target="/ppt/notesMasters/notesMaster1.xml" Id="R5fcc39f751294b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87196f9a0743fd" /><Relationship Type="http://schemas.openxmlformats.org/officeDocument/2006/relationships/notesMaster" Target="/ppt/notesMasters/notesMaster1.xml" Id="Rf5dfe480226d4a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90e10d53754f3e" /><Relationship Type="http://schemas.openxmlformats.org/officeDocument/2006/relationships/notesMaster" Target="/ppt/notesMasters/notesMaster1.xml" Id="R2294acd23f024e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19bedf24b44aed" /><Relationship Type="http://schemas.openxmlformats.org/officeDocument/2006/relationships/notesMaster" Target="/ppt/notesMasters/notesMaster1.xml" Id="R455743f5865c4e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eeeacd9b764284" /><Relationship Type="http://schemas.openxmlformats.org/officeDocument/2006/relationships/notesMaster" Target="/ppt/notesMasters/notesMaster1.xml" Id="Rc7aeb99f4a034f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8f9b31bc3e40b5" /><Relationship Type="http://schemas.openxmlformats.org/officeDocument/2006/relationships/notesMaster" Target="/ppt/notesMasters/notesMaster1.xml" Id="Rb8074cf7bf454f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de635dd54d4331" /><Relationship Type="http://schemas.openxmlformats.org/officeDocument/2006/relationships/notesMaster" Target="/ppt/notesMasters/notesMaster1.xml" Id="R80de95114f5d4b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9766aa58164046" /><Relationship Type="http://schemas.openxmlformats.org/officeDocument/2006/relationships/notesMaster" Target="/ppt/notesMasters/notesMaster1.xml" Id="Rc99ee186d8564e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efbdfd002f4b83" /><Relationship Type="http://schemas.openxmlformats.org/officeDocument/2006/relationships/notesMaster" Target="/ppt/notesMasters/notesMaster1.xml" Id="Red385f1969454e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3d1d3ad63b4292" /><Relationship Type="http://schemas.openxmlformats.org/officeDocument/2006/relationships/notesMaster" Target="/ppt/notesMasters/notesMaster1.xml" Id="Ra35569a9e23246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c25c5aba2441e3" /><Relationship Type="http://schemas.openxmlformats.org/officeDocument/2006/relationships/notesMaster" Target="/ppt/notesMasters/notesMaster1.xml" Id="R56a343cad2d146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87241bf85434a93" /><Relationship Type="http://schemas.openxmlformats.org/officeDocument/2006/relationships/notesMaster" Target="/ppt/notesMasters/notesMaster1.xml" Id="Rc021d6e9939f46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code/experiments/experiment1/adults/slides/pilot-v3/strict_liability_alligator.pptx, slide 7.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Ella tells Sam: I know your alligator could escape from the house and eat my cookies.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code/experiments/experiment1/adults/slides/pilot-v3/strict_liability_alligator.pptx, slide 7.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Ella tells Sam: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8f6f170f124e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54e17132bc4a7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9302448a4445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6c1a3a53d4c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ddf49e5fe4d7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0e6888744645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EC273F-FEED-4B8C-BB31-35C477E00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930EDFA-2D82-4E63-AE5D-292BAE1984E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4C15759-43CB-492F-A13A-254D0B33BF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938DEC-D66B-4240-AD88-CCBD57AEE6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CD7D2E7-8ECF-4BD4-A888-D2F1AB4C60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18B3CDD-283E-4FA5-A390-1C04045D5A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11E7A4-FBA8-49D8-9A73-6EF6F7BFC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6C89F2F-0FB6-4ED0-AE9F-04500F6C0C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D14A23-BE90-4EAE-86D3-59B9059F32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0E4AB62-3BEC-4AB5-A18A-2302E33CEB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500c4260c54020" /><Relationship Type="http://schemas.openxmlformats.org/officeDocument/2006/relationships/slideLayout" Target="/ppt/slideLayouts/slideLayout1.xml" Id="R4650d4f0d1f848db" /><Relationship Type="http://schemas.openxmlformats.org/officeDocument/2006/relationships/slideLayout" Target="/ppt/slideLayouts/slideLayout2.xml" Id="R9b5ecb2837954443" /><Relationship Type="http://schemas.openxmlformats.org/officeDocument/2006/relationships/slideLayout" Target="/ppt/slideLayouts/slideLayout3.xml" Id="Rcc42a68674234c83" /><Relationship Type="http://schemas.openxmlformats.org/officeDocument/2006/relationships/slideLayout" Target="/ppt/slideLayouts/slideLayout4.xml" Id="Rc32471471b1342ea" /><Relationship Type="http://schemas.openxmlformats.org/officeDocument/2006/relationships/slideLayout" Target="/ppt/slideLayouts/slideLayout5.xml" Id="R69ebb9bd539a467e" /><Relationship Type="http://schemas.openxmlformats.org/officeDocument/2006/relationships/slideLayout" Target="/ppt/slideLayouts/slideLayout6.xml" Id="R5721fa0fa63948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50d4f0d1f848db"/>
    <p:sldLayoutId xmlns:r="http://schemas.openxmlformats.org/officeDocument/2006/relationships" id="2147483650" r:id="R9b5ecb2837954443"/>
    <p:sldLayoutId xmlns:r="http://schemas.openxmlformats.org/officeDocument/2006/relationships" id="2147483651" r:id="Rcc42a68674234c83"/>
    <p:sldLayoutId xmlns:r="http://schemas.openxmlformats.org/officeDocument/2006/relationships" id="2147483652" r:id="Rc32471471b1342ea"/>
    <p:sldLayoutId xmlns:r="http://schemas.openxmlformats.org/officeDocument/2006/relationships" id="2147483653" r:id="R69ebb9bd539a467e"/>
    <p:sldLayoutId xmlns:r="http://schemas.openxmlformats.org/officeDocument/2006/relationships" id="2147483654" r:id="R5721fa0fa63948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39b15074914fcc" /><Relationship Type="http://schemas.openxmlformats.org/officeDocument/2006/relationships/image" Target="/ppt/media/image.png" Id="Raaa01fbfb1d342ab" /><Relationship Type="http://schemas.openxmlformats.org/officeDocument/2006/relationships/image" Target="/ppt/media/image2.png" Id="R4154732409344190" /><Relationship Type="http://schemas.openxmlformats.org/officeDocument/2006/relationships/notesSlide" Target="/ppt/notesSlides/notesSlide1.xml" Id="R61e8b578949548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e7df34685644a2" /><Relationship Type="http://schemas.openxmlformats.org/officeDocument/2006/relationships/image" Target="/ppt/media/image.png" Id="R7309cd25d258452c" /><Relationship Type="http://schemas.openxmlformats.org/officeDocument/2006/relationships/image" Target="/ppt/media/image2.png" Id="Rc6fc3ec9883d4601" /><Relationship Type="http://schemas.openxmlformats.org/officeDocument/2006/relationships/image" Target="/ppt/media/image3.png" Id="Radd0c0055488421f" /><Relationship Type="http://schemas.openxmlformats.org/officeDocument/2006/relationships/image" Target="/ppt/media/image4.png" Id="Rd222b7a7d6f94996" /><Relationship Type="http://schemas.openxmlformats.org/officeDocument/2006/relationships/notesSlide" Target="/ppt/notesSlides/notesSlide2.xml" Id="Rb90baf82714243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92954e76be4377" /><Relationship Type="http://schemas.openxmlformats.org/officeDocument/2006/relationships/image" Target="/ppt/media/image.png" Id="Rc5c14b7fa0574ec8" /><Relationship Type="http://schemas.openxmlformats.org/officeDocument/2006/relationships/image" Target="/ppt/media/image5.png" Id="R6b044d80ec0349d7" /><Relationship Type="http://schemas.openxmlformats.org/officeDocument/2006/relationships/image" Target="/ppt/media/image2.png" Id="R94b83548e88c422d" /><Relationship Type="http://schemas.openxmlformats.org/officeDocument/2006/relationships/image" Target="/ppt/media/image3.png" Id="R79f329339125498a" /><Relationship Type="http://schemas.openxmlformats.org/officeDocument/2006/relationships/image" Target="/ppt/media/image4.png" Id="R18444375adc344c6" /><Relationship Type="http://schemas.openxmlformats.org/officeDocument/2006/relationships/notesSlide" Target="/ppt/notesSlides/notesSlide3.xml" Id="R7a1d86a490604a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557fb9a614b13" /><Relationship Type="http://schemas.openxmlformats.org/officeDocument/2006/relationships/image" Target="/ppt/media/image.png" Id="R0bc22d299dff4b75" /><Relationship Type="http://schemas.openxmlformats.org/officeDocument/2006/relationships/image" Target="/ppt/media/image6.png" Id="R3df1e02795924a03" /><Relationship Type="http://schemas.openxmlformats.org/officeDocument/2006/relationships/image" Target="/ppt/media/image3.png" Id="R513ee25e0b7d46a4" /><Relationship Type="http://schemas.openxmlformats.org/officeDocument/2006/relationships/image" Target="/ppt/media/image4.png" Id="Rdaa4ec3ab2a0489c" /><Relationship Type="http://schemas.openxmlformats.org/officeDocument/2006/relationships/notesSlide" Target="/ppt/notesSlides/notesSlide4.xml" Id="R7e32f3ee88d742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dcddbd2e51469b" /><Relationship Type="http://schemas.openxmlformats.org/officeDocument/2006/relationships/image" Target="/ppt/media/image.png" Id="R66511f15121f455a" /><Relationship Type="http://schemas.openxmlformats.org/officeDocument/2006/relationships/image" Target="/ppt/media/image6.png" Id="R83eeec0e81c548d2" /><Relationship Type="http://schemas.openxmlformats.org/officeDocument/2006/relationships/image" Target="/ppt/media/image3.png" Id="R08081daeeb6d41b4" /><Relationship Type="http://schemas.openxmlformats.org/officeDocument/2006/relationships/image" Target="/ppt/media/image4.png" Id="Rfea4bd8535a34ac6" /><Relationship Type="http://schemas.openxmlformats.org/officeDocument/2006/relationships/notesSlide" Target="/ppt/notesSlides/notesSlide5.xml" Id="R55e6b0806dcb45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03d1208e744dec" /><Relationship Type="http://schemas.openxmlformats.org/officeDocument/2006/relationships/image" Target="/ppt/media/image7.png" Id="Rffe7fdba271448f3" /><Relationship Type="http://schemas.openxmlformats.org/officeDocument/2006/relationships/image" Target="/ppt/media/image5.png" Id="R30709873cf2f445f" /><Relationship Type="http://schemas.openxmlformats.org/officeDocument/2006/relationships/notesSlide" Target="/ppt/notesSlides/notesSlide6.xml" Id="Rc0d3115f8d7b44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a187e3a7d442a5" /><Relationship Type="http://schemas.openxmlformats.org/officeDocument/2006/relationships/image" Target="/ppt/media/image.png" Id="R9ca2d3fecce141d3" /><Relationship Type="http://schemas.openxmlformats.org/officeDocument/2006/relationships/image" Target="/ppt/media/image8.png" Id="Rf668d9e9c9c24e20" /><Relationship Type="http://schemas.openxmlformats.org/officeDocument/2006/relationships/image" Target="/ppt/media/image6.png" Id="R2a679583b72f44f4" /><Relationship Type="http://schemas.openxmlformats.org/officeDocument/2006/relationships/image" Target="/ppt/media/image3.png" Id="Rfa5a71b5052d4ba3" /><Relationship Type="http://schemas.openxmlformats.org/officeDocument/2006/relationships/image" Target="/ppt/media/image4.png" Id="R6ac5dc71470a4e66" /><Relationship Type="http://schemas.openxmlformats.org/officeDocument/2006/relationships/notesSlide" Target="/ppt/notesSlides/notesSlide7.xml" Id="R1930e879459741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a878988e44bc4" /><Relationship Type="http://schemas.openxmlformats.org/officeDocument/2006/relationships/image" Target="/ppt/media/image.png" Id="Rcfae6a72031047ae" /><Relationship Type="http://schemas.openxmlformats.org/officeDocument/2006/relationships/image" Target="/ppt/media/image8.png" Id="Rd72cbfed17b149f9" /><Relationship Type="http://schemas.openxmlformats.org/officeDocument/2006/relationships/image" Target="/ppt/media/image6.png" Id="Rcab232db65b34177" /><Relationship Type="http://schemas.openxmlformats.org/officeDocument/2006/relationships/image" Target="/ppt/media/image3.png" Id="R0ab2ec9f3a0644bd" /><Relationship Type="http://schemas.openxmlformats.org/officeDocument/2006/relationships/image" Target="/ppt/media/image4.png" Id="Rf6c9c65d00074729" /><Relationship Type="http://schemas.openxmlformats.org/officeDocument/2006/relationships/notesSlide" Target="/ppt/notesSlides/notesSlide8.xml" Id="R4b9b747969ec48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bf65d69aa4ceb" /><Relationship Type="http://schemas.openxmlformats.org/officeDocument/2006/relationships/image" Target="/ppt/media/image.png" Id="Re77fec4199db4151" /><Relationship Type="http://schemas.openxmlformats.org/officeDocument/2006/relationships/image" Target="/ppt/media/image8.png" Id="R9af6492f7b364361" /><Relationship Type="http://schemas.openxmlformats.org/officeDocument/2006/relationships/image" Target="/ppt/media/image6.png" Id="Rfe1bd6976e43462c" /><Relationship Type="http://schemas.openxmlformats.org/officeDocument/2006/relationships/image" Target="/ppt/media/image3.png" Id="R70a7c9931d3e4cbc" /><Relationship Type="http://schemas.openxmlformats.org/officeDocument/2006/relationships/image" Target="/ppt/media/image4.png" Id="R4b3cc0fbdabd4208" /><Relationship Type="http://schemas.openxmlformats.org/officeDocument/2006/relationships/notesSlide" Target="/ppt/notesSlides/notesSlide9.xml" Id="Rc7991fe71bc741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541a2689d94b49" /><Relationship Type="http://schemas.openxmlformats.org/officeDocument/2006/relationships/image" Target="/ppt/media/image9.png" Id="R981b65e9103648be" /><Relationship Type="http://schemas.openxmlformats.org/officeDocument/2006/relationships/image" Target="/ppt/media/image5.png" Id="Rb4bed230344c4bd9" /><Relationship Type="http://schemas.openxmlformats.org/officeDocument/2006/relationships/image" Target="/ppt/media/image6.png" Id="R58d92b7264b94a23" /><Relationship Type="http://schemas.openxmlformats.org/officeDocument/2006/relationships/image" Target="/ppt/media/image3.png" Id="R7b8493ae91b143a7" /><Relationship Type="http://schemas.openxmlformats.org/officeDocument/2006/relationships/image" Target="/ppt/media/image4.png" Id="R9c659be2feae48af" /><Relationship Type="http://schemas.openxmlformats.org/officeDocument/2006/relationships/image" Target="/ppt/media/image2.png" Id="R3bb87546db644911" /><Relationship Type="http://schemas.openxmlformats.org/officeDocument/2006/relationships/notesSlide" Target="/ppt/notesSlides/notesSlide10.xml" Id="Ra847d4ca903f40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3d579482ec42e5" /><Relationship Type="http://schemas.openxmlformats.org/officeDocument/2006/relationships/image" Target="/ppt/media/image9.png" Id="R054afca86b8b483c" /><Relationship Type="http://schemas.openxmlformats.org/officeDocument/2006/relationships/image" Target="/ppt/media/image10.png" Id="R40966128460a4b33" /><Relationship Type="http://schemas.openxmlformats.org/officeDocument/2006/relationships/image" Target="/ppt/media/image2.png" Id="Ra5b19f40a5104773" /><Relationship Type="http://schemas.openxmlformats.org/officeDocument/2006/relationships/image" Target="/ppt/media/image3.png" Id="R11465b88828a4b85" /><Relationship Type="http://schemas.openxmlformats.org/officeDocument/2006/relationships/image" Target="/ppt/media/image4.png" Id="Racef6ad6b9c04fe2" /><Relationship Type="http://schemas.openxmlformats.org/officeDocument/2006/relationships/image" Target="/ppt/media/image6.png" Id="Rb17c2a9e85a64538" /><Relationship Type="http://schemas.openxmlformats.org/officeDocument/2006/relationships/notesSlide" Target="/ppt/notesSlides/notesSlide11.xml" Id="R9299b9156bec48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c08cc788a94f6d" /><Relationship Type="http://schemas.openxmlformats.org/officeDocument/2006/relationships/image" Target="/ppt/media/image9.png" Id="R88689202877c480d" /><Relationship Type="http://schemas.openxmlformats.org/officeDocument/2006/relationships/image" Target="/ppt/media/image10.png" Id="R1b94f0149be84424" /><Relationship Type="http://schemas.openxmlformats.org/officeDocument/2006/relationships/image" Target="/ppt/media/image2.png" Id="R91f3a306463b4ba4" /><Relationship Type="http://schemas.openxmlformats.org/officeDocument/2006/relationships/image" Target="/ppt/media/image3.png" Id="R17ea3f31bd2741d4" /><Relationship Type="http://schemas.openxmlformats.org/officeDocument/2006/relationships/image" Target="/ppt/media/image4.png" Id="Rca1cb14a7faf4481" /><Relationship Type="http://schemas.openxmlformats.org/officeDocument/2006/relationships/image" Target="/ppt/media/image6.png" Id="R011d9317b1ea4d4b" /><Relationship Type="http://schemas.openxmlformats.org/officeDocument/2006/relationships/notesSlide" Target="/ppt/notesSlides/notesSlide12.xml" Id="R876d5f77f32c47e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E7282832-BA03-4D49-AAF9-52ACF702C2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01fbfb1d342a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094E4A9D-E419-467F-BFFE-515113E50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4732409344190"/>
          <a:stretch xmlns:a="http://schemas.openxmlformats.org/drawingml/2006/main"/>
        </p:blipFill>
        <p:spPr>
          <a:xfrm xmlns:a="http://schemas.openxmlformats.org/drawingml/2006/main">
            <a:off x="5321440" y="1280583"/>
            <a:ext cx="2667000" cy="3654778"/>
          </a:xfrm>
          <a:prstGeom xmlns:a="http://schemas.openxmlformats.org/drawingml/2006/main" prst="rect">
            <a:avLst/>
          </a:prstGeom>
        </p:spPr>
      </p:pic>
      <p:sp>
        <p:nvSpPr>
          <p:cNvPr id="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D706956-1429-426B-B10C-6276DB15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Sam.</a:t>
            </a:r>
          </a:p>
        </p:txBody>
      </p:sp>
    </p:spTree>
    <p:extLst>
      <p:ext uri="{BB962C8B-B14F-4D97-AF65-F5344CB8AC3E}">
        <p14:creationId xmlns:p14="http://schemas.microsoft.com/office/powerpoint/2010/main" val="17578349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C895EAE4-D080-4A4C-A7AE-F4F0E9F0C3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9cd25d258452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8B805FE-F730-47FF-8266-70CDDC6491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c3ec9883d4601"/>
          <a:stretch xmlns:a="http://schemas.openxmlformats.org/drawingml/2006/main"/>
        </p:blipFill>
        <p:spPr>
          <a:xfrm xmlns:a="http://schemas.openxmlformats.org/drawingml/2006/main">
            <a:off x="532144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124BB3DB-A047-4D27-94B1-82633B0BE2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0c005548842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04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073707F0-7EBA-4B80-A4FE-F6B3CB7920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505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ABBC8428-01B9-4234-95B4-B3F82E4048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346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E6BE4BF4-EF84-4417-8811-2C5F294C4B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51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0644F046-4148-4711-A6DA-4D17AB0848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449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151F7277-5934-4B1F-A331-11553E5D21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805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B549088E-581A-4E54-B49A-5A2256F93E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49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F7AB6C5C-A7EC-4C6A-85CB-A7AC22B9EF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2b7a7d6f949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0069" y="336941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DCD3D28-9F3B-4E0A-BAE6-D434B8D4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3431240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6A7565CD-7A99-4512-B832-3411127A5D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14b7fa0574ec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908CF63C-AEAE-4D1D-864E-7226398303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44d80ec0349d7"/>
          <a:stretch xmlns:a="http://schemas.openxmlformats.org/drawingml/2006/main"/>
        </p:blipFill>
        <p:spPr>
          <a:xfrm xmlns:a="http://schemas.openxmlformats.org/drawingml/2006/main">
            <a:off x="2984132" y="2894426"/>
            <a:ext cx="3026397" cy="2190750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56F3BAF9-67FD-481B-A04E-74E79944E7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83548e88c422d"/>
          <a:stretch xmlns:a="http://schemas.openxmlformats.org/drawingml/2006/main"/>
        </p:blipFill>
        <p:spPr>
          <a:xfrm xmlns:a="http://schemas.openxmlformats.org/drawingml/2006/main">
            <a:off x="532144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8910A60F-7AFD-493D-B02B-EA702F1542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32933912549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04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902E62A1-18BB-45DA-9511-7F124261DD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505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07EBEB3A-C5DB-487D-ABC3-86442EAA48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346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EB55FF40-AECD-41F7-B39A-B051E42F47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51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061E8C1D-BD19-4EAC-B501-CBE734020D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449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C5B514AA-151B-4A91-8FFF-4D2491B751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805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3E6E99BF-98A1-49D7-A89A-92F8D3DC4A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49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F714489F-83CE-494A-9076-759BDD5C5F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44375adc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0069" y="336941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9DFF07E-610F-492F-B819-6FBAD312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has an alligator.</a:t>
            </a:r>
          </a:p>
        </p:txBody>
      </p:sp>
    </p:spTree>
    <p:extLst>
      <p:ext uri="{BB962C8B-B14F-4D97-AF65-F5344CB8AC3E}">
        <p14:creationId xmlns:p14="http://schemas.microsoft.com/office/powerpoint/2010/main" val="12707952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0C43E4CD-92F3-4A09-88CC-A1C3C17737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22d299dff4b7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5F5F48E1-5B7A-410B-80E5-C6476224CF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1e02795924a03"/>
          <a:stretch xmlns:a="http://schemas.openxmlformats.org/drawingml/2006/main"/>
        </p:blipFill>
        <p:spPr>
          <a:xfrm xmlns:a="http://schemas.openxmlformats.org/drawingml/2006/main">
            <a:off x="477012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805C22B3-F47A-45D6-B124-F0B63A575D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3ee25e0b7d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2103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28B9BA94-4366-486E-B07E-D78530FC60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4ec3ab2a0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6504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881E22B-09E7-41B3-9029-0F8A1ADC73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4ec3ab2a0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086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9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351FED3-5E14-4EB1-B910-02EE48AE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Ella.</a:t>
            </a:r>
          </a:p>
        </p:txBody>
      </p:sp>
    </p:spTree>
    <p:extLst>
      <p:ext uri="{BB962C8B-B14F-4D97-AF65-F5344CB8AC3E}">
        <p14:creationId xmlns:p14="http://schemas.microsoft.com/office/powerpoint/2010/main" val="7809606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324D9AEC-0CB6-4FB8-931F-DBEFA379C6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11f15121f455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329E46B1-B1D9-4CA2-B906-007FAD9802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eec0e81c548d2"/>
          <a:stretch xmlns:a="http://schemas.openxmlformats.org/drawingml/2006/main"/>
        </p:blipFill>
        <p:spPr>
          <a:xfrm xmlns:a="http://schemas.openxmlformats.org/drawingml/2006/main">
            <a:off x="477012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8E3AFB4C-EF6B-45C3-9A89-02C4ADEBBE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81daeeb6d41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2103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4C125784-CBB1-466E-BE47-EE4C4746E2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4bd8535a34a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6504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78B721D5-05B9-4CD9-ADED-6BFA44F0D5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4bd8535a34a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086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219560F-A567-4FA6-8616-FE9F40F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Ella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44790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1DE133A-6A6A-4840-93B9-BF2808D398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7fdba271448f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9BD84FD1-DE1E-4584-B61D-9A376C3395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09873cf2f445f"/>
          <a:stretch xmlns:a="http://schemas.openxmlformats.org/drawingml/2006/main"/>
        </p:blipFill>
        <p:spPr>
          <a:xfrm xmlns:a="http://schemas.openxmlformats.org/drawingml/2006/main">
            <a:off x="4253845" y="2809875"/>
            <a:ext cx="3684309" cy="2667000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9127ED1-7880-4A50-8E59-B85CBC2A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puts his alligator inside the house.</a:t>
            </a:r>
          </a:p>
        </p:txBody>
      </p:sp>
    </p:spTree>
    <p:extLst>
      <p:ext uri="{BB962C8B-B14F-4D97-AF65-F5344CB8AC3E}">
        <p14:creationId xmlns:p14="http://schemas.microsoft.com/office/powerpoint/2010/main" val="8289550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76AC413-8F39-4316-ACC4-4ECF99F74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a2d3fecce141d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A6E64C62-FFA1-4CC9-9195-793D1593CA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8d9e9c9c24e20"/>
          <a:stretch xmlns:a="http://schemas.openxmlformats.org/drawingml/2006/main"/>
        </p:blipFill>
        <p:spPr>
          <a:xfrm xmlns:a="http://schemas.openxmlformats.org/drawingml/2006/main">
            <a:off x="2529841" y="2271686"/>
            <a:ext cx="1334230" cy="18288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F189ED9-879E-48C9-8659-63387840A2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79583b72f44f4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8E4E2746-EB74-41C5-BD23-D890C2BAB9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a71b5052d4b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F02C83E7-2E7C-4CFF-AF64-3990F0FEB6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5dc71470a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238F2948-4F41-446A-8EB0-7991E1E045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5dc71470a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93FC1EE-943F-44E3-A3CD-F6B90216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locks the door and checks the lock.</a:t>
            </a:r>
          </a:p>
        </p:txBody>
      </p:sp>
    </p:spTree>
    <p:extLst>
      <p:ext uri="{BB962C8B-B14F-4D97-AF65-F5344CB8AC3E}">
        <p14:creationId xmlns:p14="http://schemas.microsoft.com/office/powerpoint/2010/main" val="72995618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76AC413-8F39-4316-ACC4-4ECF99F74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e6a72031047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A6E64C62-FFA1-4CC9-9195-793D1593CA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2cbfed17b149f9"/>
          <a:stretch xmlns:a="http://schemas.openxmlformats.org/drawingml/2006/main"/>
        </p:blipFill>
        <p:spPr>
          <a:xfrm xmlns:a="http://schemas.openxmlformats.org/drawingml/2006/main">
            <a:off x="2529841" y="2271686"/>
            <a:ext cx="1334230" cy="18288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F189ED9-879E-48C9-8659-63387840A2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232db65b34177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8E4E2746-EB74-41C5-BD23-D890C2BAB9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2ec9f3a0644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F02C83E7-2E7C-4CFF-AF64-3990F0FEB6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9c65d000747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238F2948-4F41-446A-8EB0-7991E1E045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9c65d000747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93FC1EE-943F-44E3-A3CD-F6B90216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Ella tells Sam, “I know your alligator could escape from the house and eat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7299561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76AC413-8F39-4316-ACC4-4ECF99F74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fec4199db41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A6E64C62-FFA1-4CC9-9195-793D1593CA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6492f7b364361"/>
          <a:stretch xmlns:a="http://schemas.openxmlformats.org/drawingml/2006/main"/>
        </p:blipFill>
        <p:spPr>
          <a:xfrm xmlns:a="http://schemas.openxmlformats.org/drawingml/2006/main">
            <a:off x="2529841" y="2271686"/>
            <a:ext cx="1334230" cy="18288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F189ED9-879E-48C9-8659-63387840A2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bd6976e43462c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8E4E2746-EB74-41C5-BD23-D890C2BAB9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a7c9931d3e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F02C83E7-2E7C-4CFF-AF64-3990F0FEB6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cc0fbdabd42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238F2948-4F41-446A-8EB0-7991E1E045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cc0fbdabd42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93FC1EE-943F-44E3-A3CD-F6B90216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Ella tells Sam,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7299561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945DC0B1-A613-4872-BB54-3245E01696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b65e9103648b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D97A4E03-CCAC-4F6A-B9F1-61F4A54478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ed230344c4bd9"/>
          <a:stretch xmlns:a="http://schemas.openxmlformats.org/drawingml/2006/main"/>
        </p:blipFill>
        <p:spPr>
          <a:xfrm xmlns:a="http://schemas.openxmlformats.org/drawingml/2006/main">
            <a:off x="5233235" y="3250165"/>
            <a:ext cx="2894814" cy="2095500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6D05ECF2-FE33-4F50-98AA-79516E8F76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92b7264b94a23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6DD614D4-B23E-4259-913E-41A4CBF5D4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493ae91b143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3EF9B376-EB9B-4FD9-AF07-A983D080F8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52AAB77D-3644-4507-A6FE-6E5826122D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C60DAB54-CE63-46C8-BCAB-C300688F19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87546db644911"/>
          <a:stretch xmlns:a="http://schemas.openxmlformats.org/drawingml/2006/main"/>
        </p:blipFill>
        <p:spPr>
          <a:xfrm xmlns:a="http://schemas.openxmlformats.org/drawingml/2006/main">
            <a:off x="305830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AB16C0FB-708C-4E99-92AD-CCA6B32D45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493ae91b143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6B0DE76A-3C0C-4D98-9B61-F7E06B3A71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5D817298-BD67-45A4-AA6E-4C65612F60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1F58026E-9B8B-4723-940A-7EB8ECCDC5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48E09D59-2E99-4717-8828-0C837E7949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614F2DD9-013F-4D3C-BA3B-205CBD3E26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3B0F4658-BBC8-4232-9EC2-0A70821CF8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E2F93D86-84C9-4E3A-BBC8-4292F41CAE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9be2feae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36941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CBF89A9C-2606-416D-894F-0F8CEE07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The alligator breaks out of the house!</a:t>
            </a:r>
          </a:p>
        </p:txBody>
      </p:sp>
    </p:spTree>
    <p:extLst>
      <p:ext uri="{BB962C8B-B14F-4D97-AF65-F5344CB8AC3E}">
        <p14:creationId xmlns:p14="http://schemas.microsoft.com/office/powerpoint/2010/main" val="17014753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8178301A-02C9-436E-8293-9441B63AE7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afca86b8b483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8D89F726-AD55-48EA-847C-C51F6A23BA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66128460a4b33"/>
          <a:stretch xmlns:a="http://schemas.openxmlformats.org/drawingml/2006/main"/>
        </p:blipFill>
        <p:spPr>
          <a:xfrm xmlns:a="http://schemas.openxmlformats.org/drawingml/2006/main">
            <a:off x="5894463" y="3238500"/>
            <a:ext cx="2894814" cy="2095500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23FA0E3C-B5A5-43A4-91E2-12C16E3ADA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19f40a5104773"/>
          <a:stretch xmlns:a="http://schemas.openxmlformats.org/drawingml/2006/main"/>
        </p:blipFill>
        <p:spPr>
          <a:xfrm xmlns:a="http://schemas.openxmlformats.org/drawingml/2006/main">
            <a:off x="305830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2BEB0B8E-E3BE-4910-8682-AF1DB970E9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65b88828a4b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EE662DBA-EE6A-47A0-B77A-3D9DD7600A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991AF226-C54F-49FD-B28D-C25A844114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5E04A375-F436-4506-AA41-315781F067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376AFE8C-2110-4160-8FAB-71AE969461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65B4D1EC-1B51-420F-96D6-F6EC659581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3D0C4596-2408-42BF-8AF0-10012D4698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732D64A3-5125-4BF0-AD20-EC9D5364C0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f6ad6b9c0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369410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0A914BB4-5F16-454B-BD14-74C753BD5A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c2a9e85a64538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E24E48EF-F9F4-480C-9BBD-B68EAFEC2D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65b88828a4b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52C72D75-5CE4-4741-B6A3-EC8739BA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alligator eats 2 of Ella’s cookies!</a:t>
            </a:r>
          </a:p>
        </p:txBody>
      </p:sp>
    </p:spTree>
    <p:extLst>
      <p:ext uri="{BB962C8B-B14F-4D97-AF65-F5344CB8AC3E}">
        <p14:creationId xmlns:p14="http://schemas.microsoft.com/office/powerpoint/2010/main" val="16553703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6274959B-80A5-4350-81C8-B36CA19527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689202877c480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E7191B55-450F-4D48-9DCF-8C84BF0FB4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4f0149be84424"/>
          <a:stretch xmlns:a="http://schemas.openxmlformats.org/drawingml/2006/main"/>
        </p:blipFill>
        <p:spPr>
          <a:xfrm xmlns:a="http://schemas.openxmlformats.org/drawingml/2006/main">
            <a:off x="5894463" y="3238500"/>
            <a:ext cx="2894814" cy="2095500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406638B6-ED82-4619-85BD-ACBE51831B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3a306463b4ba4"/>
          <a:stretch xmlns:a="http://schemas.openxmlformats.org/drawingml/2006/main"/>
        </p:blipFill>
        <p:spPr>
          <a:xfrm xmlns:a="http://schemas.openxmlformats.org/drawingml/2006/main">
            <a:off x="305830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A0901FF5-88D6-4BC3-8CAD-AD837AC992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a3f31bd2741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9B7620AF-025C-4C79-8624-FE212717B7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81825DE5-F20D-45E9-956B-CF585B4F43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33C207B8-D890-4EBE-9188-BEF9DEC286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C67B74B6-47CB-43AF-81C6-30FD79BD9F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0CFA06E5-5EB0-436B-9CFB-FD963724FD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2816A3C1-C4A3-4E45-9B8F-0FCC3A71F8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DA8B4FBF-4867-43DA-AB7F-2908A1DF5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cb14a7faf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369410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BE000616-323F-4648-A496-D316489905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d9317b1ea4d4b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DC489230-EA3C-4CF9-9F16-3BCA91E0F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a3f31bd2741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55ADF2B-78CB-4B06-B225-8189805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still has 8 cookies. Ella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38632177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2026-10-16T18:06:11.6280000Z</dcterms:created>
  <dcterms:modified xsi:type="dcterms:W3CDTF">2026-10-16T18:06:11.6280000Z</dcterms:modified>
</coreProperties>
</file>