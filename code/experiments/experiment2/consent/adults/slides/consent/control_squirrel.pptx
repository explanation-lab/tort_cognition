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1072f22854dc3" /><Relationship Type="http://schemas.openxmlformats.org/officeDocument/2006/relationships/extended-properties" Target="/docProps/app.xml" Id="Rc6ea810222324138" /><Relationship Type="http://schemas.openxmlformats.org/officeDocument/2006/relationships/officeDocument" Target="/ppt/presentation.xml" Id="R2ea7bd09364644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40d44231e40b4"/>
  </p:sldMasterIdLst>
  <p:notesMasterIdLst>
    <p:notesMasterId xmlns:r="http://schemas.openxmlformats.org/officeDocument/2006/relationships" r:id="Rf0ea4701fae54ef7"/>
  </p:notesMasterIdLst>
  <p:sldIdLst>
    <p:sldId xmlns:r="http://schemas.openxmlformats.org/officeDocument/2006/relationships" id="256" r:id="R9c3e7b3a36ac4743"/>
    <p:sldId xmlns:r="http://schemas.openxmlformats.org/officeDocument/2006/relationships" id="257" r:id="Rc6bb7714a49f4ec1"/>
    <p:sldId xmlns:r="http://schemas.openxmlformats.org/officeDocument/2006/relationships" id="258" r:id="R193044937e084a9d"/>
    <p:sldId xmlns:r="http://schemas.openxmlformats.org/officeDocument/2006/relationships" id="259" r:id="R9a18684345b44113"/>
    <p:sldId xmlns:r="http://schemas.openxmlformats.org/officeDocument/2006/relationships" id="260" r:id="R87c729070b8a40b2"/>
    <p:sldId xmlns:r="http://schemas.openxmlformats.org/officeDocument/2006/relationships" id="261" r:id="R4d4302b98f1e437d"/>
    <p:sldId xmlns:r="http://schemas.openxmlformats.org/officeDocument/2006/relationships" id="262" r:id="R0aaec21da9f04abe"/>
    <p:sldId xmlns:r="http://schemas.openxmlformats.org/officeDocument/2006/relationships" id="263" r:id="R3cd342e2cc724543"/>
    <p:sldId xmlns:r="http://schemas.openxmlformats.org/officeDocument/2006/relationships" id="264" r:id="R0a4ac8f40e694b0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656a775e9b4252" /><Relationship Type="http://schemas.openxmlformats.org/officeDocument/2006/relationships/slideMaster" Target="/ppt/slideMasters/slideMaster1.xml" Id="R88340d44231e40b4" /><Relationship Type="http://schemas.openxmlformats.org/officeDocument/2006/relationships/notesMaster" Target="/ppt/notesMasters/notesMaster1.xml" Id="Rf0ea4701fae54ef7" /><Relationship Type="http://schemas.openxmlformats.org/officeDocument/2006/relationships/presProps" Target="/ppt/presProps.xml" Id="R830a9c04fdf04cc5" /><Relationship Type="http://schemas.openxmlformats.org/officeDocument/2006/relationships/viewProps" Target="/ppt/viewProps.xml" Id="R44b043c2dbe443b9" /><Relationship Type="http://schemas.openxmlformats.org/officeDocument/2006/relationships/tableStyles" Target="/ppt/tableStyles.xml" Id="Rf95b772205da463f" /><Relationship Type="http://schemas.openxmlformats.org/officeDocument/2006/relationships/slide" Target="/ppt/slides/slide1.xml" Id="R9c3e7b3a36ac4743" /><Relationship Type="http://schemas.openxmlformats.org/officeDocument/2006/relationships/slide" Target="/ppt/slides/slide2.xml" Id="Rc6bb7714a49f4ec1" /><Relationship Type="http://schemas.openxmlformats.org/officeDocument/2006/relationships/slide" Target="/ppt/slides/slide3.xml" Id="R193044937e084a9d" /><Relationship Type="http://schemas.openxmlformats.org/officeDocument/2006/relationships/slide" Target="/ppt/slides/slide4.xml" Id="R9a18684345b44113" /><Relationship Type="http://schemas.openxmlformats.org/officeDocument/2006/relationships/slide" Target="/ppt/slides/slide5.xml" Id="R87c729070b8a40b2" /><Relationship Type="http://schemas.openxmlformats.org/officeDocument/2006/relationships/slide" Target="/ppt/slides/slide6.xml" Id="R4d4302b98f1e437d" /><Relationship Type="http://schemas.openxmlformats.org/officeDocument/2006/relationships/slide" Target="/ppt/slides/slide7.xml" Id="R0aaec21da9f04abe" /><Relationship Type="http://schemas.openxmlformats.org/officeDocument/2006/relationships/slide" Target="/ppt/slides/slide8.xml" Id="R3cd342e2cc724543" /><Relationship Type="http://schemas.openxmlformats.org/officeDocument/2006/relationships/slide" Target="/ppt/slides/slide9.xml" Id="R0a4ac8f40e69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09069cadd347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2619334eb426d" /><Relationship Type="http://schemas.openxmlformats.org/officeDocument/2006/relationships/notesMaster" Target="/ppt/notesMasters/notesMaster1.xml" Id="R6b3619463151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01dfcbf71c47bf" /><Relationship Type="http://schemas.openxmlformats.org/officeDocument/2006/relationships/notesMaster" Target="/ppt/notesMasters/notesMaster1.xml" Id="Rf5a5aaefde3a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8f6bbfd92542d8" /><Relationship Type="http://schemas.openxmlformats.org/officeDocument/2006/relationships/notesMaster" Target="/ppt/notesMasters/notesMaster1.xml" Id="R9f398aa18f00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6ccc48f324a53" /><Relationship Type="http://schemas.openxmlformats.org/officeDocument/2006/relationships/notesMaster" Target="/ppt/notesMasters/notesMaster1.xml" Id="R142aeb0162ac4a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91245d14d74267" /><Relationship Type="http://schemas.openxmlformats.org/officeDocument/2006/relationships/notesMaster" Target="/ppt/notesMasters/notesMaster1.xml" Id="R62851fd85fe14f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9b4ee83106463f" /><Relationship Type="http://schemas.openxmlformats.org/officeDocument/2006/relationships/notesMaster" Target="/ppt/notesMasters/notesMaster1.xml" Id="R929d3df8e31344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2b44335d0c4d89" /><Relationship Type="http://schemas.openxmlformats.org/officeDocument/2006/relationships/notesMaster" Target="/ppt/notesMasters/notesMaster1.xml" Id="R72d72a25e99642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d9dbd0e4024a46" /><Relationship Type="http://schemas.openxmlformats.org/officeDocument/2006/relationships/notesMaster" Target="/ppt/notesMasters/notesMaster1.xml" Id="Rd44709464d6d48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d901557a1b47cd" /><Relationship Type="http://schemas.openxmlformats.org/officeDocument/2006/relationships/notesMaster" Target="/ppt/notesMasters/notesMaster1.xml" Id="R13f56f62f48745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code/experiments/experiment1/adults/slides/pilot-v3/control_squirrel.pptx,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Eric tells Nora: I know a squirrel could eat my cookies.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code/experiments/experiment1/adults/slides/pilot-v3/control_squirrel.pptx,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Eric tells Nora: I’m okay with that.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94bb538ed48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6da9870eb4f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4116f56d046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6ae76bf754e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7cb6d50a646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2100d440d41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642b8a2a2414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587fdbdb44d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3dfc4fc0747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8a9f88923470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5362117a646c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92d2ed4e204c7d" /><Relationship Type="http://schemas.openxmlformats.org/officeDocument/2006/relationships/slideLayout" Target="/ppt/slideLayouts/slideLayout1.xml" Id="R4a39726d8bd84a79" /><Relationship Type="http://schemas.openxmlformats.org/officeDocument/2006/relationships/slideLayout" Target="/ppt/slideLayouts/slideLayout2.xml" Id="R11d5124b23994685" /><Relationship Type="http://schemas.openxmlformats.org/officeDocument/2006/relationships/slideLayout" Target="/ppt/slideLayouts/slideLayout3.xml" Id="Re89daddf76394173" /><Relationship Type="http://schemas.openxmlformats.org/officeDocument/2006/relationships/slideLayout" Target="/ppt/slideLayouts/slideLayout4.xml" Id="R529a90556c2c4dd3" /><Relationship Type="http://schemas.openxmlformats.org/officeDocument/2006/relationships/slideLayout" Target="/ppt/slideLayouts/slideLayout5.xml" Id="Rdea76d9ace93436d" /><Relationship Type="http://schemas.openxmlformats.org/officeDocument/2006/relationships/slideLayout" Target="/ppt/slideLayouts/slideLayout6.xml" Id="Ra1e3f3a9f500414a" /><Relationship Type="http://schemas.openxmlformats.org/officeDocument/2006/relationships/slideLayout" Target="/ppt/slideLayouts/slideLayout7.xml" Id="R5b3ff76816ed4a23" /><Relationship Type="http://schemas.openxmlformats.org/officeDocument/2006/relationships/slideLayout" Target="/ppt/slideLayouts/slideLayout8.xml" Id="R942595cfcae14178" /><Relationship Type="http://schemas.openxmlformats.org/officeDocument/2006/relationships/slideLayout" Target="/ppt/slideLayouts/slideLayout9.xml" Id="Rd4f5bddd375a4630" /><Relationship Type="http://schemas.openxmlformats.org/officeDocument/2006/relationships/slideLayout" Target="/ppt/slideLayouts/slideLayout10.xml" Id="R226b267ff842423c" /><Relationship Type="http://schemas.openxmlformats.org/officeDocument/2006/relationships/slideLayout" Target="/ppt/slideLayouts/slideLayout11.xml" Id="R937e9359aad44d1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39726d8bd84a79"/>
    <p:sldLayoutId xmlns:r="http://schemas.openxmlformats.org/officeDocument/2006/relationships" id="2147483650" r:id="R11d5124b23994685"/>
    <p:sldLayoutId xmlns:r="http://schemas.openxmlformats.org/officeDocument/2006/relationships" id="2147483651" r:id="Re89daddf76394173"/>
    <p:sldLayoutId xmlns:r="http://schemas.openxmlformats.org/officeDocument/2006/relationships" id="2147483652" r:id="R529a90556c2c4dd3"/>
    <p:sldLayoutId xmlns:r="http://schemas.openxmlformats.org/officeDocument/2006/relationships" id="2147483653" r:id="Rdea76d9ace93436d"/>
    <p:sldLayoutId xmlns:r="http://schemas.openxmlformats.org/officeDocument/2006/relationships" id="2147483654" r:id="Ra1e3f3a9f500414a"/>
    <p:sldLayoutId xmlns:r="http://schemas.openxmlformats.org/officeDocument/2006/relationships" id="2147483655" r:id="R5b3ff76816ed4a23"/>
    <p:sldLayoutId xmlns:r="http://schemas.openxmlformats.org/officeDocument/2006/relationships" id="2147483656" r:id="R942595cfcae14178"/>
    <p:sldLayoutId xmlns:r="http://schemas.openxmlformats.org/officeDocument/2006/relationships" id="2147483657" r:id="Rd4f5bddd375a4630"/>
    <p:sldLayoutId xmlns:r="http://schemas.openxmlformats.org/officeDocument/2006/relationships" id="2147483658" r:id="R226b267ff842423c"/>
    <p:sldLayoutId xmlns:r="http://schemas.openxmlformats.org/officeDocument/2006/relationships" id="2147483659" r:id="R937e9359aad44d1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feda35bbf49f4" /><Relationship Type="http://schemas.openxmlformats.org/officeDocument/2006/relationships/image" Target="/ppt/media/image.png" Id="R0ff82a13ee7842bd" /><Relationship Type="http://schemas.openxmlformats.org/officeDocument/2006/relationships/image" Target="/ppt/media/image2.png" Id="Rf49a4f6c5d0b4fc4" /><Relationship Type="http://schemas.openxmlformats.org/officeDocument/2006/relationships/notesSlide" Target="/ppt/notesSlides/notesSlide1.xml" Id="R3ec3ff0c3bfe45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d1a4a90d534874" /><Relationship Type="http://schemas.openxmlformats.org/officeDocument/2006/relationships/image" Target="/ppt/media/image3.png" Id="Rf60ed182a8a247d6" /><Relationship Type="http://schemas.openxmlformats.org/officeDocument/2006/relationships/image" Target="/ppt/media/image2.png" Id="R352bab16df49474a" /><Relationship Type="http://schemas.openxmlformats.org/officeDocument/2006/relationships/image" Target="/ppt/media/image4.png" Id="R367d79f598fa4a12" /><Relationship Type="http://schemas.openxmlformats.org/officeDocument/2006/relationships/image" Target="/ppt/media/image5.png" Id="R30a3fc4fc8484709" /><Relationship Type="http://schemas.openxmlformats.org/officeDocument/2006/relationships/notesSlide" Target="/ppt/notesSlides/notesSlide2.xml" Id="R28b68e2fb7974c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f6b37f67ff4553" /><Relationship Type="http://schemas.openxmlformats.org/officeDocument/2006/relationships/image" Target="/ppt/media/image6.png" Id="R811502fd159b42da" /><Relationship Type="http://schemas.openxmlformats.org/officeDocument/2006/relationships/image" Target="/ppt/media/image7.png" Id="Raa1f9dfc31464ebe" /><Relationship Type="http://schemas.openxmlformats.org/officeDocument/2006/relationships/notesSlide" Target="/ppt/notesSlides/notesSlide3.xml" Id="R53953d27510d41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cc7fb34d19451e" /><Relationship Type="http://schemas.openxmlformats.org/officeDocument/2006/relationships/image" Target="/ppt/media/image8.png" Id="Re0102c6ef5404f19" /><Relationship Type="http://schemas.openxmlformats.org/officeDocument/2006/relationships/image" Target="/ppt/media/image7.png" Id="Ref57e92ae430447d" /><Relationship Type="http://schemas.openxmlformats.org/officeDocument/2006/relationships/image" Target="/ppt/media/image4.png" Id="R310800b8b8a4481e" /><Relationship Type="http://schemas.openxmlformats.org/officeDocument/2006/relationships/image" Target="/ppt/media/image5.png" Id="Rb980896ebab84268" /><Relationship Type="http://schemas.openxmlformats.org/officeDocument/2006/relationships/notesSlide" Target="/ppt/notesSlides/notesSlide4.xml" Id="R40b61f44ca9243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6e97e9e2e84928" /><Relationship Type="http://schemas.openxmlformats.org/officeDocument/2006/relationships/image" Target="/ppt/media/image9.png" Id="R93d23daeb8094a55" /><Relationship Type="http://schemas.openxmlformats.org/officeDocument/2006/relationships/image" Target="/ppt/media/image4.png" Id="R6a244143520243b7" /><Relationship Type="http://schemas.openxmlformats.org/officeDocument/2006/relationships/image" Target="/ppt/media/image5.png" Id="R8f579c3a81fb457e" /><Relationship Type="http://schemas.openxmlformats.org/officeDocument/2006/relationships/image" Target="/ppt/media/image10.png" Id="R0e7cfae8b7a7402a" /><Relationship Type="http://schemas.openxmlformats.org/officeDocument/2006/relationships/image" Target="/ppt/media/image2.png" Id="Rdbd0235427964edf" /><Relationship Type="http://schemas.openxmlformats.org/officeDocument/2006/relationships/notesSlide" Target="/ppt/notesSlides/notesSlide5.xml" Id="R3b01073560fb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cbd9e032da41c7" /><Relationship Type="http://schemas.openxmlformats.org/officeDocument/2006/relationships/image" Target="/ppt/media/image9.png" Id="R91b52024164d4980" /><Relationship Type="http://schemas.openxmlformats.org/officeDocument/2006/relationships/image" Target="/ppt/media/image4.png" Id="Rc232524d5eba40fb" /><Relationship Type="http://schemas.openxmlformats.org/officeDocument/2006/relationships/image" Target="/ppt/media/image5.png" Id="R1b0bdad40d98435f" /><Relationship Type="http://schemas.openxmlformats.org/officeDocument/2006/relationships/image" Target="/ppt/media/image10.png" Id="R76e790f4f5834866" /><Relationship Type="http://schemas.openxmlformats.org/officeDocument/2006/relationships/image" Target="/ppt/media/image2.png" Id="R348170ad8bcf4bfb" /><Relationship Type="http://schemas.openxmlformats.org/officeDocument/2006/relationships/notesSlide" Target="/ppt/notesSlides/notesSlide6.xml" Id="R82904cd0d91143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0b57c1576c47f2" /><Relationship Type="http://schemas.openxmlformats.org/officeDocument/2006/relationships/image" Target="/ppt/media/image9.png" Id="Ra43c46d84a1a454f" /><Relationship Type="http://schemas.openxmlformats.org/officeDocument/2006/relationships/image" Target="/ppt/media/image4.png" Id="R681362183ab74ba6" /><Relationship Type="http://schemas.openxmlformats.org/officeDocument/2006/relationships/image" Target="/ppt/media/image5.png" Id="Rdfa2ee572e6849b5" /><Relationship Type="http://schemas.openxmlformats.org/officeDocument/2006/relationships/image" Target="/ppt/media/image10.png" Id="R3c0b624cae5d47e0" /><Relationship Type="http://schemas.openxmlformats.org/officeDocument/2006/relationships/image" Target="/ppt/media/image2.png" Id="R700f53edc89749d5" /><Relationship Type="http://schemas.openxmlformats.org/officeDocument/2006/relationships/notesSlide" Target="/ppt/notesSlides/notesSlide7.xml" Id="Rf244efd653f744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1467498f4d47b6" /><Relationship Type="http://schemas.openxmlformats.org/officeDocument/2006/relationships/image" Target="/ppt/media/image11.png" Id="Rf2fabc651a38416f" /><Relationship Type="http://schemas.openxmlformats.org/officeDocument/2006/relationships/image" Target="/ppt/media/image12.png" Id="R1fbec8da9b78415c" /><Relationship Type="http://schemas.openxmlformats.org/officeDocument/2006/relationships/image" Target="/ppt/media/image4.png" Id="R27c109b6571145ee" /><Relationship Type="http://schemas.openxmlformats.org/officeDocument/2006/relationships/image" Target="/ppt/media/image2.png" Id="R3cbb8ee4b3824ac6" /><Relationship Type="http://schemas.openxmlformats.org/officeDocument/2006/relationships/image" Target="/ppt/media/image5.png" Id="R706a4d41c7464b21" /><Relationship Type="http://schemas.openxmlformats.org/officeDocument/2006/relationships/image" Target="/ppt/media/image13.png" Id="Rf55dd557c2a944e2" /><Relationship Type="http://schemas.openxmlformats.org/officeDocument/2006/relationships/notesSlide" Target="/ppt/notesSlides/notesSlide8.xml" Id="Ref7c5963aef14b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64e6b553944818" /><Relationship Type="http://schemas.openxmlformats.org/officeDocument/2006/relationships/image" Target="/ppt/media/image14.png" Id="R919f34a5ab4d4fe5" /><Relationship Type="http://schemas.openxmlformats.org/officeDocument/2006/relationships/image" Target="/ppt/media/image2.png" Id="R2499f95133e3496a" /><Relationship Type="http://schemas.openxmlformats.org/officeDocument/2006/relationships/image" Target="/ppt/media/image4.png" Id="Rfe22da4e8b5b4192" /><Relationship Type="http://schemas.openxmlformats.org/officeDocument/2006/relationships/image" Target="/ppt/media/image5.png" Id="Ra4d65a2427a74931" /><Relationship Type="http://schemas.openxmlformats.org/officeDocument/2006/relationships/image" Target="/ppt/media/image7.png" Id="Rd1c10e7ee37f4eec" /><Relationship Type="http://schemas.openxmlformats.org/officeDocument/2006/relationships/image" Target="/ppt/media/image13.png" Id="Rbfe10a0bb7e74b3b" /><Relationship Type="http://schemas.openxmlformats.org/officeDocument/2006/relationships/notesSlide" Target="/ppt/notesSlides/notesSlide9.xml" Id="R87772d438c7e44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743AE57-4A4F-4E97-BFC7-AC1B36719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82a13ee7842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CF7734AB-BE63-43D3-A1F2-143430CF1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a4f6c5d0b4f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427" y="195522"/>
            <a:ext cx="3249924" cy="5554716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3B19F09-B280-4FCA-9200-16FEBFAA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Nora.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7ED1F043-22C9-45BB-B4EE-335EB9CEC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d182a8a247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7E4D6FA7-63BD-4F6A-B015-816A15163A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bab16df4947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427" y="195522"/>
            <a:ext cx="3249924" cy="5554716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F681BF57-419C-4E27-81C6-D15707FCA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d79f598fa4a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420864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DFEAAD89-E11B-4B5C-814F-25F875854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fc4fc848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40303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DA6C88D4-E4A1-4CBC-86EE-671A20BBCF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fc4fc848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394618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DDB57FB-E8F1-47E7-AF5C-EFB322FF2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fc4fc848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394301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032866B-CAAB-481F-9E40-42995CBEA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fc4fc848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8732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D85EE7A-3970-426D-AE8B-BD53310C85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fc4fc848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40256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910F71D-52CD-43DB-ABA1-60380C24D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fc4fc848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83127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D8494827-950D-461C-AF3A-E4FC8DEF3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fc4fc848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853882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EB7180F-F0C5-4187-A987-1D9BFAF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5565848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007E5465-7CE0-4E1A-AA49-DB7BA5AB9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502fd159b42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B36632C-BF00-449F-9077-D1406E17F6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f9dfc31464e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773" y="537695"/>
            <a:ext cx="2682453" cy="519650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8B0DCA3-3B69-4369-A3E0-8053914D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Eric.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2B5BFCE-E9F5-4A67-BD28-16AA65FD2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02c6ef5404f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E580665E-3F5E-4313-8B79-1BEBE4024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7e92ae43044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773" y="537695"/>
            <a:ext cx="2682453" cy="519650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236F885B-2020-4A64-A2C3-B2B7CDC41E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800b8b8a448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0020" y="414548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DB0813D-E6F7-4B20-B7D1-1FCFE4000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0896ebab8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4029" y="39672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ABCC968E-6AE6-46C6-8974-814DE6C57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0896ebab8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6300" y="396722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87B56FC-5CFB-43D7-AFE8-A21F963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21268137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CFB13625-5ACD-4CF6-A3B0-B0FCA8E91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3daeb8094a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FE66A62-52EF-4507-983F-11365CAF3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44143520243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8F32436-3947-40D0-BC2E-284A5C9C4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168" y="501368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7EC0F9F-BA5E-4BEE-BDF1-7AC7ECDC8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8154" y="501368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1FA11AA-95FD-41BE-952A-A5C15C50E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cfae8b7a7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1122744"/>
            <a:ext cx="2856405" cy="461251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00DFF9B-206A-40DC-A199-4BDF22EB0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0235427964e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2FE0D2D1-00A7-4B45-A22C-A7AE2470E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44143520243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38F08F87-D41B-4D75-B919-DFC272949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CAE0BCEC-CCF3-4AFB-812C-78C54A65F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F83A6D1C-CAEE-4C7E-9EE0-4316EF86A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454A0E07-E84C-4C35-82B3-4F04DE7A2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5E4DF325-4BA2-48CC-9774-A0E7F6CDA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BD59369C-5B69-4969-ABC6-72D39B2C3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A5EB7EBB-6A85-434F-9512-794260C49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9c3a81fb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C1444E9-1DE9-4D92-A35C-7DD73FC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0" rIns="15240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tells Nora, “I know a squirrel could eat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CFB13625-5ACD-4CF6-A3B0-B0FCA8E91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52024164d49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FE66A62-52EF-4507-983F-11365CAF3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2524d5eba40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8F32436-3947-40D0-BC2E-284A5C9C4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168" y="501368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7EC0F9F-BA5E-4BEE-BDF1-7AC7ECDC8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8154" y="501368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1FA11AA-95FD-41BE-952A-A5C15C50E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790f4f583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1122744"/>
            <a:ext cx="2856405" cy="461251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00DFF9B-206A-40DC-A199-4BDF22EB0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170ad8bcf4b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2FE0D2D1-00A7-4B45-A22C-A7AE2470E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2524d5eba40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38F08F87-D41B-4D75-B919-DFC272949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CAE0BCEC-CCF3-4AFB-812C-78C54A65F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F83A6D1C-CAEE-4C7E-9EE0-4316EF86A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454A0E07-E84C-4C35-82B3-4F04DE7A2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5E4DF325-4BA2-48CC-9774-A0E7F6CDA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BD59369C-5B69-4969-ABC6-72D39B2C3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A5EB7EBB-6A85-434F-9512-794260C49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ad40d9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C1444E9-1DE9-4D92-A35C-7DD73FC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tells Nora,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CFB13625-5ACD-4CF6-A3B0-B0FCA8E91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c46d84a1a45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FE66A62-52EF-4507-983F-11365CAF3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362183ab74b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8F32436-3947-40D0-BC2E-284A5C9C4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168" y="501368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7EC0F9F-BA5E-4BEE-BDF1-7AC7ECDC8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8154" y="501368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1FA11AA-95FD-41BE-952A-A5C15C50E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b624cae5d47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1122744"/>
            <a:ext cx="2856405" cy="461251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00DFF9B-206A-40DC-A199-4BDF22EB0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f53edc89749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2FE0D2D1-00A7-4B45-A22C-A7AE2470E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362183ab74b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38F08F87-D41B-4D75-B919-DFC272949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CAE0BCEC-CCF3-4AFB-812C-78C54A65F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F83A6D1C-CAEE-4C7E-9EE0-4316EF86A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454A0E07-E84C-4C35-82B3-4F04DE7A2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5E4DF325-4BA2-48CC-9774-A0E7F6CDA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BD59369C-5B69-4969-ABC6-72D39B2C3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A5EB7EBB-6A85-434F-9512-794260C49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ee572e68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C1444E9-1DE9-4D92-A35C-7DD73FC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is tying his shoelaces.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60F8E939-A194-46E9-B9B1-828A8E0D6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abc651a3841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BCD6022-9DFE-472C-A46A-E0C2086BA7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ec8da9b7841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5210" y="1120402"/>
            <a:ext cx="2859543" cy="4518501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73E16CB-62CC-4193-B837-D6D67B122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09b6571145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2DDA0A94-77FE-4237-A880-0FAC36A2E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b8ee4b382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BDE50D61-9A21-43E1-AD69-93989B448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09b6571145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A4F08710-3A29-461E-8DFD-6E51E6996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F3CE7D32-80AD-46E7-BB77-B7D51C2AC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1F998439-9B6F-481C-A38C-B9121BA30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77B11B20-AC72-4234-9914-6CE553B15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D5CFF43C-A7C0-4EFC-80FC-26DA68DBEA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2F80F416-5361-40A5-AAF7-6E77DB0507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F53C7033-D7B7-4702-BA77-E6AC43993D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7894DF62-FD65-4A0B-A0CF-436C0EE0A5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dd557c2a944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3537" y="4075142"/>
            <a:ext cx="1467516" cy="1499390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CE945501-3FEF-4BD3-8AB5-6E6C2E8241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438" y="4434639"/>
            <a:ext cx="894528" cy="450950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F80903CA-27AC-4CCB-BEE8-A70ACA44F2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4d41c746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5453" y="4403213"/>
            <a:ext cx="894528" cy="450950"/>
          </a:xfrm>
          <a:prstGeom xmlns:a="http://schemas.openxmlformats.org/drawingml/2006/main" prst="rect">
            <a:avLst/>
          </a:prstGeom>
        </p:spPr>
      </p:pic>
      <p:sp>
        <p:nvSpPr>
          <p:cNvPr id="2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7849067-AAD8-403E-8C93-EAE3B98A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squirrel eats 2 of Eric’s cookies!</a:t>
            </a:r>
          </a:p>
        </p:txBody>
      </p:sp>
    </p:spTree>
    <p:extLst>
      <p:ext uri="{BB962C8B-B14F-4D97-AF65-F5344CB8AC3E}">
        <p14:creationId xmlns:p14="http://schemas.microsoft.com/office/powerpoint/2010/main" val="23502625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43">
            <a:extLst xmlns:a="http://schemas.openxmlformats.org/drawingml/2006/main">
              <a:ext uri="{FF2B5EF4-FFF2-40B4-BE49-F238E27FC236}">
                <a16:creationId xmlns:a16="http://schemas.microsoft.com/office/drawing/2014/main" id="{EF4B13EE-D80F-4FBE-B5F8-54EEB4E47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f34a5ab4d4f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80DCB99-C5E6-4B35-B67B-CECE1B2DD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9f95133e3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660" y="340372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73C0E605-D89D-4D01-8D5C-156B8C76F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2da4e8b5b4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5325" y="3898959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C635483-9B55-4FD0-9846-920E1F15AD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640" y="37391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D3FB1942-0ECA-42EE-905F-B5BEEEE08B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0054" y="365494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C31EC330-CC2E-4522-AD82-977EEAAC1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7101" y="3651768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340E6640-A4CB-4A49-B041-905416CA32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1086" y="3582001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948D5E95-EA60-4047-9224-26BFAF45E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4637" y="3734401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6155BB98-A801-483A-B3C1-3A40DC2BB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7077" y="3540027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7A780B1D-FD05-4D40-B8F5-2B83344B9A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6656" y="3562636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F4543E01-BE20-4CDF-8500-1DF7B20F4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10e7ee37f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1601" y="255815"/>
            <a:ext cx="2682453" cy="5196501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EEC90CCA-26E5-4673-9CBC-A8646CAAD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2da4e8b5b4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6848" y="386360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1" name="Picture 40">
            <a:extLst xmlns:a="http://schemas.openxmlformats.org/drawingml/2006/main">
              <a:ext uri="{FF2B5EF4-FFF2-40B4-BE49-F238E27FC236}">
                <a16:creationId xmlns:a16="http://schemas.microsoft.com/office/drawing/2014/main" id="{380EA097-B13C-4494-B5FA-D744350A1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10a0bb7e7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1964" y="4044889"/>
            <a:ext cx="1467516" cy="1499390"/>
          </a:xfrm>
          <a:prstGeom xmlns:a="http://schemas.openxmlformats.org/drawingml/2006/main" prst="rect">
            <a:avLst/>
          </a:prstGeom>
        </p:spPr>
      </p:pic>
      <p:pic>
        <p:nvPicPr>
          <p:cNvPr id="42" name="Picture 41">
            <a:extLst xmlns:a="http://schemas.openxmlformats.org/drawingml/2006/main">
              <a:ext uri="{FF2B5EF4-FFF2-40B4-BE49-F238E27FC236}">
                <a16:creationId xmlns:a16="http://schemas.microsoft.com/office/drawing/2014/main" id="{C8EFF4A6-3CF4-4362-84C6-053DC040C8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7865" y="4404386"/>
            <a:ext cx="894528" cy="4509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2">
            <a:extLst xmlns:a="http://schemas.openxmlformats.org/drawingml/2006/main">
              <a:ext uri="{FF2B5EF4-FFF2-40B4-BE49-F238E27FC236}">
                <a16:creationId xmlns:a16="http://schemas.microsoft.com/office/drawing/2014/main" id="{2D921F54-A35C-4E0F-9D39-C53BA6569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5a2427a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3880" y="4372960"/>
            <a:ext cx="894528" cy="450950"/>
          </a:xfrm>
          <a:prstGeom xmlns:a="http://schemas.openxmlformats.org/drawingml/2006/main" prst="rect">
            <a:avLst/>
          </a:prstGeom>
        </p:spPr>
      </p:pic>
      <p:sp>
        <p:nvSpPr>
          <p:cNvPr id="4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41AACAF-546F-4E24-BF52-AFEF9420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still has 8 cookies. Eric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2026-10-16T18:05:40.0290000Z</dcterms:created>
  <dcterms:modified xsi:type="dcterms:W3CDTF">2026-10-16T18:05:40.0290000Z</dcterms:modified>
</coreProperties>
</file>