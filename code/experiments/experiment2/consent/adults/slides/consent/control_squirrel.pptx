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  <p:sldId id="263" r:id="rId9"/>
    <p:sldId id="264" r:id="rId10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8"/>
  </p:normalViewPr>
  <p:slideViewPr>
    <p:cSldViewPr snapToGrid="0">
      <p:cViewPr varScale="1">
        <p:scale>
          <a:sx n="112" d="100"/>
          <a:sy n="112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109524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80FCF-407B-203F-BD5E-7AE432A706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304F00-41B5-C265-0CF2-0D1EB91D98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D51CC-61F7-102B-5982-CB8ED20CF90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867420-5A5F-77DC-6ED4-DAD06112BDF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49F74-F0D6-C93F-B474-4BB4F0A2FB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E58DE-2CC2-90F7-932C-ED578D1E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0F155-CD49-FF46-A910-EBE0EF454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8CDE57-D586-164A-00C2-4D105A5949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6ED3A-7CC7-AB3C-5348-D8D2507143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C04FB-FD51-B1C3-269B-CEF698FD5B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9C9F-DD4E-B823-3C97-E3E4273DE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908F4-B8F1-6958-8345-4990D7353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F32D5-8419-C290-7B57-149CA3698D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FF7A8-675C-6955-3AA7-86B3D95C0CF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E4D17-1835-1856-D762-AC8CEB3F61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1FFBD-00BB-BB96-580C-FB69EC7D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56FD8-26D3-B57A-0B52-C449B2948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AF7001-47B7-9C29-B564-5B6AAA30D595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553E7-FC40-5060-93EA-BF12C704CEB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FFF26-DE73-46EA-C794-3092CFEB8A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65D62-F84F-0DF6-F90A-6FED683A155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FA501-9122-819F-1AC2-D5BAB4927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29A8C-3341-2A8E-9C19-21500D8B8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36758-6871-837D-F1A0-5D84772A0D93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D8030-D568-AFC2-0042-854FC46F4FB9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7532BC-4215-EE3C-F65E-44DCC78B1125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93C098-5065-669D-FE2E-385BDF5C1D7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47B35A-C158-5C49-1E8D-110B789C1C2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E09F0-C30C-3AC9-E872-FBF4A28C9F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AC30-3BC3-8C9E-8CA8-0415CF18E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E65DB-6F23-0067-8402-66CE6F6F1B2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97D977-9441-B359-D0CE-9BACB1C4008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656DB-E979-738B-0847-7332167FA2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5674C-ED51-41D7-86A5-E161ED04600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9EE67D-3403-1EDD-6EF1-846CACDF7D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582F9-ACE6-30BD-B738-8191A2D257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2684B-12F3-323D-142B-4DF8B4BB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969D0-34A5-37A1-354B-49195179D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9A5247-2524-8137-B7B5-A5CE6F648AD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B1219-7418-56CF-1D86-63645473BD4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AB6E-6A08-3CCA-50A1-721CB38366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102C54-55C1-F70B-1306-517A317152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0A523-B4A1-B7CD-4C74-48BAEA829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C7C37A-AF02-C7E4-4A3B-17801E97F2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C72D0D-D4D5-07BE-180C-D7AAE8376C5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650CF6-75DC-2B11-24E6-2FD26F7CE95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72B1EB-57CC-09D9-7A2E-AD6F637BD6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2FE8-4643-794B-86B0-34AA231DCA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681EB-B7A7-2F2A-089E-99F33BDED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AA95D-A571-AA1E-819B-4BAA0DBB7D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EC448-CC93-F10D-C8FC-BFB62236796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D6A14-F01C-DAAD-CEB5-47B407E2DF4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0A623-F028-844E-ADE8-98DC94C828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E053FD-192D-65BA-6D39-8CDFBE48B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21EC91-2A7A-435D-3680-951964BBF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D0A25-3C42-A769-AEBD-CE5A7D371E4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FFD41-6EB9-CA7A-2FFE-60B8E322D72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3E168-1FBA-ADED-DF3C-FEDB04C2208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E93382-66AD-60FE-D8AD-6B9F00C76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B29AE-0E97-9874-C056-48596C874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E9EA4-F0C2-BAB8-5959-B33C94BC5DEB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FDB4A-8EE4-1645-ADF0-31732329A8FA}" type="datetimeFigureOut">
              <a:t>10/16/26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4E6C4-22F5-1E69-4BDB-687DC67A6876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780A8-7096-9474-CA42-9DE3291DCDDD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4BD08-D936-8240-A9BE-01FD1B6AEE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743AE57-4A4F-4E97-BFC7-AC1B36719B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F7734AB-BE63-43D3-A1F2-143430CF1C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427" y="195522"/>
            <a:ext cx="3249924" cy="5554716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73B19F09-B280-4FCA-9200-16FEBFAA852A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Nora.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7ED1F043-22C9-45BB-B4EE-335EB9CEC6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E4D6FA7-63BD-4F6A-B015-816A15163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427" y="195522"/>
            <a:ext cx="3249924" cy="55547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681BF57-419C-4E27-81C6-D15707FCA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1044" y="4208643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EAAD89-E11B-4B5C-814F-25F8758541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5053" y="4030379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6C88D4-E4A1-4CBC-86EE-671A20BBC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3467" y="3946189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DDB57FB-E8F1-47E7-AF5C-EFB322FF23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0514" y="3943014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032866B-CAAB-481F-9E40-42995CBEA1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4499" y="3873247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D85EE7A-3970-426D-AE8B-BD53310C85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050" y="4025647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10F71D-52CD-43DB-ABA1-60380C24D7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0490" y="3831273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8494827-950D-461C-AF3A-E4FC8DEF3D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0069" y="3853882"/>
            <a:ext cx="1053833" cy="531259"/>
          </a:xfrm>
          <a:prstGeom prst="rect">
            <a:avLst/>
          </a:prstGeom>
        </p:spPr>
      </p:pic>
      <p:sp>
        <p:nvSpPr>
          <p:cNvPr id="16" name="Study story caption">
            <a:extLst>
              <a:ext uri="{FF2B5EF4-FFF2-40B4-BE49-F238E27FC236}">
                <a16:creationId xmlns:a16="http://schemas.microsoft.com/office/drawing/2014/main" id="{7EB7180F-F0C5-4187-A987-1D9BFAF10E2B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Nora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3556584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07E5465-7CE0-4E1A-AA49-DB7BA5AB90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36632C-BF00-449F-9077-D1406E17F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773" y="537695"/>
            <a:ext cx="2682453" cy="5196501"/>
          </a:xfrm>
          <a:prstGeom prst="rect">
            <a:avLst/>
          </a:prstGeom>
        </p:spPr>
      </p:pic>
      <p:sp>
        <p:nvSpPr>
          <p:cNvPr id="8" name="Study story caption">
            <a:extLst>
              <a:ext uri="{FF2B5EF4-FFF2-40B4-BE49-F238E27FC236}">
                <a16:creationId xmlns:a16="http://schemas.microsoft.com/office/drawing/2014/main" id="{A8B0DCA3-3B69-4369-A3E0-8053914DD38D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Eric.</a:t>
            </a:r>
          </a:p>
        </p:txBody>
      </p:sp>
    </p:spTree>
    <p:extLst>
      <p:ext uri="{BB962C8B-B14F-4D97-AF65-F5344CB8AC3E}">
        <p14:creationId xmlns:p14="http://schemas.microsoft.com/office/powerpoint/2010/main" val="2072798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B5BFCE-E9F5-4A67-BD28-16AA65FD20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80665E-3F5E-4313-8B79-1BEBE4024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773" y="537695"/>
            <a:ext cx="2682453" cy="51965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36F885B-2020-4A64-A2C3-B2B7CDC41E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020" y="4145489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DB0813D-E6F7-4B20-B7D1-1FCFE40001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029" y="3967225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BCC968E-6AE6-46C6-8974-814DE6C573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6300" y="3967224"/>
            <a:ext cx="1053833" cy="531259"/>
          </a:xfrm>
          <a:prstGeom prst="rect">
            <a:avLst/>
          </a:prstGeom>
        </p:spPr>
      </p:pic>
      <p:sp>
        <p:nvSpPr>
          <p:cNvPr id="16" name="Study story caption">
            <a:extLst>
              <a:ext uri="{FF2B5EF4-FFF2-40B4-BE49-F238E27FC236}">
                <a16:creationId xmlns:a16="http://schemas.microsoft.com/office/drawing/2014/main" id="{287B56FC-5CFB-43D7-AFE8-A21F963F6DFE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Eric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2126813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CFB13625-5ACD-4CF6-A3B0-B0FCA8E911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FE66A62-52EF-4507-983F-11365CAF3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159" y="5191948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F32436-3947-40D0-BC2E-284A5C9C4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2168" y="5013684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EC0F9F-BA5E-4BEE-BDF1-7AC7ECDC85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8154" y="5013683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FA11AA-95FD-41BE-952A-A5C15C50E6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1200" y="1122744"/>
            <a:ext cx="2856405" cy="46125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00DFF9B-206A-40DC-A199-4BDF22EB00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5013" y="566404"/>
            <a:ext cx="2967791" cy="507249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FE0D2D1-00A7-4B45-A22C-A7AE2470E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0678" y="4124991"/>
            <a:ext cx="938107" cy="29118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8F08F87-D41B-4D75-B919-DFC2729498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6993" y="3965165"/>
            <a:ext cx="962347" cy="48513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AE0BCEC-CCF3-4AFB-812C-78C54A65FF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07" y="3880975"/>
            <a:ext cx="962347" cy="4851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3A6D1C-CAEE-4C7E-9EE0-4316EF86A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2454" y="3877800"/>
            <a:ext cx="962347" cy="48513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54A0E07-E84C-4C35-82B3-4F04DE7A2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6439" y="3808033"/>
            <a:ext cx="962347" cy="48513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E4DF325-4BA2-48CC-9774-A0E7F6CDA3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9990" y="3960433"/>
            <a:ext cx="962347" cy="48513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59369C-5B69-4969-ABC6-72D39B2C3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2430" y="3766059"/>
            <a:ext cx="962347" cy="48513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5EB7EBB-6A85-434F-9512-794260C496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009" y="3788668"/>
            <a:ext cx="962347" cy="485139"/>
          </a:xfrm>
          <a:prstGeom prst="rect">
            <a:avLst/>
          </a:prstGeom>
        </p:spPr>
      </p:pic>
      <p:sp>
        <p:nvSpPr>
          <p:cNvPr id="35" name="Study story caption">
            <a:extLst>
              <a:ext uri="{FF2B5EF4-FFF2-40B4-BE49-F238E27FC236}">
                <a16:creationId xmlns:a16="http://schemas.microsoft.com/office/drawing/2014/main" id="{0C1444E9-1DE9-4D92-A35C-7DD73FCC3DE8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Eric is tying his shoelaces.</a:t>
            </a:r>
          </a:p>
        </p:txBody>
      </p:sp>
    </p:spTree>
    <p:extLst>
      <p:ext uri="{BB962C8B-B14F-4D97-AF65-F5344CB8AC3E}">
        <p14:creationId xmlns:p14="http://schemas.microsoft.com/office/powerpoint/2010/main" val="2142787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CFB13625-5ACD-4CF6-A3B0-B0FCA8E911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FE66A62-52EF-4507-983F-11365CAF3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159" y="5191948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F32436-3947-40D0-BC2E-284A5C9C4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2168" y="5013684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EC0F9F-BA5E-4BEE-BDF1-7AC7ECDC85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8154" y="5013683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FA11AA-95FD-41BE-952A-A5C15C50E6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1200" y="1122744"/>
            <a:ext cx="2856405" cy="46125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00DFF9B-206A-40DC-A199-4BDF22EB00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5013" y="566404"/>
            <a:ext cx="2967791" cy="507249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FE0D2D1-00A7-4B45-A22C-A7AE2470E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0678" y="4124991"/>
            <a:ext cx="938107" cy="29118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8F08F87-D41B-4D75-B919-DFC2729498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6993" y="3965165"/>
            <a:ext cx="962347" cy="48513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AE0BCEC-CCF3-4AFB-812C-78C54A65FF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07" y="3880975"/>
            <a:ext cx="962347" cy="4851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3A6D1C-CAEE-4C7E-9EE0-4316EF86A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2454" y="3877800"/>
            <a:ext cx="962347" cy="48513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54A0E07-E84C-4C35-82B3-4F04DE7A2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6439" y="3808033"/>
            <a:ext cx="962347" cy="48513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E4DF325-4BA2-48CC-9774-A0E7F6CDA3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9990" y="3960433"/>
            <a:ext cx="962347" cy="48513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59369C-5B69-4969-ABC6-72D39B2C3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2430" y="3766059"/>
            <a:ext cx="962347" cy="48513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5EB7EBB-6A85-434F-9512-794260C496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009" y="3788668"/>
            <a:ext cx="962347" cy="485139"/>
          </a:xfrm>
          <a:prstGeom prst="rect">
            <a:avLst/>
          </a:prstGeom>
        </p:spPr>
      </p:pic>
      <p:sp>
        <p:nvSpPr>
          <p:cNvPr id="35" name="Study story caption">
            <a:extLst>
              <a:ext uri="{FF2B5EF4-FFF2-40B4-BE49-F238E27FC236}">
                <a16:creationId xmlns:a16="http://schemas.microsoft.com/office/drawing/2014/main" id="{0C1444E9-1DE9-4D92-A35C-7DD73FCC3DE8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0" rIns="152400" bIns="0" anchor="ctr">
            <a:noAutofit/>
          </a:bodyPr>
          <a:lstStyle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Eric tells Nora, “I know a squirrel could eat my cookies.”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CFB13625-5ACD-4CF6-A3B0-B0FCA8E911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FE66A62-52EF-4507-983F-11365CAF3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159" y="5191948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F32436-3947-40D0-BC2E-284A5C9C4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2168" y="5013684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EC0F9F-BA5E-4BEE-BDF1-7AC7ECDC85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8154" y="5013683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FA11AA-95FD-41BE-952A-A5C15C50E6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1200" y="1122744"/>
            <a:ext cx="2856405" cy="46125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00DFF9B-206A-40DC-A199-4BDF22EB00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5013" y="566404"/>
            <a:ext cx="2967791" cy="507249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FE0D2D1-00A7-4B45-A22C-A7AE2470E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0678" y="4124991"/>
            <a:ext cx="938107" cy="29118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8F08F87-D41B-4D75-B919-DFC2729498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6993" y="3965165"/>
            <a:ext cx="962347" cy="48513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AE0BCEC-CCF3-4AFB-812C-78C54A65FF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07" y="3880975"/>
            <a:ext cx="962347" cy="4851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3A6D1C-CAEE-4C7E-9EE0-4316EF86A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2454" y="3877800"/>
            <a:ext cx="962347" cy="48513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54A0E07-E84C-4C35-82B3-4F04DE7A2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6439" y="3808033"/>
            <a:ext cx="962347" cy="48513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E4DF325-4BA2-48CC-9774-A0E7F6CDA3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9990" y="3960433"/>
            <a:ext cx="962347" cy="48513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59369C-5B69-4969-ABC6-72D39B2C3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2430" y="3766059"/>
            <a:ext cx="962347" cy="48513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5EB7EBB-6A85-434F-9512-794260C496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009" y="3788668"/>
            <a:ext cx="962347" cy="485139"/>
          </a:xfrm>
          <a:prstGeom prst="rect">
            <a:avLst/>
          </a:prstGeom>
        </p:spPr>
      </p:pic>
      <p:sp>
        <p:nvSpPr>
          <p:cNvPr id="35" name="Study story caption">
            <a:extLst>
              <a:ext uri="{FF2B5EF4-FFF2-40B4-BE49-F238E27FC236}">
                <a16:creationId xmlns:a16="http://schemas.microsoft.com/office/drawing/2014/main" id="{0C1444E9-1DE9-4D92-A35C-7DD73FCC3DE8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Eric tells Nora, “I’m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60F8E939-A194-46E9-B9B1-828A8E0D67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CD6022-9DFE-472C-A46A-E0C2086BA7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210" y="1120402"/>
            <a:ext cx="2859543" cy="451850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73E16CB-62CC-4193-B837-D6D67B122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8159" y="5191948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DDA0A94-77FE-4237-A880-0FAC36A2E1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5013" y="566404"/>
            <a:ext cx="2967791" cy="507249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E50D61-9A21-43E1-AD69-93989B4483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0678" y="4124991"/>
            <a:ext cx="938107" cy="29118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4F08710-3A29-461E-8DFD-6E51E69964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6993" y="3965165"/>
            <a:ext cx="962347" cy="48513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3CE7D32-80AD-46E7-BB77-B7D51C2ACA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07" y="3880975"/>
            <a:ext cx="962347" cy="4851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F998439-9B6F-481C-A38C-B9121BA30E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2454" y="3877800"/>
            <a:ext cx="962347" cy="48513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7B11B20-AC72-4234-9914-6CE553B151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6439" y="3808033"/>
            <a:ext cx="962347" cy="48513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5CFF43C-A7C0-4EFC-80FC-26DA68DBEA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9990" y="3960433"/>
            <a:ext cx="962347" cy="48513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F80F416-5361-40A5-AAF7-6E77DB0507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2430" y="3766059"/>
            <a:ext cx="962347" cy="48513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53C7033-D7B7-4702-BA77-E6AC43993D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2009" y="3788668"/>
            <a:ext cx="962347" cy="48513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894DF62-FD65-4A0B-A0CF-436C0EE0A5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3537" y="4075142"/>
            <a:ext cx="1467516" cy="149939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945501-3FEF-4BD3-8AB5-6E6C2E8241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9438" y="4434639"/>
            <a:ext cx="894528" cy="45095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80903CA-27AC-4CCB-BEE8-A70ACA44F2A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5453" y="4403213"/>
            <a:ext cx="894528" cy="450950"/>
          </a:xfrm>
          <a:prstGeom prst="rect">
            <a:avLst/>
          </a:prstGeom>
        </p:spPr>
      </p:pic>
      <p:sp>
        <p:nvSpPr>
          <p:cNvPr id="27" name="Study story caption">
            <a:extLst>
              <a:ext uri="{FF2B5EF4-FFF2-40B4-BE49-F238E27FC236}">
                <a16:creationId xmlns:a16="http://schemas.microsoft.com/office/drawing/2014/main" id="{87849067-AAD8-403E-8C93-EAE3B98A658C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A squirrel eats 2 of Eric’s cookies!</a:t>
            </a:r>
          </a:p>
        </p:txBody>
      </p:sp>
    </p:spTree>
    <p:extLst>
      <p:ext uri="{BB962C8B-B14F-4D97-AF65-F5344CB8AC3E}">
        <p14:creationId xmlns:p14="http://schemas.microsoft.com/office/powerpoint/2010/main" val="2350262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43">
            <a:extLst>
              <a:ext uri="{FF2B5EF4-FFF2-40B4-BE49-F238E27FC236}">
                <a16:creationId xmlns:a16="http://schemas.microsoft.com/office/drawing/2014/main" id="{EF4B13EE-D80F-4FBE-B5F8-54EEB4E47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80DCB99-C5E6-4B35-B67B-CECE1B2DD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660" y="340372"/>
            <a:ext cx="2967791" cy="50724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C0E605-D89D-4D01-8D5C-156B8C76FB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5325" y="3898959"/>
            <a:ext cx="938107" cy="2911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C635483-9B55-4FD0-9846-920E1F15AD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1640" y="3739133"/>
            <a:ext cx="962347" cy="48513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3FB1942-0ECA-42EE-905F-B5BEEEE08B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0054" y="3654943"/>
            <a:ext cx="962347" cy="48513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31EC330-CC2E-4522-AD82-977EEAAC16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7101" y="3651768"/>
            <a:ext cx="962347" cy="48513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40E6640-A4CB-4A49-B041-905416CA32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086" y="3582001"/>
            <a:ext cx="962347" cy="48513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48D5E95-EA60-4047-9224-26BFAF45EB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4637" y="3734401"/>
            <a:ext cx="962347" cy="48513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55BB98-A801-483A-B3C1-3A40DC2BB8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7077" y="3540027"/>
            <a:ext cx="962347" cy="48513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A780B1D-FD05-4D40-B8F5-2B83344B9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6656" y="3562636"/>
            <a:ext cx="962347" cy="4851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4543E01-BE20-4CDF-8500-1DF7B20F4C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1601" y="255815"/>
            <a:ext cx="2682453" cy="5196501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EC90CCA-26E5-4673-9CBC-A8646CAAD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6848" y="3863609"/>
            <a:ext cx="1027288" cy="318871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380EA097-B13C-4494-B5FA-D744350A17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1964" y="4044889"/>
            <a:ext cx="1467516" cy="149939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C8EFF4A6-3CF4-4362-84C6-053DC040C8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7865" y="4404386"/>
            <a:ext cx="894528" cy="45095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D921F54-A35C-4E0F-9D39-C53BA65697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3880" y="4372960"/>
            <a:ext cx="894528" cy="450950"/>
          </a:xfrm>
          <a:prstGeom prst="rect">
            <a:avLst/>
          </a:prstGeom>
        </p:spPr>
      </p:pic>
      <p:sp>
        <p:nvSpPr>
          <p:cNvPr id="45" name="Study story caption">
            <a:extLst>
              <a:ext uri="{FF2B5EF4-FFF2-40B4-BE49-F238E27FC236}">
                <a16:creationId xmlns:a16="http://schemas.microsoft.com/office/drawing/2014/main" id="{941AACAF-546F-4E24-BF52-AFEF9420AFA6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Nora still has 8 cookies. Eric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</Words>
  <Application>Microsoft Macintosh PowerPoint</Application>
  <DocSecurity>0</DocSecurity>
  <PresentationFormat>Widescreen</PresentationFormat>
  <Paragraphs>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David Rose</cp:lastModifiedBy>
  <cp:revision>1</cp:revision>
  <dcterms:created xsi:type="dcterms:W3CDTF">2026-10-16T18:05:40Z</dcterms:created>
  <dcterms:modified xsi:type="dcterms:W3CDTF">2026-10-17T12:37:22Z</dcterms:modified>
</cp:coreProperties>
</file>