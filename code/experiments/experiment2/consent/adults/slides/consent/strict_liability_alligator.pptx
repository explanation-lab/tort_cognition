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0dc01eba7d4105" /><Relationship Type="http://schemas.openxmlformats.org/officeDocument/2006/relationships/extended-properties" Target="/docProps/app.xml" Id="R14a3a722cf98432f" /><Relationship Type="http://schemas.openxmlformats.org/officeDocument/2006/relationships/officeDocument" Target="/ppt/presentation.xml" Id="Rfa09806b5dce4c2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4f1ef90fd0840cf"/>
  </p:sldMasterIdLst>
  <p:notesMasterIdLst>
    <p:notesMasterId xmlns:r="http://schemas.openxmlformats.org/officeDocument/2006/relationships" r:id="Rf1e0706953b04d8e"/>
  </p:notesMasterIdLst>
  <p:sldIdLst>
    <p:sldId xmlns:r="http://schemas.openxmlformats.org/officeDocument/2006/relationships" id="256" r:id="R4c7f28265d3e49d1"/>
    <p:sldId xmlns:r="http://schemas.openxmlformats.org/officeDocument/2006/relationships" id="257" r:id="R37f9545fed404ac2"/>
    <p:sldId xmlns:r="http://schemas.openxmlformats.org/officeDocument/2006/relationships" id="258" r:id="Rffed8ff4538c4a78"/>
    <p:sldId xmlns:r="http://schemas.openxmlformats.org/officeDocument/2006/relationships" id="259" r:id="Rb7f74889c5744aaa"/>
    <p:sldId xmlns:r="http://schemas.openxmlformats.org/officeDocument/2006/relationships" id="260" r:id="R551a229b13b043ac"/>
    <p:sldId xmlns:r="http://schemas.openxmlformats.org/officeDocument/2006/relationships" id="261" r:id="Rd509cf01fcaf4d2d"/>
    <p:sldId xmlns:r="http://schemas.openxmlformats.org/officeDocument/2006/relationships" id="262" r:id="Re88f8f038c9b4d45"/>
    <p:sldId xmlns:r="http://schemas.openxmlformats.org/officeDocument/2006/relationships" id="263" r:id="Rd68e6d1406e445d1"/>
    <p:sldId xmlns:r="http://schemas.openxmlformats.org/officeDocument/2006/relationships" id="264" r:id="R5d92dd10a46e4cc8"/>
    <p:sldId xmlns:r="http://schemas.openxmlformats.org/officeDocument/2006/relationships" id="265" r:id="R6d4c48cec79e41c6"/>
    <p:sldId xmlns:r="http://schemas.openxmlformats.org/officeDocument/2006/relationships" id="266" r:id="R439aa6ff730241ea"/>
    <p:sldId xmlns:r="http://schemas.openxmlformats.org/officeDocument/2006/relationships" id="267" r:id="R64212336ee564042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3b7c8dac8540d8" /><Relationship Type="http://schemas.openxmlformats.org/officeDocument/2006/relationships/slideMaster" Target="/ppt/slideMasters/slideMaster1.xml" Id="Rf4f1ef90fd0840cf" /><Relationship Type="http://schemas.openxmlformats.org/officeDocument/2006/relationships/notesMaster" Target="/ppt/notesMasters/notesMaster1.xml" Id="Rf1e0706953b04d8e" /><Relationship Type="http://schemas.openxmlformats.org/officeDocument/2006/relationships/presProps" Target="/ppt/presProps.xml" Id="Rb421d069c363416b" /><Relationship Type="http://schemas.openxmlformats.org/officeDocument/2006/relationships/viewProps" Target="/ppt/viewProps.xml" Id="Racea98417ce14a77" /><Relationship Type="http://schemas.openxmlformats.org/officeDocument/2006/relationships/tableStyles" Target="/ppt/tableStyles.xml" Id="R36aac9a6065543e3" /><Relationship Type="http://schemas.openxmlformats.org/officeDocument/2006/relationships/slide" Target="/ppt/slides/slide1.xml" Id="R4c7f28265d3e49d1" /><Relationship Type="http://schemas.openxmlformats.org/officeDocument/2006/relationships/slide" Target="/ppt/slides/slide2.xml" Id="R37f9545fed404ac2" /><Relationship Type="http://schemas.openxmlformats.org/officeDocument/2006/relationships/slide" Target="/ppt/slides/slide3.xml" Id="Rffed8ff4538c4a78" /><Relationship Type="http://schemas.openxmlformats.org/officeDocument/2006/relationships/slide" Target="/ppt/slides/slide4.xml" Id="Rb7f74889c5744aaa" /><Relationship Type="http://schemas.openxmlformats.org/officeDocument/2006/relationships/slide" Target="/ppt/slides/slide5.xml" Id="R551a229b13b043ac" /><Relationship Type="http://schemas.openxmlformats.org/officeDocument/2006/relationships/slide" Target="/ppt/slides/slide6.xml" Id="Rd509cf01fcaf4d2d" /><Relationship Type="http://schemas.openxmlformats.org/officeDocument/2006/relationships/slide" Target="/ppt/slides/slide7.xml" Id="Re88f8f038c9b4d45" /><Relationship Type="http://schemas.openxmlformats.org/officeDocument/2006/relationships/slide" Target="/ppt/slides/slide8.xml" Id="Rd68e6d1406e445d1" /><Relationship Type="http://schemas.openxmlformats.org/officeDocument/2006/relationships/slide" Target="/ppt/slides/slide9.xml" Id="R5d92dd10a46e4cc8" /><Relationship Type="http://schemas.openxmlformats.org/officeDocument/2006/relationships/slide" Target="/ppt/slides/slide10.xml" Id="R6d4c48cec79e41c6" /><Relationship Type="http://schemas.openxmlformats.org/officeDocument/2006/relationships/slide" Target="/ppt/slides/slide11.xml" Id="R439aa6ff730241ea" /><Relationship Type="http://schemas.openxmlformats.org/officeDocument/2006/relationships/slide" Target="/ppt/slides/slide12.xml" Id="R64212336ee56404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50d99cf8934c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c5fbf3d7c45481a" /><Relationship Type="http://schemas.openxmlformats.org/officeDocument/2006/relationships/notesMaster" Target="/ppt/notesMasters/notesMaster1.xml" Id="R3eb38cb399ae40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5a275218504fa2" /><Relationship Type="http://schemas.openxmlformats.org/officeDocument/2006/relationships/notesMaster" Target="/ppt/notesMasters/notesMaster1.xml" Id="R5a9c90c732404fa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55cce81c2c444c8" /><Relationship Type="http://schemas.openxmlformats.org/officeDocument/2006/relationships/notesMaster" Target="/ppt/notesMasters/notesMaster1.xml" Id="Rca4b068a21a8401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b22dfecb5914868" /><Relationship Type="http://schemas.openxmlformats.org/officeDocument/2006/relationships/notesMaster" Target="/ppt/notesMasters/notesMaster1.xml" Id="R408c445fe0934d7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ce55242d4094078" /><Relationship Type="http://schemas.openxmlformats.org/officeDocument/2006/relationships/notesMaster" Target="/ppt/notesMasters/notesMaster1.xml" Id="R9714dc454744468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cf4470ff3f4cb7" /><Relationship Type="http://schemas.openxmlformats.org/officeDocument/2006/relationships/notesMaster" Target="/ppt/notesMasters/notesMaster1.xml" Id="Rdc6e376ba6c5411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8f2f4dec60d4e03" /><Relationship Type="http://schemas.openxmlformats.org/officeDocument/2006/relationships/notesMaster" Target="/ppt/notesMasters/notesMaster1.xml" Id="R7d917096a3764e1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f047c116d645bf" /><Relationship Type="http://schemas.openxmlformats.org/officeDocument/2006/relationships/notesMaster" Target="/ppt/notesMasters/notesMaster1.xml" Id="R345068b2e8b641f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5f953b57104b7d" /><Relationship Type="http://schemas.openxmlformats.org/officeDocument/2006/relationships/notesMaster" Target="/ppt/notesMasters/notesMaster1.xml" Id="Rd36d2f5db6814d5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11ab9ad839e4429" /><Relationship Type="http://schemas.openxmlformats.org/officeDocument/2006/relationships/notesMaster" Target="/ppt/notesMasters/notesMaster1.xml" Id="Rde241e1a21ac420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aa89908f9b14323" /><Relationship Type="http://schemas.openxmlformats.org/officeDocument/2006/relationships/notesMaster" Target="/ppt/notesMasters/notesMaster1.xml" Id="R603d99fc95054be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78bfcb90a314b2b" /><Relationship Type="http://schemas.openxmlformats.org/officeDocument/2006/relationships/notesMaster" Target="/ppt/notesMasters/notesMaster1.xml" Id="R9200ac9b82734b4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code/experiments/experiment1/adults/slides/pilot-v3/strict_liability_alligator.pptx, slide 7.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Ella tells Sam: I know your alligator could escape from the house and eat my cookies.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scene: code/experiments/experiment1/adults/slides/pilot-v3/strict_liability_alligator.pptx, slide 7.</a:t>
            </a:r>
            <a:endParaRPr/>
          </a:p>
          <a:p xmlns:a="http://schemas.openxmlformats.org/drawingml/2006/main">
            <a:r>
              <a:t>Wording: code/experiments/experiment2/consent/materials.json.</a:t>
            </a:r>
            <a:endParaRPr/>
          </a:p>
          <a:p xmlns:a="http://schemas.openxmlformats.org/drawingml/2006/main">
            <a:r>
              <a:t>Ella tells Sam: I’m okay with that.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ecd0f911804be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a9a5a78ee64c9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f7ac88a73224fe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a92b8ed0474a4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f00ab77638438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73fc62299047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EC273F-FEED-4B8C-BB31-35C477E001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930EDFA-2D82-4E63-AE5D-292BAE1984E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04C15759-43CB-492F-A13A-254D0B33BFB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9938DEC-D66B-4240-AD88-CCBD57AEE6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CD7D2E7-8ECF-4BD4-A888-D2F1AB4C60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718B3CDD-283E-4FA5-A390-1C04045D5A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411E7A4-FBA8-49D8-9A73-6EF6F7BFCC0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6C89F2F-0FB6-4ED0-AE9F-04500F6C0C5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D14A23-BE90-4EAE-86D3-59B9059F32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>
            <a:endParaRPr/>
          </a:p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0E4AB62-3BEC-4AB5-A18A-2302E33CEBE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6ae346ba90a47d5" /><Relationship Type="http://schemas.openxmlformats.org/officeDocument/2006/relationships/slideLayout" Target="/ppt/slideLayouts/slideLayout1.xml" Id="R1a82a8ffbcad4216" /><Relationship Type="http://schemas.openxmlformats.org/officeDocument/2006/relationships/slideLayout" Target="/ppt/slideLayouts/slideLayout2.xml" Id="Raff813d14f6d4243" /><Relationship Type="http://schemas.openxmlformats.org/officeDocument/2006/relationships/slideLayout" Target="/ppt/slideLayouts/slideLayout3.xml" Id="R20ebf1dc358045d1" /><Relationship Type="http://schemas.openxmlformats.org/officeDocument/2006/relationships/slideLayout" Target="/ppt/slideLayouts/slideLayout4.xml" Id="Rd5d6e59a23d54972" /><Relationship Type="http://schemas.openxmlformats.org/officeDocument/2006/relationships/slideLayout" Target="/ppt/slideLayouts/slideLayout5.xml" Id="R4fac642287614a83" /><Relationship Type="http://schemas.openxmlformats.org/officeDocument/2006/relationships/slideLayout" Target="/ppt/slideLayouts/slideLayout6.xml" Id="Rece87aba2ce84a8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82a8ffbcad4216"/>
    <p:sldLayoutId xmlns:r="http://schemas.openxmlformats.org/officeDocument/2006/relationships" id="2147483650" r:id="Raff813d14f6d4243"/>
    <p:sldLayoutId xmlns:r="http://schemas.openxmlformats.org/officeDocument/2006/relationships" id="2147483651" r:id="R20ebf1dc358045d1"/>
    <p:sldLayoutId xmlns:r="http://schemas.openxmlformats.org/officeDocument/2006/relationships" id="2147483652" r:id="Rd5d6e59a23d54972"/>
    <p:sldLayoutId xmlns:r="http://schemas.openxmlformats.org/officeDocument/2006/relationships" id="2147483653" r:id="R4fac642287614a83"/>
    <p:sldLayoutId xmlns:r="http://schemas.openxmlformats.org/officeDocument/2006/relationships" id="2147483654" r:id="Rece87aba2ce84a8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8db2d48e4714ad7" /><Relationship Type="http://schemas.openxmlformats.org/officeDocument/2006/relationships/image" Target="/ppt/media/image.png" Id="R95f6373df6f7418c" /><Relationship Type="http://schemas.openxmlformats.org/officeDocument/2006/relationships/image" Target="/ppt/media/image2.png" Id="Rb4e20087a5a74ee0" /><Relationship Type="http://schemas.openxmlformats.org/officeDocument/2006/relationships/notesSlide" Target="/ppt/notesSlides/notesSlide1.xml" Id="R1158750deb3c4a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50cafb188e4c15" /><Relationship Type="http://schemas.openxmlformats.org/officeDocument/2006/relationships/image" Target="/ppt/media/image.png" Id="Rfe28dc6927ec4ee0" /><Relationship Type="http://schemas.openxmlformats.org/officeDocument/2006/relationships/image" Target="/ppt/media/image2.png" Id="Re8eb13a2f0134923" /><Relationship Type="http://schemas.openxmlformats.org/officeDocument/2006/relationships/image" Target="/ppt/media/image3.png" Id="R77273f5beab844d8" /><Relationship Type="http://schemas.openxmlformats.org/officeDocument/2006/relationships/image" Target="/ppt/media/image4.png" Id="Rf02325dd53d645d4" /><Relationship Type="http://schemas.openxmlformats.org/officeDocument/2006/relationships/notesSlide" Target="/ppt/notesSlides/notesSlide2.xml" Id="R9a9ac929390146d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7c49ab41214156" /><Relationship Type="http://schemas.openxmlformats.org/officeDocument/2006/relationships/image" Target="/ppt/media/image.png" Id="R2baf1845913b4937" /><Relationship Type="http://schemas.openxmlformats.org/officeDocument/2006/relationships/image" Target="/ppt/media/image5.png" Id="Red8441b741d64235" /><Relationship Type="http://schemas.openxmlformats.org/officeDocument/2006/relationships/image" Target="/ppt/media/image2.png" Id="Ra137c0b73e2f445f" /><Relationship Type="http://schemas.openxmlformats.org/officeDocument/2006/relationships/image" Target="/ppt/media/image3.png" Id="R02926f13f4fa4d42" /><Relationship Type="http://schemas.openxmlformats.org/officeDocument/2006/relationships/image" Target="/ppt/media/image4.png" Id="R7f4b9ed2aaed4519" /><Relationship Type="http://schemas.openxmlformats.org/officeDocument/2006/relationships/notesSlide" Target="/ppt/notesSlides/notesSlide3.xml" Id="R8c2cd13af25b4d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d671c25b44347d6" /><Relationship Type="http://schemas.openxmlformats.org/officeDocument/2006/relationships/image" Target="/ppt/media/image.png" Id="R0ed9029db6f34950" /><Relationship Type="http://schemas.openxmlformats.org/officeDocument/2006/relationships/image" Target="/ppt/media/image6.png" Id="R1cb52c4a666148c1" /><Relationship Type="http://schemas.openxmlformats.org/officeDocument/2006/relationships/image" Target="/ppt/media/image3.png" Id="R96feec484ebe4d60" /><Relationship Type="http://schemas.openxmlformats.org/officeDocument/2006/relationships/image" Target="/ppt/media/image4.png" Id="R8805c30ade8d4cdd" /><Relationship Type="http://schemas.openxmlformats.org/officeDocument/2006/relationships/notesSlide" Target="/ppt/notesSlides/notesSlide4.xml" Id="Rda3bdbb7c0554bb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6487251e004249" /><Relationship Type="http://schemas.openxmlformats.org/officeDocument/2006/relationships/image" Target="/ppt/media/image.png" Id="R3a178b7c9d524b52" /><Relationship Type="http://schemas.openxmlformats.org/officeDocument/2006/relationships/image" Target="/ppt/media/image6.png" Id="R7c98db9496c34108" /><Relationship Type="http://schemas.openxmlformats.org/officeDocument/2006/relationships/image" Target="/ppt/media/image3.png" Id="R95e3706fc63e42c5" /><Relationship Type="http://schemas.openxmlformats.org/officeDocument/2006/relationships/image" Target="/ppt/media/image4.png" Id="Rf96a7bdfbaf442dc" /><Relationship Type="http://schemas.openxmlformats.org/officeDocument/2006/relationships/notesSlide" Target="/ppt/notesSlides/notesSlide5.xml" Id="R5a6a7560346d4e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74a86c907c2474b" /><Relationship Type="http://schemas.openxmlformats.org/officeDocument/2006/relationships/image" Target="/ppt/media/image7.png" Id="Rcdf8a7f00fd44332" /><Relationship Type="http://schemas.openxmlformats.org/officeDocument/2006/relationships/image" Target="/ppt/media/image5.png" Id="R45ae757c02a34882" /><Relationship Type="http://schemas.openxmlformats.org/officeDocument/2006/relationships/notesSlide" Target="/ppt/notesSlides/notesSlide6.xml" Id="Rb12de6d73697487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c6f9104f004e58" /><Relationship Type="http://schemas.openxmlformats.org/officeDocument/2006/relationships/image" Target="/ppt/media/image.png" Id="Rf7e27f233c934b72" /><Relationship Type="http://schemas.openxmlformats.org/officeDocument/2006/relationships/image" Target="/ppt/media/image8.png" Id="R6434101f170d4a41" /><Relationship Type="http://schemas.openxmlformats.org/officeDocument/2006/relationships/image" Target="/ppt/media/image6.png" Id="Rbf205f67eae04a24" /><Relationship Type="http://schemas.openxmlformats.org/officeDocument/2006/relationships/image" Target="/ppt/media/image3.png" Id="R5a643760c5664d11" /><Relationship Type="http://schemas.openxmlformats.org/officeDocument/2006/relationships/image" Target="/ppt/media/image4.png" Id="Rcd8878480892490a" /><Relationship Type="http://schemas.openxmlformats.org/officeDocument/2006/relationships/notesSlide" Target="/ppt/notesSlides/notesSlide7.xml" Id="Rbee3176bb9c840f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60c6918cc64a49" /><Relationship Type="http://schemas.openxmlformats.org/officeDocument/2006/relationships/image" Target="/ppt/media/image.png" Id="R9f3f434ebdf34b14" /><Relationship Type="http://schemas.openxmlformats.org/officeDocument/2006/relationships/image" Target="/ppt/media/image8.png" Id="Ra2a1c1ece2d74bbe" /><Relationship Type="http://schemas.openxmlformats.org/officeDocument/2006/relationships/image" Target="/ppt/media/image6.png" Id="R893db5e77bf44a50" /><Relationship Type="http://schemas.openxmlformats.org/officeDocument/2006/relationships/image" Target="/ppt/media/image3.png" Id="R5a0fc7cf103743f6" /><Relationship Type="http://schemas.openxmlformats.org/officeDocument/2006/relationships/image" Target="/ppt/media/image4.png" Id="R68d4721d8e7c470c" /><Relationship Type="http://schemas.openxmlformats.org/officeDocument/2006/relationships/notesSlide" Target="/ppt/notesSlides/notesSlide8.xml" Id="R1730f31f84a642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5311fae78d4c34" /><Relationship Type="http://schemas.openxmlformats.org/officeDocument/2006/relationships/image" Target="/ppt/media/image.png" Id="R8553a276528940c0" /><Relationship Type="http://schemas.openxmlformats.org/officeDocument/2006/relationships/image" Target="/ppt/media/image8.png" Id="R98d68030e21a4489" /><Relationship Type="http://schemas.openxmlformats.org/officeDocument/2006/relationships/image" Target="/ppt/media/image6.png" Id="R0df0038ae57e4ca5" /><Relationship Type="http://schemas.openxmlformats.org/officeDocument/2006/relationships/image" Target="/ppt/media/image3.png" Id="R8d7e28c39fb94436" /><Relationship Type="http://schemas.openxmlformats.org/officeDocument/2006/relationships/image" Target="/ppt/media/image4.png" Id="R38820dfdb0e142cf" /><Relationship Type="http://schemas.openxmlformats.org/officeDocument/2006/relationships/notesSlide" Target="/ppt/notesSlides/notesSlide9.xml" Id="R569162f87cf24c5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b92410dadb4284" /><Relationship Type="http://schemas.openxmlformats.org/officeDocument/2006/relationships/image" Target="/ppt/media/image9.png" Id="Rccc6a668d95a4c26" /><Relationship Type="http://schemas.openxmlformats.org/officeDocument/2006/relationships/image" Target="/ppt/media/image5.png" Id="Rde932cf68da74d42" /><Relationship Type="http://schemas.openxmlformats.org/officeDocument/2006/relationships/image" Target="/ppt/media/image6.png" Id="Re0951c73bebc438b" /><Relationship Type="http://schemas.openxmlformats.org/officeDocument/2006/relationships/image" Target="/ppt/media/image3.png" Id="R6241c1a3597f473a" /><Relationship Type="http://schemas.openxmlformats.org/officeDocument/2006/relationships/image" Target="/ppt/media/image4.png" Id="R08cf819782ee49ba" /><Relationship Type="http://schemas.openxmlformats.org/officeDocument/2006/relationships/image" Target="/ppt/media/image2.png" Id="R52bfc0a1e97b48ef" /><Relationship Type="http://schemas.openxmlformats.org/officeDocument/2006/relationships/notesSlide" Target="/ppt/notesSlides/notesSlide10.xml" Id="Rd7e9523d43b94e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7553b9a0ef48d8" /><Relationship Type="http://schemas.openxmlformats.org/officeDocument/2006/relationships/image" Target="/ppt/media/image9.png" Id="R966cc434685f4bd6" /><Relationship Type="http://schemas.openxmlformats.org/officeDocument/2006/relationships/image" Target="/ppt/media/image10.png" Id="Rff851277cced409f" /><Relationship Type="http://schemas.openxmlformats.org/officeDocument/2006/relationships/image" Target="/ppt/media/image2.png" Id="Rff6868bba0a64809" /><Relationship Type="http://schemas.openxmlformats.org/officeDocument/2006/relationships/image" Target="/ppt/media/image3.png" Id="R226c5d4316af420e" /><Relationship Type="http://schemas.openxmlformats.org/officeDocument/2006/relationships/image" Target="/ppt/media/image4.png" Id="Rbfaefbf9160340fc" /><Relationship Type="http://schemas.openxmlformats.org/officeDocument/2006/relationships/image" Target="/ppt/media/image6.png" Id="R6ac38c6599e44afe" /><Relationship Type="http://schemas.openxmlformats.org/officeDocument/2006/relationships/notesSlide" Target="/ppt/notesSlides/notesSlide11.xml" Id="R6507c1bd50f94bf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d830216de94478" /><Relationship Type="http://schemas.openxmlformats.org/officeDocument/2006/relationships/image" Target="/ppt/media/image9.png" Id="R154dd695c7a44b1e" /><Relationship Type="http://schemas.openxmlformats.org/officeDocument/2006/relationships/image" Target="/ppt/media/image10.png" Id="R2c9d390afca74ff4" /><Relationship Type="http://schemas.openxmlformats.org/officeDocument/2006/relationships/image" Target="/ppt/media/image2.png" Id="Ra36ff3bc31ef412d" /><Relationship Type="http://schemas.openxmlformats.org/officeDocument/2006/relationships/image" Target="/ppt/media/image3.png" Id="Rc914cc9bfc4947fe" /><Relationship Type="http://schemas.openxmlformats.org/officeDocument/2006/relationships/image" Target="/ppt/media/image4.png" Id="R30003b09429043e9" /><Relationship Type="http://schemas.openxmlformats.org/officeDocument/2006/relationships/image" Target="/ppt/media/image6.png" Id="R5c1fb277087e4bf4" /><Relationship Type="http://schemas.openxmlformats.org/officeDocument/2006/relationships/notesSlide" Target="/ppt/notesSlides/notesSlide12.xml" Id="Rd74453d59eaf4d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AFCEF00D-A688-48A3-BD21-1CD7B464132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6373df6f7418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7D1D5FFD-5840-4B23-9331-3504031BED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20087a5a74ee0"/>
          <a:stretch xmlns:a="http://schemas.openxmlformats.org/drawingml/2006/main"/>
        </p:blipFill>
        <p:spPr>
          <a:xfrm xmlns:a="http://schemas.openxmlformats.org/drawingml/2006/main">
            <a:off x="5321440" y="1280583"/>
            <a:ext cx="2667000" cy="3654778"/>
          </a:xfrm>
          <a:prstGeom xmlns:a="http://schemas.openxmlformats.org/drawingml/2006/main" prst="rect">
            <a:avLst/>
          </a:prstGeom>
        </p:spPr>
      </p:pic>
      <p:sp>
        <p:nvSpPr>
          <p:cNvPr id="6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D706956-1429-426B-B10C-6276DB15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Sam.</a:t>
            </a:r>
          </a:p>
        </p:txBody>
      </p:sp>
    </p:spTree>
    <p:extLst>
      <p:ext uri="{BB962C8B-B14F-4D97-AF65-F5344CB8AC3E}">
        <p14:creationId xmlns:p14="http://schemas.microsoft.com/office/powerpoint/2010/main" val="17578349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DFCBA029-C90A-4311-8A18-0BF74DDAE35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28dc6927ec4ee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7782D561-2B0D-4D2F-9BD5-4FCFE5B39C4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eb13a2f0134923"/>
          <a:stretch xmlns:a="http://schemas.openxmlformats.org/drawingml/2006/main"/>
        </p:blipFill>
        <p:spPr>
          <a:xfrm xmlns:a="http://schemas.openxmlformats.org/drawingml/2006/main">
            <a:off x="532144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1538A329-6409-4EDF-BE66-76541FAF73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273f5beab844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04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C468D788-D321-4094-B832-4D645184C2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505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CD6ADC7C-E60E-4744-8881-9F909F7A78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346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6" name="Picture 15">
            <a:extLst xmlns:a="http://schemas.openxmlformats.org/drawingml/2006/main">
              <a:ext uri="{FF2B5EF4-FFF2-40B4-BE49-F238E27FC236}">
                <a16:creationId xmlns:a16="http://schemas.microsoft.com/office/drawing/2014/main" id="{FD1684D0-01B5-4273-B7F4-BD3D0B5B0C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51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58C89314-31E6-47AA-8BD8-DED687E13C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449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8" name="Picture 17">
            <a:extLst xmlns:a="http://schemas.openxmlformats.org/drawingml/2006/main">
              <a:ext uri="{FF2B5EF4-FFF2-40B4-BE49-F238E27FC236}">
                <a16:creationId xmlns:a16="http://schemas.microsoft.com/office/drawing/2014/main" id="{0857C888-EC11-49A9-AA6C-F1B0621B7F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805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9" name="Picture 18">
            <a:extLst xmlns:a="http://schemas.openxmlformats.org/drawingml/2006/main">
              <a:ext uri="{FF2B5EF4-FFF2-40B4-BE49-F238E27FC236}">
                <a16:creationId xmlns:a16="http://schemas.microsoft.com/office/drawing/2014/main" id="{CD56E354-78BF-4342-9082-A61994009F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49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0" name="Picture 19">
            <a:extLst xmlns:a="http://schemas.openxmlformats.org/drawingml/2006/main">
              <a:ext uri="{FF2B5EF4-FFF2-40B4-BE49-F238E27FC236}">
                <a16:creationId xmlns:a16="http://schemas.microsoft.com/office/drawing/2014/main" id="{3227FF3A-2B45-4C37-9BEA-0D41FDA1EC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2325dd53d645d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0069" y="336941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21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DCD3D28-9F3B-4E0A-BAE6-D434B8D41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has 8 cookies.</a:t>
            </a:r>
          </a:p>
        </p:txBody>
      </p:sp>
    </p:spTree>
    <p:extLst>
      <p:ext uri="{BB962C8B-B14F-4D97-AF65-F5344CB8AC3E}">
        <p14:creationId xmlns:p14="http://schemas.microsoft.com/office/powerpoint/2010/main" val="134312401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6D2030E2-F746-4CC4-AEE0-2C0005D5A1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af1845913b493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3" name="Picture 2">
            <a:extLst xmlns:a="http://schemas.openxmlformats.org/drawingml/2006/main">
              <a:ext uri="{FF2B5EF4-FFF2-40B4-BE49-F238E27FC236}">
                <a16:creationId xmlns:a16="http://schemas.microsoft.com/office/drawing/2014/main" id="{C69F0745-FBB4-4F90-8261-60CDD00AEBD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8441b741d64235"/>
          <a:stretch xmlns:a="http://schemas.openxmlformats.org/drawingml/2006/main"/>
        </p:blipFill>
        <p:spPr>
          <a:xfrm xmlns:a="http://schemas.openxmlformats.org/drawingml/2006/main">
            <a:off x="2984132" y="2894426"/>
            <a:ext cx="3026397" cy="2190750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1348EA74-1FEF-4DE3-836A-C02687EC60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37c0b73e2f445f"/>
          <a:stretch xmlns:a="http://schemas.openxmlformats.org/drawingml/2006/main"/>
        </p:blipFill>
        <p:spPr>
          <a:xfrm xmlns:a="http://schemas.openxmlformats.org/drawingml/2006/main">
            <a:off x="532144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F74D601F-2F07-400D-BDD7-9669599907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926f13f4fa4d4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2104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A8FDE447-074A-4939-B6E5-0C9E59A18C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6505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31681387-545B-4E90-8F5D-BDFE5FD433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346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A9AEDFFD-5837-4D2B-9A00-625530B4A0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51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3E8ABA9D-0DBF-44BA-9A5D-024528B98C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99449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B2718C8A-868A-4C91-9A56-FC0B0F7EA4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805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55A22E4D-0317-4D89-BF64-A35639105B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5049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B60F94A1-BCAF-4A3E-88BD-817879A731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b9ed2aaed451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80069" y="336941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1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9DFF07E-610F-492F-B819-6FBAD312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has an alligator.</a:t>
            </a:r>
          </a:p>
        </p:txBody>
      </p:sp>
    </p:spTree>
    <p:extLst>
      <p:ext uri="{BB962C8B-B14F-4D97-AF65-F5344CB8AC3E}">
        <p14:creationId xmlns:p14="http://schemas.microsoft.com/office/powerpoint/2010/main" val="127079523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429FB1BC-52D0-40AD-8D48-217F4BF0D4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d9029db6f3495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5" name="Picture 4">
            <a:extLst xmlns:a="http://schemas.openxmlformats.org/drawingml/2006/main">
              <a:ext uri="{FF2B5EF4-FFF2-40B4-BE49-F238E27FC236}">
                <a16:creationId xmlns:a16="http://schemas.microsoft.com/office/drawing/2014/main" id="{625C3D35-C18C-4D2B-BFDC-7F87DC5BDB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b52c4a666148c1"/>
          <a:stretch xmlns:a="http://schemas.openxmlformats.org/drawingml/2006/main"/>
        </p:blipFill>
        <p:spPr>
          <a:xfrm xmlns:a="http://schemas.openxmlformats.org/drawingml/2006/main">
            <a:off x="477012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6" name="Picture 5">
            <a:extLst xmlns:a="http://schemas.openxmlformats.org/drawingml/2006/main">
              <a:ext uri="{FF2B5EF4-FFF2-40B4-BE49-F238E27FC236}">
                <a16:creationId xmlns:a16="http://schemas.microsoft.com/office/drawing/2014/main" id="{08F5D39F-AB12-4EBC-87FC-45473DDE26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eec484ebe4d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2103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E5AF0C43-5969-4B95-BB65-24890D8E8F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5c30ade8d4c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6504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F3886A27-730B-4E9D-B903-1DD256019A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05c30ade8d4c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086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9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F351FED3-5E14-4EB1-B910-02EE48AEE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This is Ella.</a:t>
            </a:r>
          </a:p>
        </p:txBody>
      </p:sp>
    </p:spTree>
    <p:extLst>
      <p:ext uri="{BB962C8B-B14F-4D97-AF65-F5344CB8AC3E}">
        <p14:creationId xmlns:p14="http://schemas.microsoft.com/office/powerpoint/2010/main" val="78096061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Picture 6">
            <a:extLst xmlns:a="http://schemas.openxmlformats.org/drawingml/2006/main">
              <a:ext uri="{FF2B5EF4-FFF2-40B4-BE49-F238E27FC236}">
                <a16:creationId xmlns:a16="http://schemas.microsoft.com/office/drawing/2014/main" id="{DF8C85F2-4A08-4B16-84A7-00246B5316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178b7c9d524b5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2D05FD3E-D7D5-4A5D-8305-541B11DF99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98db9496c34108"/>
          <a:stretch xmlns:a="http://schemas.openxmlformats.org/drawingml/2006/main"/>
        </p:blipFill>
        <p:spPr>
          <a:xfrm xmlns:a="http://schemas.openxmlformats.org/drawingml/2006/main">
            <a:off x="477012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BFAD1BB0-182B-44D5-A086-E4653DEE77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e3706fc63e42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2103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3" name="Picture 12">
            <a:extLst xmlns:a="http://schemas.openxmlformats.org/drawingml/2006/main">
              <a:ext uri="{FF2B5EF4-FFF2-40B4-BE49-F238E27FC236}">
                <a16:creationId xmlns:a16="http://schemas.microsoft.com/office/drawing/2014/main" id="{6D971DB0-0215-4E42-B2AB-16F4C19012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a7bdfbaf442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6504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8CC1BD74-9867-4A9C-951A-ED791B7D77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a7bdfbaf442d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9086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D219560F-A567-4FA6-8616-FE9F40FA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Ella has 2 cookies.</a:t>
            </a:r>
          </a:p>
        </p:txBody>
      </p:sp>
    </p:spTree>
    <p:extLst>
      <p:ext uri="{BB962C8B-B14F-4D97-AF65-F5344CB8AC3E}">
        <p14:creationId xmlns:p14="http://schemas.microsoft.com/office/powerpoint/2010/main" val="4479022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Picture 3">
            <a:extLst xmlns:a="http://schemas.openxmlformats.org/drawingml/2006/main">
              <a:ext uri="{FF2B5EF4-FFF2-40B4-BE49-F238E27FC236}">
                <a16:creationId xmlns:a16="http://schemas.microsoft.com/office/drawing/2014/main" id="{7F73334E-0F37-4408-9E75-9215A9F2EE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f8a7f00fd4433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86C9EE14-397E-49C7-ADC8-3EDD740EB3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e757c02a34882"/>
          <a:stretch xmlns:a="http://schemas.openxmlformats.org/drawingml/2006/main"/>
        </p:blipFill>
        <p:spPr>
          <a:xfrm xmlns:a="http://schemas.openxmlformats.org/drawingml/2006/main">
            <a:off x="4253845" y="2809875"/>
            <a:ext cx="3684309" cy="2667000"/>
          </a:xfrm>
          <a:prstGeom xmlns:a="http://schemas.openxmlformats.org/drawingml/2006/main" prst="rect">
            <a:avLst/>
          </a:prstGeom>
        </p:spPr>
      </p:pic>
      <p:sp>
        <p:nvSpPr>
          <p:cNvPr id="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39127ED1-7880-4A50-8E59-B85CBC2A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puts his alligator inside the house.</a:t>
            </a:r>
          </a:p>
        </p:txBody>
      </p:sp>
    </p:spTree>
    <p:extLst>
      <p:ext uri="{BB962C8B-B14F-4D97-AF65-F5344CB8AC3E}">
        <p14:creationId xmlns:p14="http://schemas.microsoft.com/office/powerpoint/2010/main" val="82895507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E8DF5A7-96C8-4594-8FF7-E9812820C9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e27f233c934b7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664F6881-09DE-4CD4-AAD1-7B294F8277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4101f170d4a41"/>
          <a:stretch xmlns:a="http://schemas.openxmlformats.org/drawingml/2006/main"/>
        </p:blipFill>
        <p:spPr>
          <a:xfrm xmlns:a="http://schemas.openxmlformats.org/drawingml/2006/main">
            <a:off x="2529841" y="2271686"/>
            <a:ext cx="1334230" cy="18288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694AFB2-92F8-4801-8892-6EA1338BCB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205f67eae04a24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041C005-ED81-44EC-AC0E-A59DAA8EC3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643760c5664d1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DFEF70E2-FB5A-4147-869D-4A303DAFC8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87848089249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81D8FA92-C6E5-41A7-AD66-CE4000B02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87848089249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93FC1EE-943F-44E3-A3CD-F6B90216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locks the door and checks the lock.</a:t>
            </a:r>
          </a:p>
        </p:txBody>
      </p:sp>
    </p:spTree>
    <p:extLst>
      <p:ext uri="{BB962C8B-B14F-4D97-AF65-F5344CB8AC3E}">
        <p14:creationId xmlns:p14="http://schemas.microsoft.com/office/powerpoint/2010/main" val="72995618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E8DF5A7-96C8-4594-8FF7-E9812820C9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f434ebdf34b14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664F6881-09DE-4CD4-AAD1-7B294F8277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a1c1ece2d74bbe"/>
          <a:stretch xmlns:a="http://schemas.openxmlformats.org/drawingml/2006/main"/>
        </p:blipFill>
        <p:spPr>
          <a:xfrm xmlns:a="http://schemas.openxmlformats.org/drawingml/2006/main">
            <a:off x="2529841" y="2271686"/>
            <a:ext cx="1334230" cy="18288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694AFB2-92F8-4801-8892-6EA1338BCB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3db5e77bf44a50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041C005-ED81-44EC-AC0E-A59DAA8EC3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0fc7cf103743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DFEF70E2-FB5A-4147-869D-4A303DAFC8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d4721d8e7c47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81D8FA92-C6E5-41A7-AD66-CE4000B02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d4721d8e7c47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93FC1EE-943F-44E3-A3CD-F6B90216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0" rIns="152400" bIns="0" anchor="ctr">
            <a:noAutofit/>
          </a:bodyPr>
          <a:lstStyle xmlns:a="http://schemas.openxmlformats.org/drawingml/2006/main">
            <a:defPPr algn="ctr"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27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Ella tells Sam, “I know your alligator could escape from the house and eat my cookies.”</a:t>
            </a:r>
          </a:p>
        </p:txBody>
      </p:sp>
    </p:spTree>
    <p:extLst>
      <p:ext uri="{BB962C8B-B14F-4D97-AF65-F5344CB8AC3E}">
        <p14:creationId xmlns:p14="http://schemas.microsoft.com/office/powerpoint/2010/main" val="72995618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Picture 7">
            <a:extLst xmlns:a="http://schemas.openxmlformats.org/drawingml/2006/main">
              <a:ext uri="{FF2B5EF4-FFF2-40B4-BE49-F238E27FC236}">
                <a16:creationId xmlns:a16="http://schemas.microsoft.com/office/drawing/2014/main" id="{3E8DF5A7-96C8-4594-8FF7-E9812820C9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53a276528940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2" name="Picture 1">
            <a:extLst xmlns:a="http://schemas.openxmlformats.org/drawingml/2006/main">
              <a:ext uri="{FF2B5EF4-FFF2-40B4-BE49-F238E27FC236}">
                <a16:creationId xmlns:a16="http://schemas.microsoft.com/office/drawing/2014/main" id="{664F6881-09DE-4CD4-AAD1-7B294F8277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68030e21a4489"/>
          <a:stretch xmlns:a="http://schemas.openxmlformats.org/drawingml/2006/main"/>
        </p:blipFill>
        <p:spPr>
          <a:xfrm xmlns:a="http://schemas.openxmlformats.org/drawingml/2006/main">
            <a:off x="2529841" y="2271686"/>
            <a:ext cx="1334230" cy="1828800"/>
          </a:xfrm>
          <a:prstGeom xmlns:a="http://schemas.openxmlformats.org/drawingml/2006/main" prst="rect">
            <a:avLst/>
          </a:prstGeom>
        </p:spPr>
      </p:pic>
      <p:pic>
        <p:nvPicPr>
          <p:cNvPr id="9" name="Picture 8">
            <a:extLst xmlns:a="http://schemas.openxmlformats.org/drawingml/2006/main">
              <a:ext uri="{FF2B5EF4-FFF2-40B4-BE49-F238E27FC236}">
                <a16:creationId xmlns:a16="http://schemas.microsoft.com/office/drawing/2014/main" id="{8694AFB2-92F8-4801-8892-6EA1338BCB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f0038ae57e4ca5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10" name="Picture 9">
            <a:extLst xmlns:a="http://schemas.openxmlformats.org/drawingml/2006/main">
              <a:ext uri="{FF2B5EF4-FFF2-40B4-BE49-F238E27FC236}">
                <a16:creationId xmlns:a16="http://schemas.microsoft.com/office/drawing/2014/main" id="{D041C005-ED81-44EC-AC0E-A59DAA8EC3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7e28c39fb9443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DFEF70E2-FB5A-4147-869D-4A303DAFC8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20dfdb0e142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81D8FA92-C6E5-41A7-AD66-CE4000B02A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20dfdb0e142c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sp>
        <p:nvSpPr>
          <p:cNvPr id="13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493FC1EE-943F-44E3-A3CD-F6B902162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Ella tells Sam, “I’m okay with that.”</a:t>
            </a:r>
          </a:p>
        </p:txBody>
      </p:sp>
    </p:spTree>
    <p:extLst>
      <p:ext uri="{BB962C8B-B14F-4D97-AF65-F5344CB8AC3E}">
        <p14:creationId xmlns:p14="http://schemas.microsoft.com/office/powerpoint/2010/main" val="72995618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Picture 16">
            <a:extLst xmlns:a="http://schemas.openxmlformats.org/drawingml/2006/main">
              <a:ext uri="{FF2B5EF4-FFF2-40B4-BE49-F238E27FC236}">
                <a16:creationId xmlns:a16="http://schemas.microsoft.com/office/drawing/2014/main" id="{989DFBDE-8CF2-41F3-80F5-D9C25E69CDD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c6a668d95a4c2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5" name="Picture 14">
            <a:extLst xmlns:a="http://schemas.openxmlformats.org/drawingml/2006/main">
              <a:ext uri="{FF2B5EF4-FFF2-40B4-BE49-F238E27FC236}">
                <a16:creationId xmlns:a16="http://schemas.microsoft.com/office/drawing/2014/main" id="{C43936CB-1D3C-4A1C-BCFC-2F17B3B5394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932cf68da74d42"/>
          <a:stretch xmlns:a="http://schemas.openxmlformats.org/drawingml/2006/main"/>
        </p:blipFill>
        <p:spPr>
          <a:xfrm xmlns:a="http://schemas.openxmlformats.org/drawingml/2006/main">
            <a:off x="5233235" y="3250165"/>
            <a:ext cx="2894814" cy="2095500"/>
          </a:xfrm>
          <a:prstGeom xmlns:a="http://schemas.openxmlformats.org/drawingml/2006/main" prst="rect">
            <a:avLst/>
          </a:prstGeom>
        </p:spPr>
      </p:pic>
      <p:pic>
        <p:nvPicPr>
          <p:cNvPr id="22" name="Picture 21">
            <a:extLst xmlns:a="http://schemas.openxmlformats.org/drawingml/2006/main">
              <a:ext uri="{FF2B5EF4-FFF2-40B4-BE49-F238E27FC236}">
                <a16:creationId xmlns:a16="http://schemas.microsoft.com/office/drawing/2014/main" id="{70165B6A-0A20-4666-971F-FFFC61AE57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951c73bebc438b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3" name="Picture 22">
            <a:extLst xmlns:a="http://schemas.openxmlformats.org/drawingml/2006/main">
              <a:ext uri="{FF2B5EF4-FFF2-40B4-BE49-F238E27FC236}">
                <a16:creationId xmlns:a16="http://schemas.microsoft.com/office/drawing/2014/main" id="{ED68C57F-10DA-488D-BE1E-A5312ED6B50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1c1a3597f47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52A6A4CD-FCBE-4BD5-9CE9-EDC653C2D4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31154" y="3507424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E18E6E71-D797-4829-8539-F77C191508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956979" y="3515998"/>
            <a:ext cx="1309107" cy="659948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57660740-6068-497B-9F8E-05E7514039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bfc0a1e97b48ef"/>
          <a:stretch xmlns:a="http://schemas.openxmlformats.org/drawingml/2006/main"/>
        </p:blipFill>
        <p:spPr>
          <a:xfrm xmlns:a="http://schemas.openxmlformats.org/drawingml/2006/main">
            <a:off x="305830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71FE231F-E268-4D70-B7E1-59921231FE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1c1a3597f47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3E405878-BC58-4743-9B7B-78CEA06AEE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9CA7F0ED-E5E8-4EE0-9B8B-232ADF997BD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75E8D5F9-2E8E-4DC2-9031-7137C17458E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9CE60DA8-6F10-413F-97FA-B46C3A704FC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C94AE8A0-C58F-43B9-BA94-24439FF93CB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CF4DAB99-33F3-4951-8D9C-F20109B155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5975A6F4-B99A-456B-BB28-06833B31D9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cf819782ee49b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369410"/>
            <a:ext cx="1053833" cy="531259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CBF89A9C-2606-416D-894F-0F8CEE079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Oh no! The alligator breaks out of the house!</a:t>
            </a:r>
          </a:p>
        </p:txBody>
      </p:sp>
    </p:spTree>
    <p:extLst>
      <p:ext uri="{BB962C8B-B14F-4D97-AF65-F5344CB8AC3E}">
        <p14:creationId xmlns:p14="http://schemas.microsoft.com/office/powerpoint/2010/main" val="170147532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54139E78-491A-4B56-A069-EA1E7A3AE5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6cc434685f4bd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D658171D-C274-4F34-80F8-365695D890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51277cced409f"/>
          <a:stretch xmlns:a="http://schemas.openxmlformats.org/drawingml/2006/main"/>
        </p:blipFill>
        <p:spPr>
          <a:xfrm xmlns:a="http://schemas.openxmlformats.org/drawingml/2006/main">
            <a:off x="5894463" y="3238500"/>
            <a:ext cx="2894814" cy="2095500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F5CCCFED-D2EF-4078-A3BD-ECAE0E67B22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6868bba0a64809"/>
          <a:stretch xmlns:a="http://schemas.openxmlformats.org/drawingml/2006/main"/>
        </p:blipFill>
        <p:spPr>
          <a:xfrm xmlns:a="http://schemas.openxmlformats.org/drawingml/2006/main">
            <a:off x="305830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E157EDDE-BBC2-4B63-9979-8D462A4696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c5d4316af42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3D30B76A-4705-48D2-9F86-1989779123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465FFA87-C247-424A-8339-AC2A4556D3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5EA27E45-11F1-460D-A80E-B361514BC3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EB66CF49-20F5-4C7D-8AAB-64A85DD96E3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1C0AEC5E-C3CA-49E1-BACA-B6404CD671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446F7A10-A6E0-445F-A320-956BDD00C6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F96E5A6E-B532-40C5-B085-CAD06F67FB2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aefbf9160340f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369410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2DBE8668-6AC7-4982-B008-0FF54E9AF7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c38c6599e44afe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199E21D6-0DFF-4C99-A80F-D06ED2A89D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6c5d4316af42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52C72D75-5CE4-4741-B6A3-EC8739BA5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alligator eats 2 of Ella’s cookies!</a:t>
            </a:r>
          </a:p>
        </p:txBody>
      </p:sp>
    </p:spTree>
    <p:extLst>
      <p:ext uri="{BB962C8B-B14F-4D97-AF65-F5344CB8AC3E}">
        <p14:creationId xmlns:p14="http://schemas.microsoft.com/office/powerpoint/2010/main" val="165537032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EE3A6502-68E4-4B50-8E90-5477E95A0C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4dd695c7a44b1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pic>
        <p:nvPicPr>
          <p:cNvPr id="12" name="Picture 11">
            <a:extLst xmlns:a="http://schemas.openxmlformats.org/drawingml/2006/main">
              <a:ext uri="{FF2B5EF4-FFF2-40B4-BE49-F238E27FC236}">
                <a16:creationId xmlns:a16="http://schemas.microsoft.com/office/drawing/2014/main" id="{597E32AB-396C-4790-B43A-211B38F3C5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d390afca74ff4"/>
          <a:stretch xmlns:a="http://schemas.openxmlformats.org/drawingml/2006/main"/>
        </p:blipFill>
        <p:spPr>
          <a:xfrm xmlns:a="http://schemas.openxmlformats.org/drawingml/2006/main">
            <a:off x="5894463" y="3238500"/>
            <a:ext cx="2894814" cy="2095500"/>
          </a:xfrm>
          <a:prstGeom xmlns:a="http://schemas.openxmlformats.org/drawingml/2006/main" prst="rect">
            <a:avLst/>
          </a:prstGeom>
        </p:spPr>
      </p:pic>
      <p:pic>
        <p:nvPicPr>
          <p:cNvPr id="24" name="Picture 23">
            <a:extLst xmlns:a="http://schemas.openxmlformats.org/drawingml/2006/main">
              <a:ext uri="{FF2B5EF4-FFF2-40B4-BE49-F238E27FC236}">
                <a16:creationId xmlns:a16="http://schemas.microsoft.com/office/drawing/2014/main" id="{274CD641-E150-4CF2-956C-3EC03F5A60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6ff3bc31ef412d"/>
          <a:stretch xmlns:a="http://schemas.openxmlformats.org/drawingml/2006/main"/>
        </p:blipFill>
        <p:spPr>
          <a:xfrm xmlns:a="http://schemas.openxmlformats.org/drawingml/2006/main">
            <a:off x="3058300" y="1280583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25" name="Picture 24">
            <a:extLst xmlns:a="http://schemas.openxmlformats.org/drawingml/2006/main">
              <a:ext uri="{FF2B5EF4-FFF2-40B4-BE49-F238E27FC236}">
                <a16:creationId xmlns:a16="http://schemas.microsoft.com/office/drawing/2014/main" id="{1F448D76-BEB2-4ED9-8C81-D508773D4A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4cc9bfc4947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57904" y="3724171"/>
            <a:ext cx="1027288" cy="318871"/>
          </a:xfrm>
          <a:prstGeom xmlns:a="http://schemas.openxmlformats.org/drawingml/2006/main" prst="rect">
            <a:avLst/>
          </a:prstGeom>
        </p:spPr>
      </p:pic>
      <p:pic>
        <p:nvPicPr>
          <p:cNvPr id="26" name="Picture 25">
            <a:extLst xmlns:a="http://schemas.openxmlformats.org/drawingml/2006/main">
              <a:ext uri="{FF2B5EF4-FFF2-40B4-BE49-F238E27FC236}">
                <a16:creationId xmlns:a16="http://schemas.microsoft.com/office/drawing/2014/main" id="{E6CDC0B2-600E-4C7F-807A-0493A45CB3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01913" y="354590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7" name="Picture 26">
            <a:extLst xmlns:a="http://schemas.openxmlformats.org/drawingml/2006/main">
              <a:ext uri="{FF2B5EF4-FFF2-40B4-BE49-F238E27FC236}">
                <a16:creationId xmlns:a16="http://schemas.microsoft.com/office/drawing/2014/main" id="{B1027E15-6EE1-4271-8E90-87C39300A2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0327" y="3461717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8" name="Picture 27">
            <a:extLst xmlns:a="http://schemas.openxmlformats.org/drawingml/2006/main">
              <a:ext uri="{FF2B5EF4-FFF2-40B4-BE49-F238E27FC236}">
                <a16:creationId xmlns:a16="http://schemas.microsoft.com/office/drawing/2014/main" id="{E1FBE492-00AE-4738-A3ED-11BEB66901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74" y="3458542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29" name="Picture 28">
            <a:extLst xmlns:a="http://schemas.openxmlformats.org/drawingml/2006/main">
              <a:ext uri="{FF2B5EF4-FFF2-40B4-BE49-F238E27FC236}">
                <a16:creationId xmlns:a16="http://schemas.microsoft.com/office/drawing/2014/main" id="{6B771E17-7D8D-410E-927E-81DEBAD7D9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31359" y="33887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0" name="Picture 29">
            <a:extLst xmlns:a="http://schemas.openxmlformats.org/drawingml/2006/main">
              <a:ext uri="{FF2B5EF4-FFF2-40B4-BE49-F238E27FC236}">
                <a16:creationId xmlns:a16="http://schemas.microsoft.com/office/drawing/2014/main" id="{13BB4C2C-BF34-4CE1-9050-310FAB70DAA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94910" y="3541175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1" name="Picture 30">
            <a:extLst xmlns:a="http://schemas.openxmlformats.org/drawingml/2006/main">
              <a:ext uri="{FF2B5EF4-FFF2-40B4-BE49-F238E27FC236}">
                <a16:creationId xmlns:a16="http://schemas.microsoft.com/office/drawing/2014/main" id="{C401CEAF-D421-4785-8654-640ACC56DF3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887350" y="3346801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2" name="Picture 31">
            <a:extLst xmlns:a="http://schemas.openxmlformats.org/drawingml/2006/main">
              <a:ext uri="{FF2B5EF4-FFF2-40B4-BE49-F238E27FC236}">
                <a16:creationId xmlns:a16="http://schemas.microsoft.com/office/drawing/2014/main" id="{379DAC1F-4138-469D-9260-2BD5486752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003b09429043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16929" y="3369410"/>
            <a:ext cx="1053833" cy="531259"/>
          </a:xfrm>
          <a:prstGeom xmlns:a="http://schemas.openxmlformats.org/drawingml/2006/main" prst="rect">
            <a:avLst/>
          </a:prstGeom>
        </p:spPr>
      </p:pic>
      <p:pic>
        <p:nvPicPr>
          <p:cNvPr id="33" name="Picture 32">
            <a:extLst xmlns:a="http://schemas.openxmlformats.org/drawingml/2006/main">
              <a:ext uri="{FF2B5EF4-FFF2-40B4-BE49-F238E27FC236}">
                <a16:creationId xmlns:a16="http://schemas.microsoft.com/office/drawing/2014/main" id="{34295994-6C6F-45CB-807B-B7E9D7A243C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1fb277087e4bf4"/>
          <a:stretch xmlns:a="http://schemas.openxmlformats.org/drawingml/2006/main"/>
        </p:blipFill>
        <p:spPr>
          <a:xfrm xmlns:a="http://schemas.openxmlformats.org/drawingml/2006/main">
            <a:off x="7936230" y="1315861"/>
            <a:ext cx="2667000" cy="3654778"/>
          </a:xfrm>
          <a:prstGeom xmlns:a="http://schemas.openxmlformats.org/drawingml/2006/main" prst="rect">
            <a:avLst/>
          </a:prstGeom>
        </p:spPr>
      </p:pic>
      <p:pic>
        <p:nvPicPr>
          <p:cNvPr id="34" name="Picture 33">
            <a:extLst xmlns:a="http://schemas.openxmlformats.org/drawingml/2006/main">
              <a:ext uri="{FF2B5EF4-FFF2-40B4-BE49-F238E27FC236}">
                <a16:creationId xmlns:a16="http://schemas.microsoft.com/office/drawing/2014/main" id="{2AC78A08-5CEC-436F-A0C9-ABF720B011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14cc9bfc4947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87145" y="3740311"/>
            <a:ext cx="1276132" cy="396112"/>
          </a:xfrm>
          <a:prstGeom xmlns:a="http://schemas.openxmlformats.org/drawingml/2006/main" prst="rect">
            <a:avLst/>
          </a:prstGeom>
        </p:spPr>
      </p:pic>
      <p:sp>
        <p:nvSpPr>
          <p:cNvPr id="35" name="Study story caption">
            <a:extLst xmlns:a="http://schemas.openxmlformats.org/drawingml/2006/main">
              <a:ext uri="{FF2B5EF4-FFF2-40B4-BE49-F238E27FC236}">
                <a16:creationId xmlns:a16="http://schemas.microsoft.com/office/drawing/2014/main" id="{255ADF2B-78CB-4B06-B225-81898053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753100"/>
            <a:ext cx="1066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152400" tIns="76200" rIns="152400" bIns="76200" anchor="ctr">
            <a:noAutofit/>
          </a:bodyPr>
          <a:lstStyle xmlns:a="http://schemas.openxmlformats.org/drawingml/2006/main">
            <a:defPPr algn="ctr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 algn="ctr">
              <a:buNone/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Sam still has 8 cookies. Ella now has 0 cookies.</a:t>
            </a:r>
          </a:p>
        </p:txBody>
      </p:sp>
    </p:spTree>
    <p:extLst>
      <p:ext uri="{BB962C8B-B14F-4D97-AF65-F5344CB8AC3E}">
        <p14:creationId xmlns:p14="http://schemas.microsoft.com/office/powerpoint/2010/main" val="38632177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2026-10-16T18:05:22.5540000Z</dcterms:created>
  <dcterms:modified xsi:type="dcterms:W3CDTF">2026-10-16T18:05:22.5540000Z</dcterms:modified>
</coreProperties>
</file>