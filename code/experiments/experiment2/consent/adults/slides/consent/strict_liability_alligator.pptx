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FEC273F-FEED-4B8C-BB31-35C477E0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930EDFA-2D82-4E63-AE5D-292BAE198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4C15759-43CB-492F-A13A-254D0B33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9938DEC-D66B-4240-AD88-CCBD57AE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CD7D2E7-8ECF-4BD4-A888-D2F1AB4C6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18B3CDD-283E-4FA5-A390-1C04045D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411E7A4-FBA8-49D8-9A73-6EF6F7BFC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6C89F2F-0FB6-4ED0-AE9F-04500F6C0C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DD14A23-BE90-4EAE-86D3-59B9059F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0E4AB62-3BEC-4AB5-A18A-2302E33CE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CEF00D-A688-48A3-BD21-1CD7B46413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1D5FFD-5840-4B23-9331-3504031BE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21440" y="1280583"/>
            <a:ext cx="2667000" cy="3654778"/>
          </a:xfrm>
          <a:prstGeom prst="rect">
            <a:avLst/>
          </a:prstGeom>
        </p:spPr>
      </p:pic>
      <p:sp>
        <p:nvSpPr>
          <p:cNvPr id="6" name="Study story caption">
            <a:extLst>
              <a:ext uri="{FF2B5EF4-FFF2-40B4-BE49-F238E27FC236}">
                <a16:creationId xmlns:a16="http://schemas.microsoft.com/office/drawing/2014/main" id="{3D706956-1429-426B-B10C-6276DB15F59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Sam.</a:t>
            </a:r>
          </a:p>
        </p:txBody>
      </p:sp>
    </p:spTree>
    <p:extLst>
      <p:ext uri="{BB962C8B-B14F-4D97-AF65-F5344CB8AC3E}">
        <p14:creationId xmlns:p14="http://schemas.microsoft.com/office/powerpoint/2010/main" val="175783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FCBA029-C90A-4311-8A18-0BF74DDAE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82D561-2B0D-4D2F-9BD5-4FCFE5B39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21440" y="1280583"/>
            <a:ext cx="2667000" cy="36547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38A329-6409-4EDF-BE66-76541FAF7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044" y="3724171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68D788-D321-4094-B832-4D645184C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053" y="354590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6ADC7C-E60E-4744-8881-9F909F7A7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467" y="3461717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1684D0-01B5-4273-B7F4-BD3D0B5B0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514" y="3458542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C89314-31E6-47AA-8BD8-DED687E13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499" y="3388775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57C888-EC11-49A9-AA6C-F1B0621B7F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050" y="3541175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D56E354-78BF-4342-9082-A61994009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490" y="3346801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27FF3A-2B45-4C37-9BEA-0D41FDA1EC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069" y="3369410"/>
            <a:ext cx="1053833" cy="531259"/>
          </a:xfrm>
          <a:prstGeom prst="rect">
            <a:avLst/>
          </a:prstGeom>
        </p:spPr>
      </p:pic>
      <p:sp>
        <p:nvSpPr>
          <p:cNvPr id="21" name="Study story caption">
            <a:extLst>
              <a:ext uri="{FF2B5EF4-FFF2-40B4-BE49-F238E27FC236}">
                <a16:creationId xmlns:a16="http://schemas.microsoft.com/office/drawing/2014/main" id="{3DCD3D28-9F3B-4E0A-BAE6-D434B8D417B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34312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2030E2-F746-4CC4-AEE0-2C0005D5A1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9F0745-FBB4-4F90-8261-60CDD00AE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984132" y="2894426"/>
            <a:ext cx="3026397" cy="2190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48EA74-1FEF-4DE3-836A-C02687EC6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21440" y="1280583"/>
            <a:ext cx="2667000" cy="3654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D601F-2F07-400D-BDD7-966959990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044" y="3724171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FDE447-074A-4939-B6E5-0C9E59A18C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053" y="3545907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681387-545B-4E90-8F5D-BDFE5FD43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3467" y="346171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AEDFFD-5837-4D2B-9A00-625530B4A0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514" y="3458542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8ABA9D-0DBF-44BA-9A5D-024528B98C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4499" y="3388775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718C8A-868A-4C91-9A56-FC0B0F7EA4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8050" y="3541175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A22E4D-0317-4D89-BF64-A35639105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490" y="3346801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0F94A1-BCAF-4A3E-88BD-817879A731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069" y="3369410"/>
            <a:ext cx="1053833" cy="531259"/>
          </a:xfrm>
          <a:prstGeom prst="rect">
            <a:avLst/>
          </a:prstGeom>
        </p:spPr>
      </p:pic>
      <p:sp>
        <p:nvSpPr>
          <p:cNvPr id="15" name="Study story caption">
            <a:extLst>
              <a:ext uri="{FF2B5EF4-FFF2-40B4-BE49-F238E27FC236}">
                <a16:creationId xmlns:a16="http://schemas.microsoft.com/office/drawing/2014/main" id="{F9DFF07E-610F-492F-B819-6FBAD3124222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has an alligator.</a:t>
            </a:r>
          </a:p>
        </p:txBody>
      </p:sp>
    </p:spTree>
    <p:extLst>
      <p:ext uri="{BB962C8B-B14F-4D97-AF65-F5344CB8AC3E}">
        <p14:creationId xmlns:p14="http://schemas.microsoft.com/office/powerpoint/2010/main" val="1270795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9FB1BC-52D0-40AD-8D48-217F4BF0D4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5C3D35-C18C-4D2B-BFDC-7F87DC5BD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70120" y="1315861"/>
            <a:ext cx="2667000" cy="3654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F5D39F-AB12-4EBC-87FC-45473DDE2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035" y="3740311"/>
            <a:ext cx="1276132" cy="396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AF0C43-5969-4B95-BB65-24890D8E8F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044" y="3507424"/>
            <a:ext cx="1309107" cy="659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886A27-730B-4E9D-B903-1DD256019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0869" y="3515998"/>
            <a:ext cx="1309107" cy="659948"/>
          </a:xfrm>
          <a:prstGeom prst="rect">
            <a:avLst/>
          </a:prstGeom>
        </p:spPr>
      </p:pic>
      <p:sp>
        <p:nvSpPr>
          <p:cNvPr id="9" name="Study story caption">
            <a:extLst>
              <a:ext uri="{FF2B5EF4-FFF2-40B4-BE49-F238E27FC236}">
                <a16:creationId xmlns:a16="http://schemas.microsoft.com/office/drawing/2014/main" id="{F351FED3-5E14-4EB1-B910-02EE48AEE36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Ella.</a:t>
            </a:r>
          </a:p>
        </p:txBody>
      </p:sp>
    </p:spTree>
    <p:extLst>
      <p:ext uri="{BB962C8B-B14F-4D97-AF65-F5344CB8AC3E}">
        <p14:creationId xmlns:p14="http://schemas.microsoft.com/office/powerpoint/2010/main" val="78096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8C85F2-4A08-4B16-84A7-00246B531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05FD3E-D7D5-4A5D-8305-541B11DF9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70120" y="1315861"/>
            <a:ext cx="2667000" cy="3654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AD1BB0-182B-44D5-A086-E4653DEE7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035" y="3740311"/>
            <a:ext cx="1276132" cy="3961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971DB0-0215-4E42-B2AB-16F4C1901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044" y="3507424"/>
            <a:ext cx="1309107" cy="6599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C1BD74-9867-4A9C-951A-ED791B7D77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0869" y="3515998"/>
            <a:ext cx="1309107" cy="659948"/>
          </a:xfrm>
          <a:prstGeom prst="rect">
            <a:avLst/>
          </a:prstGeom>
        </p:spPr>
      </p:pic>
      <p:sp>
        <p:nvSpPr>
          <p:cNvPr id="15" name="Study story caption">
            <a:extLst>
              <a:ext uri="{FF2B5EF4-FFF2-40B4-BE49-F238E27FC236}">
                <a16:creationId xmlns:a16="http://schemas.microsoft.com/office/drawing/2014/main" id="{D219560F-A567-4FA6-8616-FE9F40FA283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Ella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4479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3334E-0F37-4408-9E75-9215A9F2EE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C9EE14-397E-49C7-ADC8-3EDD740EB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53845" y="2809875"/>
            <a:ext cx="3684309" cy="2667000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39127ED1-7880-4A50-8E59-B85CBC2ACF2F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puts his alligator inside the house.</a:t>
            </a:r>
          </a:p>
        </p:txBody>
      </p:sp>
    </p:spTree>
    <p:extLst>
      <p:ext uri="{BB962C8B-B14F-4D97-AF65-F5344CB8AC3E}">
        <p14:creationId xmlns:p14="http://schemas.microsoft.com/office/powerpoint/2010/main" val="82895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E8DF5A7-96C8-4594-8FF7-E9812820C9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4F6881-09DE-4CD4-AAD1-7B294F827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29841" y="2271686"/>
            <a:ext cx="133423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94AFB2-92F8-4801-8892-6EA1338BC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41C005-ED81-44EC-AC0E-A59DAA8EC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EF70E2-FB5A-4147-869D-4A303DAFC8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54" y="3507424"/>
            <a:ext cx="1309107" cy="659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D8FA92-C6E5-41A7-AD66-CE4000B02A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979" y="3515998"/>
            <a:ext cx="1309107" cy="659948"/>
          </a:xfrm>
          <a:prstGeom prst="rect">
            <a:avLst/>
          </a:prstGeom>
        </p:spPr>
      </p:pic>
      <p:sp>
        <p:nvSpPr>
          <p:cNvPr id="13" name="Study story caption">
            <a:extLst>
              <a:ext uri="{FF2B5EF4-FFF2-40B4-BE49-F238E27FC236}">
                <a16:creationId xmlns:a16="http://schemas.microsoft.com/office/drawing/2014/main" id="{493FC1EE-943F-44E3-A3CD-F6B9021621E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locks the door and checks the lock.</a:t>
            </a:r>
          </a:p>
        </p:txBody>
      </p:sp>
    </p:spTree>
    <p:extLst>
      <p:ext uri="{BB962C8B-B14F-4D97-AF65-F5344CB8AC3E}">
        <p14:creationId xmlns:p14="http://schemas.microsoft.com/office/powerpoint/2010/main" val="729956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E8DF5A7-96C8-4594-8FF7-E9812820C9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4F6881-09DE-4CD4-AAD1-7B294F827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29841" y="2271686"/>
            <a:ext cx="133423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94AFB2-92F8-4801-8892-6EA1338BC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41C005-ED81-44EC-AC0E-A59DAA8EC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EF70E2-FB5A-4147-869D-4A303DAFC8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54" y="3507424"/>
            <a:ext cx="1309107" cy="659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D8FA92-C6E5-41A7-AD66-CE4000B02A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979" y="3515998"/>
            <a:ext cx="1309107" cy="659948"/>
          </a:xfrm>
          <a:prstGeom prst="rect">
            <a:avLst/>
          </a:prstGeom>
        </p:spPr>
      </p:pic>
      <p:sp>
        <p:nvSpPr>
          <p:cNvPr id="13" name="Study story caption">
            <a:extLst>
              <a:ext uri="{FF2B5EF4-FFF2-40B4-BE49-F238E27FC236}">
                <a16:creationId xmlns:a16="http://schemas.microsoft.com/office/drawing/2014/main" id="{493FC1EE-943F-44E3-A3CD-F6B9021621E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Ella tells Sam, “I know your alligator could escape from the house and eat my cookies.”</a:t>
            </a:r>
          </a:p>
        </p:txBody>
      </p:sp>
    </p:spTree>
    <p:extLst>
      <p:ext uri="{BB962C8B-B14F-4D97-AF65-F5344CB8AC3E}">
        <p14:creationId xmlns:p14="http://schemas.microsoft.com/office/powerpoint/2010/main" val="72995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E8DF5A7-96C8-4594-8FF7-E9812820C9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4F6881-09DE-4CD4-AAD1-7B294F827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29841" y="2271686"/>
            <a:ext cx="133423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94AFB2-92F8-4801-8892-6EA1338BC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41C005-ED81-44EC-AC0E-A59DAA8EC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EF70E2-FB5A-4147-869D-4A303DAFC8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54" y="3507424"/>
            <a:ext cx="1309107" cy="659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D8FA92-C6E5-41A7-AD66-CE4000B02A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979" y="3515998"/>
            <a:ext cx="1309107" cy="659948"/>
          </a:xfrm>
          <a:prstGeom prst="rect">
            <a:avLst/>
          </a:prstGeom>
        </p:spPr>
      </p:pic>
      <p:sp>
        <p:nvSpPr>
          <p:cNvPr id="13" name="Study story caption">
            <a:extLst>
              <a:ext uri="{FF2B5EF4-FFF2-40B4-BE49-F238E27FC236}">
                <a16:creationId xmlns:a16="http://schemas.microsoft.com/office/drawing/2014/main" id="{493FC1EE-943F-44E3-A3CD-F6B9021621E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Ella tells Sam, “I’m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729956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89DFBDE-8CF2-41F3-80F5-D9C25E69CD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3936CB-1D3C-4A1C-BCFC-2F17B3B53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3235" y="3250165"/>
            <a:ext cx="2894814" cy="2095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0165B6A-0A20-4666-971F-FFFC61AE5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D68C57F-10DA-488D-BE1E-A5312ED6B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A6A4CD-FCBE-4BD5-9CE9-EDC653C2D4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154" y="3507424"/>
            <a:ext cx="1309107" cy="6599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8E6E71-D797-4829-8539-F77C191508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6979" y="3515998"/>
            <a:ext cx="1309107" cy="65994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7660740-6068-497B-9F8E-05E7514039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058300" y="1280583"/>
            <a:ext cx="2667000" cy="365477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FE231F-E268-4D70-B7E1-59921231F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904" y="3724171"/>
            <a:ext cx="1027288" cy="3188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E405878-BC58-4743-9B7B-78CEA06AEE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913" y="3545907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CA7F0ED-E5E8-4EE0-9B8B-232ADF997B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327" y="3461717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5E8D5F9-2E8E-4DC2-9031-7137C17458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74" y="3458542"/>
            <a:ext cx="1053833" cy="5312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CE60DA8-6F10-413F-97FA-B46C3A704F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59" y="3388775"/>
            <a:ext cx="1053833" cy="53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94AE8A0-C58F-43B9-BA94-24439FF93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910" y="3541175"/>
            <a:ext cx="1053833" cy="53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F4DAB99-33F3-4951-8D9C-F20109B155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50" y="3346801"/>
            <a:ext cx="1053833" cy="53125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975A6F4-B99A-456B-BB28-06833B31D9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929" y="3369410"/>
            <a:ext cx="1053833" cy="531259"/>
          </a:xfrm>
          <a:prstGeom prst="rect">
            <a:avLst/>
          </a:prstGeom>
        </p:spPr>
      </p:pic>
      <p:sp>
        <p:nvSpPr>
          <p:cNvPr id="35" name="Study story caption">
            <a:extLst>
              <a:ext uri="{FF2B5EF4-FFF2-40B4-BE49-F238E27FC236}">
                <a16:creationId xmlns:a16="http://schemas.microsoft.com/office/drawing/2014/main" id="{CBF89A9C-2606-416D-894F-0F8CEE079FC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The alligator breaks out of the house!</a:t>
            </a:r>
          </a:p>
        </p:txBody>
      </p:sp>
    </p:spTree>
    <p:extLst>
      <p:ext uri="{BB962C8B-B14F-4D97-AF65-F5344CB8AC3E}">
        <p14:creationId xmlns:p14="http://schemas.microsoft.com/office/powerpoint/2010/main" val="170147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4139E78-491A-4B56-A069-EA1E7A3AE5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58171D-C274-4F34-80F8-365695D89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94463" y="3238500"/>
            <a:ext cx="2894814" cy="2095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5CCCFED-D2EF-4078-A3BD-ECAE0E67B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058300" y="1280583"/>
            <a:ext cx="2667000" cy="36547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57EDDE-BBC2-4B63-9979-8D462A469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904" y="3724171"/>
            <a:ext cx="1027288" cy="3188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D30B76A-4705-48D2-9F86-1989779123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913" y="3545907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5FFA87-C247-424A-8339-AC2A4556D3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327" y="3461717"/>
            <a:ext cx="1053833" cy="5312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EA27E45-11F1-460D-A80E-B361514BC3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74" y="3458542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B66CF49-20F5-4C7D-8AAB-64A85DD96E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59" y="3388775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C0AEC5E-C3CA-49E1-BACA-B6404CD671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910" y="3541175"/>
            <a:ext cx="1053833" cy="5312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46F7A10-A6E0-445F-A320-956BDD00C6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50" y="3346801"/>
            <a:ext cx="1053833" cy="53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96E5A6E-B532-40C5-B085-CAD06F67FB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929" y="3369410"/>
            <a:ext cx="1053833" cy="53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DBE8668-6AC7-4982-B008-0FF54E9AF7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99E21D6-0DFF-4C99-A80F-D06ED2A89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sp>
        <p:nvSpPr>
          <p:cNvPr id="35" name="Study story caption">
            <a:extLst>
              <a:ext uri="{FF2B5EF4-FFF2-40B4-BE49-F238E27FC236}">
                <a16:creationId xmlns:a16="http://schemas.microsoft.com/office/drawing/2014/main" id="{52C72D75-5CE4-4741-B6A3-EC8739BA5C26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alligator eats 2 of Ella’s cookies!</a:t>
            </a:r>
          </a:p>
        </p:txBody>
      </p:sp>
    </p:spTree>
    <p:extLst>
      <p:ext uri="{BB962C8B-B14F-4D97-AF65-F5344CB8AC3E}">
        <p14:creationId xmlns:p14="http://schemas.microsoft.com/office/powerpoint/2010/main" val="165537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3A6502-68E4-4B50-8E90-5477E95A0C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7E32AB-396C-4790-B43A-211B38F3C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94463" y="3238500"/>
            <a:ext cx="2894814" cy="2095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74CD641-E150-4CF2-956C-3EC03F5A6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058300" y="1280583"/>
            <a:ext cx="2667000" cy="36547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F448D76-BEB2-4ED9-8C81-D508773D4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904" y="3724171"/>
            <a:ext cx="1027288" cy="3188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6CDC0B2-600E-4C7F-807A-0493A45CB3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913" y="3545907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1027E15-6EE1-4271-8E90-87C39300A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327" y="3461717"/>
            <a:ext cx="1053833" cy="5312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FBE492-00AE-4738-A3ED-11BEB66901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74" y="3458542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B771E17-7D8D-410E-927E-81DEBAD7D9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59" y="3388775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3BB4C2C-BF34-4CE1-9050-310FAB70DA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910" y="3541175"/>
            <a:ext cx="1053833" cy="5312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401CEAF-D421-4785-8654-640ACC56DF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50" y="3346801"/>
            <a:ext cx="1053833" cy="53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79DAC1F-4138-469D-9260-2BD5486752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929" y="3369410"/>
            <a:ext cx="1053833" cy="53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4295994-6C6F-45CB-807B-B7E9D7A243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936230" y="1315861"/>
            <a:ext cx="2667000" cy="36547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AC78A08-5CEC-436F-A0C9-ABF720B01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145" y="3740311"/>
            <a:ext cx="1276132" cy="396112"/>
          </a:xfrm>
          <a:prstGeom prst="rect">
            <a:avLst/>
          </a:prstGeom>
        </p:spPr>
      </p:pic>
      <p:sp>
        <p:nvSpPr>
          <p:cNvPr id="35" name="Study story caption">
            <a:extLst>
              <a:ext uri="{FF2B5EF4-FFF2-40B4-BE49-F238E27FC236}">
                <a16:creationId xmlns:a16="http://schemas.microsoft.com/office/drawing/2014/main" id="{255ADF2B-78CB-4B06-B225-818980532F6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still has 8 cookies. Ella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8632177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Macintosh PowerPoint</Application>
  <DocSecurity>0</DocSecurity>
  <PresentationFormat>Widescreen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1</cp:revision>
  <dcterms:created xsi:type="dcterms:W3CDTF">2026-10-16T18:05:22Z</dcterms:created>
  <dcterms:modified xsi:type="dcterms:W3CDTF">2026-10-17T12:53:52Z</dcterms:modified>
</cp:coreProperties>
</file>