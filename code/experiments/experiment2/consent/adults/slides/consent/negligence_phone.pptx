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9f7badb5394f0f" /><Relationship Type="http://schemas.openxmlformats.org/officeDocument/2006/relationships/extended-properties" Target="/docProps/app.xml" Id="Rca1ba8f44342464c" /><Relationship Type="http://schemas.openxmlformats.org/officeDocument/2006/relationships/officeDocument" Target="/ppt/presentation.xml" Id="Reaaa2a2a89b34f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996e08b1a14dc8"/>
  </p:sldMasterIdLst>
  <p:notesMasterIdLst>
    <p:notesMasterId xmlns:r="http://schemas.openxmlformats.org/officeDocument/2006/relationships" r:id="R99dcf5f36050403b"/>
  </p:notesMasterIdLst>
  <p:sldIdLst>
    <p:sldId xmlns:r="http://schemas.openxmlformats.org/officeDocument/2006/relationships" id="256" r:id="R16a06d3cf4ef412b"/>
    <p:sldId xmlns:r="http://schemas.openxmlformats.org/officeDocument/2006/relationships" id="257" r:id="R4fb159e7c74a4b8c"/>
    <p:sldId xmlns:r="http://schemas.openxmlformats.org/officeDocument/2006/relationships" id="258" r:id="R61a9db88290e4342"/>
    <p:sldId xmlns:r="http://schemas.openxmlformats.org/officeDocument/2006/relationships" id="259" r:id="R62035ca7a5744ab9"/>
    <p:sldId xmlns:r="http://schemas.openxmlformats.org/officeDocument/2006/relationships" id="260" r:id="R7d4799e3ded44bce"/>
    <p:sldId xmlns:r="http://schemas.openxmlformats.org/officeDocument/2006/relationships" id="261" r:id="R91f3160a73e648c6"/>
    <p:sldId xmlns:r="http://schemas.openxmlformats.org/officeDocument/2006/relationships" id="262" r:id="Rcb7353123c4c4ad5"/>
    <p:sldId xmlns:r="http://schemas.openxmlformats.org/officeDocument/2006/relationships" id="263" r:id="R64f9ceb7965646a3"/>
    <p:sldId xmlns:r="http://schemas.openxmlformats.org/officeDocument/2006/relationships" id="264" r:id="Rb859b79eb4cd4ed5"/>
    <p:sldId xmlns:r="http://schemas.openxmlformats.org/officeDocument/2006/relationships" id="265" r:id="R42037a55fdab4b29"/>
    <p:sldId xmlns:r="http://schemas.openxmlformats.org/officeDocument/2006/relationships" id="266" r:id="R4ba3382e76e14927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c6bbee896449e4" /><Relationship Type="http://schemas.openxmlformats.org/officeDocument/2006/relationships/slideMaster" Target="/ppt/slideMasters/slideMaster1.xml" Id="Rb9996e08b1a14dc8" /><Relationship Type="http://schemas.openxmlformats.org/officeDocument/2006/relationships/notesMaster" Target="/ppt/notesMasters/notesMaster1.xml" Id="R99dcf5f36050403b" /><Relationship Type="http://schemas.openxmlformats.org/officeDocument/2006/relationships/presProps" Target="/ppt/presProps.xml" Id="Rd7f343e99d71475e" /><Relationship Type="http://schemas.openxmlformats.org/officeDocument/2006/relationships/viewProps" Target="/ppt/viewProps.xml" Id="R06f022daf9f644f3" /><Relationship Type="http://schemas.openxmlformats.org/officeDocument/2006/relationships/tableStyles" Target="/ppt/tableStyles.xml" Id="Rffa521fda1184ab2" /><Relationship Type="http://schemas.openxmlformats.org/officeDocument/2006/relationships/slide" Target="/ppt/slides/slide1.xml" Id="R16a06d3cf4ef412b" /><Relationship Type="http://schemas.openxmlformats.org/officeDocument/2006/relationships/slide" Target="/ppt/slides/slide2.xml" Id="R4fb159e7c74a4b8c" /><Relationship Type="http://schemas.openxmlformats.org/officeDocument/2006/relationships/slide" Target="/ppt/slides/slide3.xml" Id="R61a9db88290e4342" /><Relationship Type="http://schemas.openxmlformats.org/officeDocument/2006/relationships/slide" Target="/ppt/slides/slide4.xml" Id="R62035ca7a5744ab9" /><Relationship Type="http://schemas.openxmlformats.org/officeDocument/2006/relationships/slide" Target="/ppt/slides/slide5.xml" Id="R7d4799e3ded44bce" /><Relationship Type="http://schemas.openxmlformats.org/officeDocument/2006/relationships/slide" Target="/ppt/slides/slide6.xml" Id="R91f3160a73e648c6" /><Relationship Type="http://schemas.openxmlformats.org/officeDocument/2006/relationships/slide" Target="/ppt/slides/slide7.xml" Id="Rcb7353123c4c4ad5" /><Relationship Type="http://schemas.openxmlformats.org/officeDocument/2006/relationships/slide" Target="/ppt/slides/slide8.xml" Id="R64f9ceb7965646a3" /><Relationship Type="http://schemas.openxmlformats.org/officeDocument/2006/relationships/slide" Target="/ppt/slides/slide9.xml" Id="Rb859b79eb4cd4ed5" /><Relationship Type="http://schemas.openxmlformats.org/officeDocument/2006/relationships/slide" Target="/ppt/slides/slide10.xml" Id="R42037a55fdab4b29" /><Relationship Type="http://schemas.openxmlformats.org/officeDocument/2006/relationships/slide" Target="/ppt/slides/slide11.xml" Id="R4ba3382e76e149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62605094df49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646b2b8f43411f" /><Relationship Type="http://schemas.openxmlformats.org/officeDocument/2006/relationships/notesMaster" Target="/ppt/notesMasters/notesMaster1.xml" Id="R79e73013543e4d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c5cc96cf3e46f1" /><Relationship Type="http://schemas.openxmlformats.org/officeDocument/2006/relationships/notesMaster" Target="/ppt/notesMasters/notesMaster1.xml" Id="R85c73d4726c042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4f979e82494223" /><Relationship Type="http://schemas.openxmlformats.org/officeDocument/2006/relationships/notesMaster" Target="/ppt/notesMasters/notesMaster1.xml" Id="R9d146ea659ca4d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263eaafcd948f5" /><Relationship Type="http://schemas.openxmlformats.org/officeDocument/2006/relationships/notesMaster" Target="/ppt/notesMasters/notesMaster1.xml" Id="R450b852af44045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48cc86b53b4281" /><Relationship Type="http://schemas.openxmlformats.org/officeDocument/2006/relationships/notesMaster" Target="/ppt/notesMasters/notesMaster1.xml" Id="Rc2cd82e74db746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1c491b05e1414e" /><Relationship Type="http://schemas.openxmlformats.org/officeDocument/2006/relationships/notesMaster" Target="/ppt/notesMasters/notesMaster1.xml" Id="R56b8ab6ff80840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84bb7048ca48f0" /><Relationship Type="http://schemas.openxmlformats.org/officeDocument/2006/relationships/notesMaster" Target="/ppt/notesMasters/notesMaster1.xml" Id="R128503e2a0f543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f6647d3c854fb6" /><Relationship Type="http://schemas.openxmlformats.org/officeDocument/2006/relationships/notesMaster" Target="/ppt/notesMasters/notesMaster1.xml" Id="Red4e649effaf4e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186a99312e443a" /><Relationship Type="http://schemas.openxmlformats.org/officeDocument/2006/relationships/notesMaster" Target="/ppt/notesMasters/notesMaster1.xml" Id="R27b258fbbef446d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e548d68ce84da1" /><Relationship Type="http://schemas.openxmlformats.org/officeDocument/2006/relationships/notesMaster" Target="/ppt/notesMasters/notesMaster1.xml" Id="R4e4d33a4e800488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c491a86e944930" /><Relationship Type="http://schemas.openxmlformats.org/officeDocument/2006/relationships/notesMaster" Target="/ppt/notesMasters/notesMaster1.xml" Id="Rbb7e9e8fa35245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code/experiments/experiment1/adults/slides/pilot-v3/negligence_phone.pptx, slide 5.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Ruby tells Kai: I know you could bump into me while looking at your phone and knock my cookies onto the ground.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code/experiments/experiment1/adults/slides/pilot-v3/negligence_phone.pptx, slide 5.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Ruby tells Kai: I’m okay with that.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03ed8ac3a647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dde6df98b141c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ab2b530464461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d5a4b1f930442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3a47217d24474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596eeeb9074c2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b111ddc7a84f6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0aaffb4a5447a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aa5ac1f2e44bd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314f3158f0409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bcb3ea593348a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7580FCF-407B-203F-BD5E-7AE432A7069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1304F00-41B5-C265-0CF2-0D1EB91D980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4D51CC-61F7-102B-5982-CB8ED20CF9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867420-5A5F-77DC-6ED4-DAD06112BD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B49F74-F0D6-C93F-B474-4BB4F0A2FB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26E58DE-2CC2-90F7-932C-ED578D1EAD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90F155-CD49-FF46-A910-EBE0EF45418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F8CDE57-D586-164A-00C2-4D105A5949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D6ED3A-7CC7-AB3C-5348-D8D2507143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E3C04FB-FD51-B1C3-269B-CEF698FD5B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4B9C9F-DD4E-B823-3C97-E3E4273DE9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BC908F4-B8F1-6958-8345-4990D7353B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1CF32D5-8419-C290-7B57-149CA3698D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2AFF7A8-675C-6955-3AA7-86B3D95C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FE4D17-1835-1856-D762-AC8CEB3F61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0E1FFBD-00BB-BB96-580C-FB69EC7D3D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656FD8-26D3-B57A-0B52-C449B29482C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5AF7001-47B7-9C29-B564-5B6AAA30D59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3A553E7-FC40-5060-93EA-BF12C704CE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CFFF26-DE73-46EA-C794-3092CFEB8A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865D62-F84F-0DF6-F90A-6FED683A15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1FA501-9122-819F-1AC2-D5BAB4927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029A8C-3341-2A8E-9C19-21500D8B88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0136758-6871-837D-F1A0-5D84772A0D9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C1D8030-D568-AFC2-0042-854FC46F4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F7532BC-4215-EE3C-F65E-44DCC78B112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893C098-5065-669D-FE2E-385BDF5C1D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847B35A-C158-5C49-1E8D-110B789C1C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BEE09F0-C30C-3AC9-E872-FBF4A28C9F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BFAC30-3BC3-8C9E-8CA8-0415CF18E1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88E65DB-6F23-0067-8402-66CE6F6F1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897D977-9441-B359-D0CE-9BACB1C4008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21656DB-E979-738B-0847-7332167FA2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985674C-ED51-41D7-86A5-E161ED0460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99EE67D-3403-1EDD-6EF1-846CACDF7D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41582F9-ACE6-30BD-B738-8191A2D257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32684B-12F3-323D-142B-4DF8B4BBF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BB969D0-34A5-37A1-354B-49195179D3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9A5247-2524-8137-B7B5-A5CE6F648AD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EB1219-7418-56CF-1D86-63645473BD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7DEAB6E-6A08-3CCA-50A1-721CB3836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2102C54-55C1-F70B-1306-517A317152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F0A523-B4A1-B7CD-4C74-48BAEA829A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BC7C37A-AF02-C7E4-4A3B-17801E97F22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AC72D0D-D4D5-07BE-180C-D7AAE8376C5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3650CF6-75DC-2B11-24E6-2FD26F7CE9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572B1EB-57CC-09D9-7A2E-AD6F637BD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62FE8-4643-794B-86B0-34AA231DCA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CF681EB-B7A7-2F2A-089E-99F33BDED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A4AA95D-A571-AA1E-819B-4BAA0DBB7D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5EEC448-CC93-F10D-C8FC-BFB6223679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5D6A14-F01C-DAAD-CEB5-47B407E2DF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20A623-F028-844E-ADE8-98DC94C828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8E053FD-192D-65BA-6D39-8CDFBE48BF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21EC91-2A7A-435D-3680-951964BBFE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07D0A25-3C42-A769-AEBD-CE5A7D371E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F9FFD41-6EB9-CA7A-2FFE-60B8E322D72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A73E168-1FBA-ADED-DF3C-FEDB04C220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dcf44fa32e45eb" /><Relationship Type="http://schemas.openxmlformats.org/officeDocument/2006/relationships/slideLayout" Target="/ppt/slideLayouts/slideLayout1.xml" Id="R358d6e7d06254389" /><Relationship Type="http://schemas.openxmlformats.org/officeDocument/2006/relationships/slideLayout" Target="/ppt/slideLayouts/slideLayout2.xml" Id="R2c85178903624e95" /><Relationship Type="http://schemas.openxmlformats.org/officeDocument/2006/relationships/slideLayout" Target="/ppt/slideLayouts/slideLayout3.xml" Id="R6b10039e46f24853" /><Relationship Type="http://schemas.openxmlformats.org/officeDocument/2006/relationships/slideLayout" Target="/ppt/slideLayouts/slideLayout4.xml" Id="Rba897dbb5b2f4169" /><Relationship Type="http://schemas.openxmlformats.org/officeDocument/2006/relationships/slideLayout" Target="/ppt/slideLayouts/slideLayout5.xml" Id="R98bf555e3f4c4bbf" /><Relationship Type="http://schemas.openxmlformats.org/officeDocument/2006/relationships/slideLayout" Target="/ppt/slideLayouts/slideLayout6.xml" Id="R261c85f029b74eed" /><Relationship Type="http://schemas.openxmlformats.org/officeDocument/2006/relationships/slideLayout" Target="/ppt/slideLayouts/slideLayout7.xml" Id="R2c8731ab06ca45a6" /><Relationship Type="http://schemas.openxmlformats.org/officeDocument/2006/relationships/slideLayout" Target="/ppt/slideLayouts/slideLayout8.xml" Id="Ra2381e8aaab345a8" /><Relationship Type="http://schemas.openxmlformats.org/officeDocument/2006/relationships/slideLayout" Target="/ppt/slideLayouts/slideLayout9.xml" Id="R0cfc76a9af4f4ea5" /><Relationship Type="http://schemas.openxmlformats.org/officeDocument/2006/relationships/slideLayout" Target="/ppt/slideLayouts/slideLayout10.xml" Id="R0e228f852baa452d" /><Relationship Type="http://schemas.openxmlformats.org/officeDocument/2006/relationships/slideLayout" Target="/ppt/slideLayouts/slideLayout11.xml" Id="R4723533a42204a3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1E93382-66AD-60FE-D8AD-6B9F00C761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DCB29AE-0E97-9874-C056-48596C874B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ACE9EA4-F0C2-BAB8-5959-B33C94BC5DE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74E6C4-22F5-1E69-4BDB-687DC67A68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17780A8-7096-9474-CA42-9DE3291DCDD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8d6e7d06254389"/>
    <p:sldLayoutId xmlns:r="http://schemas.openxmlformats.org/officeDocument/2006/relationships" id="2147483650" r:id="R2c85178903624e95"/>
    <p:sldLayoutId xmlns:r="http://schemas.openxmlformats.org/officeDocument/2006/relationships" id="2147483651" r:id="R6b10039e46f24853"/>
    <p:sldLayoutId xmlns:r="http://schemas.openxmlformats.org/officeDocument/2006/relationships" id="2147483652" r:id="Rba897dbb5b2f4169"/>
    <p:sldLayoutId xmlns:r="http://schemas.openxmlformats.org/officeDocument/2006/relationships" id="2147483653" r:id="R98bf555e3f4c4bbf"/>
    <p:sldLayoutId xmlns:r="http://schemas.openxmlformats.org/officeDocument/2006/relationships" id="2147483654" r:id="R261c85f029b74eed"/>
    <p:sldLayoutId xmlns:r="http://schemas.openxmlformats.org/officeDocument/2006/relationships" id="2147483655" r:id="R2c8731ab06ca45a6"/>
    <p:sldLayoutId xmlns:r="http://schemas.openxmlformats.org/officeDocument/2006/relationships" id="2147483656" r:id="Ra2381e8aaab345a8"/>
    <p:sldLayoutId xmlns:r="http://schemas.openxmlformats.org/officeDocument/2006/relationships" id="2147483657" r:id="R0cfc76a9af4f4ea5"/>
    <p:sldLayoutId xmlns:r="http://schemas.openxmlformats.org/officeDocument/2006/relationships" id="2147483658" r:id="R0e228f852baa452d"/>
    <p:sldLayoutId xmlns:r="http://schemas.openxmlformats.org/officeDocument/2006/relationships" id="2147483659" r:id="R4723533a42204a3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5371dc388a4d77" /><Relationship Type="http://schemas.openxmlformats.org/officeDocument/2006/relationships/image" Target="/ppt/media/image.png" Id="R639e4b54688d44ef" /><Relationship Type="http://schemas.openxmlformats.org/officeDocument/2006/relationships/image" Target="/ppt/media/image2.png" Id="R6f61ed3470de4a38" /><Relationship Type="http://schemas.openxmlformats.org/officeDocument/2006/relationships/notesSlide" Target="/ppt/notesSlides/notesSlide1.xml" Id="Rd9f9bdc751ae45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47aa4dbb9d4d62" /><Relationship Type="http://schemas.openxmlformats.org/officeDocument/2006/relationships/image" Target="/ppt/media/image3.png" Id="R7f20c2b80f604cd3" /><Relationship Type="http://schemas.openxmlformats.org/officeDocument/2006/relationships/image" Target="/ppt/media/image2.png" Id="R76c1cd2653b34f1f" /><Relationship Type="http://schemas.openxmlformats.org/officeDocument/2006/relationships/image" Target="/ppt/media/image4.png" Id="Re87d72c9e8e045ea" /><Relationship Type="http://schemas.openxmlformats.org/officeDocument/2006/relationships/image" Target="/ppt/media/image5.png" Id="R5048709950df4533" /><Relationship Type="http://schemas.openxmlformats.org/officeDocument/2006/relationships/notesSlide" Target="/ppt/notesSlides/notesSlide2.xml" Id="R7b710ac12efd40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e5853798954aa3" /><Relationship Type="http://schemas.openxmlformats.org/officeDocument/2006/relationships/image" Target="/ppt/media/image6.png" Id="Rb062c43e525f4a65" /><Relationship Type="http://schemas.openxmlformats.org/officeDocument/2006/relationships/image" Target="/ppt/media/image7.png" Id="Ra6350ae511454b81" /><Relationship Type="http://schemas.openxmlformats.org/officeDocument/2006/relationships/notesSlide" Target="/ppt/notesSlides/notesSlide3.xml" Id="Rb6570963506543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4621877b484327" /><Relationship Type="http://schemas.openxmlformats.org/officeDocument/2006/relationships/image" Target="/ppt/media/image8.png" Id="R0351ad7b0e354be5" /><Relationship Type="http://schemas.openxmlformats.org/officeDocument/2006/relationships/image" Target="/ppt/media/image7.png" Id="Ra62bd2457c834de5" /><Relationship Type="http://schemas.openxmlformats.org/officeDocument/2006/relationships/image" Target="/ppt/media/image4.png" Id="R261033e098034c83" /><Relationship Type="http://schemas.openxmlformats.org/officeDocument/2006/relationships/image" Target="/ppt/media/image5.png" Id="Rfac0028a5a1343a0" /><Relationship Type="http://schemas.openxmlformats.org/officeDocument/2006/relationships/notesSlide" Target="/ppt/notesSlides/notesSlide4.xml" Id="R758dca7df01a47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eef7e60b704086" /><Relationship Type="http://schemas.openxmlformats.org/officeDocument/2006/relationships/image" Target="/ppt/media/image9.png" Id="Rc133d3d0d6884bd3" /><Relationship Type="http://schemas.openxmlformats.org/officeDocument/2006/relationships/image" Target="/ppt/media/image10.png" Id="Raca23cb096e84a6f" /><Relationship Type="http://schemas.openxmlformats.org/officeDocument/2006/relationships/image" Target="/ppt/media/image11.png" Id="R48ae7a3df5d147cc" /><Relationship Type="http://schemas.openxmlformats.org/officeDocument/2006/relationships/image" Target="/ppt/media/image4.png" Id="R85705b77a4204162" /><Relationship Type="http://schemas.openxmlformats.org/officeDocument/2006/relationships/image" Target="/ppt/media/image5.png" Id="Raf2042b1ad7b4f4c" /><Relationship Type="http://schemas.openxmlformats.org/officeDocument/2006/relationships/notesSlide" Target="/ppt/notesSlides/notesSlide5.xml" Id="R25008b54c73f4a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5216d2a648411d" /><Relationship Type="http://schemas.openxmlformats.org/officeDocument/2006/relationships/image" Target="/ppt/media/image9.png" Id="R2f9ec1d687504da5" /><Relationship Type="http://schemas.openxmlformats.org/officeDocument/2006/relationships/image" Target="/ppt/media/image10.png" Id="Rba586b2f28574d8f" /><Relationship Type="http://schemas.openxmlformats.org/officeDocument/2006/relationships/image" Target="/ppt/media/image11.png" Id="R9690000f859644de" /><Relationship Type="http://schemas.openxmlformats.org/officeDocument/2006/relationships/image" Target="/ppt/media/image4.png" Id="Ra81a6575ee974b02" /><Relationship Type="http://schemas.openxmlformats.org/officeDocument/2006/relationships/image" Target="/ppt/media/image5.png" Id="Rad06c002eb8f4886" /><Relationship Type="http://schemas.openxmlformats.org/officeDocument/2006/relationships/notesSlide" Target="/ppt/notesSlides/notesSlide6.xml" Id="Rf84f44f7833e46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e5eb6d8b854626" /><Relationship Type="http://schemas.openxmlformats.org/officeDocument/2006/relationships/image" Target="/ppt/media/image9.png" Id="R8c816be27bd7452d" /><Relationship Type="http://schemas.openxmlformats.org/officeDocument/2006/relationships/image" Target="/ppt/media/image10.png" Id="Rb02f5d8c2e844fb7" /><Relationship Type="http://schemas.openxmlformats.org/officeDocument/2006/relationships/image" Target="/ppt/media/image11.png" Id="R85c94eb837a8445f" /><Relationship Type="http://schemas.openxmlformats.org/officeDocument/2006/relationships/image" Target="/ppt/media/image4.png" Id="Rdaa67ec2273d44fd" /><Relationship Type="http://schemas.openxmlformats.org/officeDocument/2006/relationships/image" Target="/ppt/media/image5.png" Id="R236812638d0c4307" /><Relationship Type="http://schemas.openxmlformats.org/officeDocument/2006/relationships/notesSlide" Target="/ppt/notesSlides/notesSlide7.xml" Id="R6a7eac38b8f443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be36afce18474e" /><Relationship Type="http://schemas.openxmlformats.org/officeDocument/2006/relationships/image" Target="/ppt/media/image12.png" Id="R2203b5317caa4a16" /><Relationship Type="http://schemas.openxmlformats.org/officeDocument/2006/relationships/image" Target="/ppt/media/image10.png" Id="Rae4986a691d845fb" /><Relationship Type="http://schemas.openxmlformats.org/officeDocument/2006/relationships/image" Target="/ppt/media/image11.png" Id="Rb6c3aa356e104a05" /><Relationship Type="http://schemas.openxmlformats.org/officeDocument/2006/relationships/image" Target="/ppt/media/image4.png" Id="R8670667fe02746a4" /><Relationship Type="http://schemas.openxmlformats.org/officeDocument/2006/relationships/image" Target="/ppt/media/image5.png" Id="R47a797ad444b4d9c" /><Relationship Type="http://schemas.openxmlformats.org/officeDocument/2006/relationships/notesSlide" Target="/ppt/notesSlides/notesSlide8.xml" Id="R3fb768e4ca7844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621ac7c0194faa" /><Relationship Type="http://schemas.openxmlformats.org/officeDocument/2006/relationships/image" Target="/ppt/media/image13.png" Id="R7a26d7752c1e4bd9" /><Relationship Type="http://schemas.openxmlformats.org/officeDocument/2006/relationships/image" Target="/ppt/media/image14.png" Id="R57d50f3efc074936" /><Relationship Type="http://schemas.openxmlformats.org/officeDocument/2006/relationships/image" Target="/ppt/media/image4.png" Id="R1c2b617f69d4464a" /><Relationship Type="http://schemas.openxmlformats.org/officeDocument/2006/relationships/image" Target="/ppt/media/image5.png" Id="R53f4bf713f1e4919" /><Relationship Type="http://schemas.openxmlformats.org/officeDocument/2006/relationships/notesSlide" Target="/ppt/notesSlides/notesSlide9.xml" Id="R0e9d60b6d60449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0296a2289d4185" /><Relationship Type="http://schemas.openxmlformats.org/officeDocument/2006/relationships/image" Target="/ppt/media/image15.png" Id="R5efa6f83a3424fed" /><Relationship Type="http://schemas.openxmlformats.org/officeDocument/2006/relationships/image" Target="/ppt/media/image14.png" Id="R42458697853e496e" /><Relationship Type="http://schemas.openxmlformats.org/officeDocument/2006/relationships/image" Target="/ppt/media/image4.png" Id="Re6e218043dc3438c" /><Relationship Type="http://schemas.openxmlformats.org/officeDocument/2006/relationships/image" Target="/ppt/media/image5.png" Id="R7360fe3f78144032" /><Relationship Type="http://schemas.openxmlformats.org/officeDocument/2006/relationships/notesSlide" Target="/ppt/notesSlides/notesSlide10.xml" Id="R3e14f406395648b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7783be9fb548ab" /><Relationship Type="http://schemas.openxmlformats.org/officeDocument/2006/relationships/image" Target="/ppt/media/image16.png" Id="R50cf33229771452f" /><Relationship Type="http://schemas.openxmlformats.org/officeDocument/2006/relationships/image" Target="/ppt/media/image7.png" Id="Rd6bda40706854c1e" /><Relationship Type="http://schemas.openxmlformats.org/officeDocument/2006/relationships/image" Target="/ppt/media/image2.png" Id="R4b61b81d09704a8f" /><Relationship Type="http://schemas.openxmlformats.org/officeDocument/2006/relationships/image" Target="/ppt/media/image4.png" Id="Rec637694b4d24842" /><Relationship Type="http://schemas.openxmlformats.org/officeDocument/2006/relationships/image" Target="/ppt/media/image5.png" Id="R49d7aa03d1714408" /><Relationship Type="http://schemas.openxmlformats.org/officeDocument/2006/relationships/image" Target="/ppt/media/image17.png" Id="R36a3da57d59d4a35" /><Relationship Type="http://schemas.openxmlformats.org/officeDocument/2006/relationships/notesSlide" Target="/ppt/notesSlides/notesSlide11.xml" Id="Rc5e2854c808d441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93CDF4B6-E617-4444-AED2-6639D6EF81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e4b54688d44ef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B9EC2A2F-69C1-4E52-B377-A6DF9434AB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61ed3470de4a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73833" y="440128"/>
            <a:ext cx="4066877" cy="5571067"/>
          </a:xfrm>
          <a:prstGeom xmlns:a="http://schemas.openxmlformats.org/drawingml/2006/main" prst="rect">
            <a:avLst/>
          </a:prstGeom>
        </p:spPr>
      </p:pic>
      <p:sp>
        <p:nvSpPr>
          <p:cNvPr id="9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45C82AD7-C80C-45CB-A953-2D877750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Kai.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51525215-279B-47EA-89DB-279D4E619E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0c2b80f604cd3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B853094-861D-44D4-8E52-8BC4446970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1cd2653b34f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73833" y="440128"/>
            <a:ext cx="4066877" cy="5571067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539F551A-A775-444F-BD87-7E5AD589C8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d72c9e8e045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1044" y="427281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EC822636-8764-4BC3-92F8-F81CE51D6B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8709950df45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65053" y="409454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8FBEB3FE-3ABE-440C-BD6B-1BDA7AF6B1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8709950df45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3467" y="401035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A02F074A-E8E4-476A-8128-B37AF11A9E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8709950df45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514" y="400718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7A63AAD6-84D1-4A49-BD5D-636E8B9EA3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8709950df45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94499" y="393741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52CF89E4-6944-4EBF-ABC9-450331A3FD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8709950df45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8050" y="408981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827E6646-5E79-4C87-9D76-56802A28AD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8709950df45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490" y="389544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DDCF9DAF-AA40-4A8B-A71C-FAB2E4D626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8709950df45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0069" y="391805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73F233F7-F61B-4ECC-913F-400224E5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Kai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35565848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FBC9719E-1852-4A2E-81ED-4D5BA14117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62c43e525f4a65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59492BAE-9CD9-4663-8E28-14B218C635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350ae511454b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25091" y="440128"/>
            <a:ext cx="4015619" cy="5356078"/>
          </a:xfrm>
          <a:prstGeom xmlns:a="http://schemas.openxmlformats.org/drawingml/2006/main" prst="rect">
            <a:avLst/>
          </a:prstGeom>
        </p:spPr>
      </p:pic>
      <p:sp>
        <p:nvSpPr>
          <p:cNvPr id="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4D3866C3-C3F5-4679-9FB9-6F1CA2DD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Ruby.</a:t>
            </a:r>
          </a:p>
        </p:txBody>
      </p:sp>
    </p:spTree>
    <p:extLst>
      <p:ext uri="{BB962C8B-B14F-4D97-AF65-F5344CB8AC3E}">
        <p14:creationId xmlns:p14="http://schemas.microsoft.com/office/powerpoint/2010/main" val="207279830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59AADB76-18EC-447E-96EF-9F4041C7C4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1ad7b0e354be5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2CAE30B6-7625-4E19-8E05-127205C19F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2bd2457c834d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25091" y="440128"/>
            <a:ext cx="4015619" cy="5356078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798ED0F6-CD1D-41A9-B485-82B6DFACED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1033e098034c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07765" y="4176558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7553B591-A0AB-453F-9C03-7D3F53707F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0028a5a13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51774" y="3998294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CDCCD4DF-AF53-4494-95CE-397293E94B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0028a5a13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877" y="3995129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167BE14E-545B-4489-B697-544C403B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Ruby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21268137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51692A24-88B3-4540-9B92-EF0F44DD0F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33d3d0d6884bd3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5C104359-144A-4F99-9FD7-EA43796E63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23cb096e84a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0811" y="194996"/>
            <a:ext cx="2905869" cy="5347606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9FFA1FF5-2727-4CD4-BC5C-7C905ED3BE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ae7a3df5d147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2160" y="0"/>
            <a:ext cx="3870960" cy="5996488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D14DED7-7904-4B35-BC71-A0157178D4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705b77a42041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56711" y="427281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B5CEFF29-09A1-4498-915C-33B8026E93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2042b1ad7b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720" y="409454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476116F6-CD78-4831-92AC-9E7A10BF7A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2042b1ad7b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86157" y="4094547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F331AB64-29EE-4E46-AE87-1363B217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Kai is walking and staring at his phone.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51692A24-88B3-4540-9B92-EF0F44DD0F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ec1d687504da5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5C104359-144A-4F99-9FD7-EA43796E63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86b2f28574d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0811" y="194996"/>
            <a:ext cx="2905869" cy="5347606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9FFA1FF5-2727-4CD4-BC5C-7C905ED3BE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0000f859644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2160" y="0"/>
            <a:ext cx="3870960" cy="5996488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D14DED7-7904-4B35-BC71-A0157178D4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1a6575ee974b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56711" y="427281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B5CEFF29-09A1-4498-915C-33B8026E93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06c002eb8f48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720" y="409454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476116F6-CD78-4831-92AC-9E7A10BF7A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06c002eb8f48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86157" y="4094547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F331AB64-29EE-4E46-AE87-1363B217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0" rIns="15240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Ruby tells Kai, “I know you could bump into me while looking at your phone and knock my cookies onto the ground.”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51692A24-88B3-4540-9B92-EF0F44DD0F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16be27bd7452d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5C104359-144A-4F99-9FD7-EA43796E63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f5d8c2e844f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0811" y="194996"/>
            <a:ext cx="2905869" cy="5347606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9FFA1FF5-2727-4CD4-BC5C-7C905ED3BE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c94eb837a844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2160" y="0"/>
            <a:ext cx="3870960" cy="5996488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D14DED7-7904-4B35-BC71-A0157178D4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67ec2273d44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56711" y="427281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B5CEFF29-09A1-4498-915C-33B8026E93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6812638d0c43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720" y="409454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476116F6-CD78-4831-92AC-9E7A10BF7A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6812638d0c43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86157" y="4094547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F331AB64-29EE-4E46-AE87-1363B217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Ruby tells Kai, “I’m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65141EE7-031E-4136-B78A-63B1FD3651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03b5317caa4a16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4E93CF22-4F59-4559-841E-CDDF61E8D7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986a691d845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46291" y="194996"/>
            <a:ext cx="2905869" cy="5347606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475D3EF4-EDF0-4B97-A6F6-3F95C6F884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3aa356e104a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2160" y="0"/>
            <a:ext cx="3870960" cy="5996488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92898FA7-B92E-458D-8E90-91F75858BF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0667fe027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56711" y="427281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833D52A2-E520-4769-A4C3-DE1D4CE4B0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797ad444b4d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720" y="409454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9CE6B49A-EA56-45F7-A71E-D98B49C115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797ad444b4d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86157" y="4094547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8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E9C8C32E-A9B5-4AF3-87F1-007F8F32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Kai is walking and staring at his phone.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94FC48AA-30A5-4A52-9562-BDF636507D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6d7752c1e4bd9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AF902B2B-F397-4B6F-AC2A-109C8840C0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50f3efc0749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39628" y="-276999"/>
            <a:ext cx="4112744" cy="6291595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BEC9CD13-7A3D-429F-9746-7C87D96134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2b617f69d446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87842" y="2754735"/>
            <a:ext cx="1307517" cy="553998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84759123-2FCC-40D1-86E2-258F10E3AB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4bf713f1e49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526606">
            <a:off x="7865010" y="297582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330528F2-393D-4E1C-8EA0-C06D2AAF8A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4bf713f1e49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667185">
            <a:off x="8147089" y="2969742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1F273630-170F-4258-A220-F06686DD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Kai bumps into Ruby!</a:t>
            </a:r>
          </a:p>
        </p:txBody>
      </p:sp>
    </p:spTree>
    <p:extLst>
      <p:ext uri="{BB962C8B-B14F-4D97-AF65-F5344CB8AC3E}">
        <p14:creationId xmlns:p14="http://schemas.microsoft.com/office/powerpoint/2010/main" val="415266726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9C0C483C-EFD6-40EE-95BE-C8156A500A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fa6f83a3424fed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F1D2D176-DC51-4929-B2E9-5C67652624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458697853e49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39628" y="-276999"/>
            <a:ext cx="4112744" cy="6291595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5AA06B64-AAA8-4843-90A5-6BBCB027E2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e218043dc343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87842" y="2754735"/>
            <a:ext cx="1307517" cy="553998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720F1663-E772-4756-8321-D1BE723BC6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60fe3f781440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526606">
            <a:off x="7865010" y="297582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23A55999-5BEB-4FF0-B7FB-8BCDE98F67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60fe3f781440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667185">
            <a:off x="8147089" y="2969742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9549A4B8-E966-4E65-9533-2AE5D966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 of Ruby’s cookies fall!</a:t>
            </a:r>
          </a:p>
        </p:txBody>
      </p:sp>
    </p:spTree>
    <p:extLst>
      <p:ext uri="{BB962C8B-B14F-4D97-AF65-F5344CB8AC3E}">
        <p14:creationId xmlns:p14="http://schemas.microsoft.com/office/powerpoint/2010/main" val="129982576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06DA1A41-F909-4F1B-A78D-91A6A22A2A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cf33229771452f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86BDF7F1-4751-427A-9DD3-43A11D038C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bda40706854c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66488" y="525447"/>
            <a:ext cx="3802149" cy="5071349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AA0CF7F4-510B-4234-AD40-4D55E8BFBD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61b81d09704a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518901" y="525447"/>
            <a:ext cx="3859690" cy="5287249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95636B9B-7F77-4291-B03A-C1AB98BB01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637694b4d2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76823" y="4169375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BC24A53D-D29A-4732-865D-38153D8E9F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7aa03d1714408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26633" y="4191706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B9F4BBE9-8DBF-4570-9092-795BD06431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7aa03d1714408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51072" y="4169374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1A4A7BC5-484C-48B3-92A3-E2BF929E95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7aa03d1714408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61867" y="4119191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3EBCCAEA-DC08-42EA-B671-91BE8D2B44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7aa03d1714408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50583" y="4086927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4A6C993D-73D4-49AD-82AE-C76EDEF957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7aa03d1714408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30794" y="4103059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5B632403-25D6-4A95-9709-185711314B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a3da57d59d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8839595" y="5097085"/>
            <a:ext cx="812666" cy="411363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5FA5379F-3A9A-4FDE-B011-023EDE251C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a3da57d59d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8491159" y="4962073"/>
            <a:ext cx="812666" cy="411363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37EF0A5C-9DB1-4CC6-B517-087894703F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637694b4d2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78486" y="4044792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3" name="Picture 22">
            <a:extLst xmlns:a="http://schemas.openxmlformats.org/drawingml/2006/main">
              <a:ext uri="{FF2B5EF4-FFF2-40B4-BE49-F238E27FC236}">
                <a16:creationId xmlns:a16="http://schemas.microsoft.com/office/drawing/2014/main" id="{FA033E1E-AEFA-45E6-88CE-175E3B1353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7aa03d1714408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00884" y="4035320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8668B972-95AD-4E46-BE3D-65E63FB310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7aa03d1714408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65785" y="4001823"/>
            <a:ext cx="457200" cy="224025"/>
          </a:xfrm>
          <a:prstGeom xmlns:a="http://schemas.openxmlformats.org/drawingml/2006/main" prst="rect">
            <a:avLst/>
          </a:prstGeom>
        </p:spPr>
      </p:pic>
      <p:sp>
        <p:nvSpPr>
          <p:cNvPr id="2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196F90F0-1320-4B30-ADF4-FC60AB59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Kai still has 8 cookies. Ruby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145169055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2026-10-16T18:05:16.6740000Z</dcterms:created>
  <dcterms:modified xsi:type="dcterms:W3CDTF">2026-10-16T18:05:16.6740000Z</dcterms:modified>
</coreProperties>
</file>