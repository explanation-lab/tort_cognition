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B4BD08-D936-8240-A9BE-01FD1B6AEE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CDF4B6-E617-4444-AED2-6639D6EF81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EC2A2F-69C1-4E52-B377-A6DF9434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45C82AD7-C80C-45CB-A953-2D8777503B7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525215-279B-47EA-89DB-279D4E619E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853094-861D-44D4-8E52-8BC444697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9F551A-A775-444F-BD87-7E5AD589C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822636-8764-4BC3-92F8-F81CE51D6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EB3FE-3ABE-440C-BD6B-1BDA7AF6B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2F074A-E8E4-476A-8128-B37AF11A9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63AAD6-84D1-4A49-BD5D-636E8B9EA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CF89E4-6944-4EBF-ABC9-450331A3F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7E6646-5E79-4C87-9D76-56802A28A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490" y="389544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CF9DAF-AA40-4A8B-A71C-FAB2E4D62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69" y="3918050"/>
            <a:ext cx="1053833" cy="531259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73F233F7-F61B-4ECC-913F-400224E52C2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C9719E-1852-4A2E-81ED-4D5BA14117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492BAE-9CD9-4663-8E28-14B218C63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4D3866C3-C3F5-4679-9FB9-6F1CA2DD4C4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AADB76-18EC-447E-96EF-9F4041C7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AE30B6-7625-4E19-8E05-127205C1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8ED0F6-CD1D-41A9-B485-82B6DFACE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765" y="4176558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53B591-A0AB-453F-9C03-7D3F53707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774" y="3998294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CCD4DF-AF53-4494-95CE-397293E94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877" y="3995129"/>
            <a:ext cx="1053833" cy="531259"/>
          </a:xfrm>
          <a:prstGeom prst="rect">
            <a:avLst/>
          </a:prstGeom>
        </p:spPr>
      </p:pic>
      <p:sp>
        <p:nvSpPr>
          <p:cNvPr id="16" name="Study story caption">
            <a:extLst>
              <a:ext uri="{FF2B5EF4-FFF2-40B4-BE49-F238E27FC236}">
                <a16:creationId xmlns:a16="http://schemas.microsoft.com/office/drawing/2014/main" id="{167BE14E-545B-4489-B697-544C403B38D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1692A24-88B3-4540-9B92-EF0F44DD0F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04359-144A-4F99-9FD7-EA43796E6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A1FF5-2727-4CD4-BC5C-7C905ED3B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14DED7-7904-4B35-BC71-A0157178D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CEFF29-09A1-4498-915C-33B8026E9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6116F6-CD78-4831-92AC-9E7A10BF7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  <p:sp>
        <p:nvSpPr>
          <p:cNvPr id="25" name="Study story caption">
            <a:extLst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1692A24-88B3-4540-9B92-EF0F44DD0F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04359-144A-4F99-9FD7-EA43796E6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A1FF5-2727-4CD4-BC5C-7C905ED3B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14DED7-7904-4B35-BC71-A0157178D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CEFF29-09A1-4498-915C-33B8026E9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6116F6-CD78-4831-92AC-9E7A10BF7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  <p:sp>
        <p:nvSpPr>
          <p:cNvPr id="25" name="Study story caption">
            <a:extLst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tells Kai, “I know you could bump into me while looking at your phone and knock my cookies onto the ground.”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1692A24-88B3-4540-9B92-EF0F44DD0F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04359-144A-4F99-9FD7-EA43796E6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A1FF5-2727-4CD4-BC5C-7C905ED3B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14DED7-7904-4B35-BC71-A0157178D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CEFF29-09A1-4498-915C-33B8026E9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6116F6-CD78-4831-92AC-9E7A10BF7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  <p:sp>
        <p:nvSpPr>
          <p:cNvPr id="25" name="Study story caption">
            <a:extLst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tells Kai,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141EE7-031E-4136-B78A-63B1FD3651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3CF22-4F59-4559-841E-CDDF61E8D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D3EF4-EDF0-4B97-A6F6-3F95C6F88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898FA7-B92E-458D-8E90-91F75858B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3D52A2-E520-4769-A4C3-DE1D4CE4B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E6B49A-EA56-45F7-A71E-D98B49C11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  <p:sp>
        <p:nvSpPr>
          <p:cNvPr id="18" name="Study story caption">
            <a:extLst>
              <a:ext uri="{FF2B5EF4-FFF2-40B4-BE49-F238E27FC236}">
                <a16:creationId xmlns:a16="http://schemas.microsoft.com/office/drawing/2014/main" id="{E9C8C32E-A9B5-4AF3-87F1-007F8F322D8D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FC48AA-30A5-4A52-9562-BDF636507D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902B2B-F397-4B6F-AC2A-109C8840C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C9CD13-7A3D-429F-9746-7C87D9613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2" y="2754735"/>
            <a:ext cx="1307517" cy="553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759123-2FCC-40D1-86E2-258F10E3A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0528F2-393D-4E1C-8EA0-C06D2AAF8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1F273630-170F-4258-A220-F06686DDC12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Kai bumps into Ruby!</a:t>
            </a:r>
          </a:p>
        </p:txBody>
      </p:sp>
    </p:spTree>
    <p:extLst>
      <p:ext uri="{BB962C8B-B14F-4D97-AF65-F5344CB8AC3E}">
        <p14:creationId xmlns:p14="http://schemas.microsoft.com/office/powerpoint/2010/main" val="415266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0C483C-EFD6-40EE-95BE-C8156A500A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D2D176-DC51-4929-B2E9-5C6765262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06B64-AAA8-4843-90A5-6BBCB027E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2" y="2754735"/>
            <a:ext cx="1307517" cy="553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F1663-E772-4756-8321-D1BE723BC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55999-5BEB-4FF0-B7FB-8BCDE98F6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9549A4B8-E966-4E65-9533-2AE5D966367D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Ruby’s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1299825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6DA1A41-F909-4F1B-A78D-91A6A22A2A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BDF7F1-4751-427A-9DD3-43A11D038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0CF7F4-510B-4234-AD40-4D55E8BFB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636B9B-7F77-4291-B03A-C1AB98BB0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24A53D-D29A-4732-865D-38153D8E9F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F4BBE9-8DBF-4570-9092-795BD06431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4A7BC5-484C-48B3-92A3-E2BF929E957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BCCAEA-DC08-42EA-B671-91BE8D2B44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6C993D-73D4-49AD-82AE-C76EDEF9571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632403-25D6-4A95-9709-185711314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A5379F-3A9A-4FDE-B011-023EDE251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EF0A5C-9DB1-4CC6-B517-087894703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486" y="4044792"/>
            <a:ext cx="1027288" cy="318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033E1E-AEFA-45E6-88CE-175E3B1353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00884" y="4035320"/>
            <a:ext cx="457200" cy="2240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668B972-95AD-4E46-BE3D-65E63FB310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5785" y="4001823"/>
            <a:ext cx="457200" cy="224025"/>
          </a:xfrm>
          <a:prstGeom prst="rect">
            <a:avLst/>
          </a:prstGeom>
        </p:spPr>
      </p:pic>
      <p:sp>
        <p:nvSpPr>
          <p:cNvPr id="26" name="Study story caption">
            <a:extLst>
              <a:ext uri="{FF2B5EF4-FFF2-40B4-BE49-F238E27FC236}">
                <a16:creationId xmlns:a16="http://schemas.microsoft.com/office/drawing/2014/main" id="{196F90F0-1320-4B30-ADF4-FC60AB59F51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still has 8 cookies. Ruby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Macintosh PowerPoint</Application>
  <DocSecurity>0</DocSecurity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2026-10-16T18:05:16Z</dcterms:created>
  <dcterms:modified xsi:type="dcterms:W3CDTF">2026-10-17T12:51:28Z</dcterms:modified>
</cp:coreProperties>
</file>