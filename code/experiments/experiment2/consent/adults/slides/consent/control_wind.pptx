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2b3b4903a44d05" /><Relationship Type="http://schemas.openxmlformats.org/officeDocument/2006/relationships/extended-properties" Target="/docProps/app.xml" Id="Rd251153ff7b34f08" /><Relationship Type="http://schemas.openxmlformats.org/officeDocument/2006/relationships/officeDocument" Target="/ppt/presentation.xml" Id="Re16f66be94c54c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d405914fac4b41"/>
  </p:sldMasterIdLst>
  <p:notesMasterIdLst>
    <p:notesMasterId xmlns:r="http://schemas.openxmlformats.org/officeDocument/2006/relationships" r:id="R58198aa28263455a"/>
  </p:notesMasterIdLst>
  <p:sldIdLst>
    <p:sldId xmlns:r="http://schemas.openxmlformats.org/officeDocument/2006/relationships" id="256" r:id="R1ef0617ca4a34f11"/>
    <p:sldId xmlns:r="http://schemas.openxmlformats.org/officeDocument/2006/relationships" id="257" r:id="Rcd23f561c8774d93"/>
    <p:sldId xmlns:r="http://schemas.openxmlformats.org/officeDocument/2006/relationships" id="258" r:id="R62098f669b974b99"/>
    <p:sldId xmlns:r="http://schemas.openxmlformats.org/officeDocument/2006/relationships" id="259" r:id="R154413ec4e124256"/>
    <p:sldId xmlns:r="http://schemas.openxmlformats.org/officeDocument/2006/relationships" id="260" r:id="Rf09196d7924d4d25"/>
    <p:sldId xmlns:r="http://schemas.openxmlformats.org/officeDocument/2006/relationships" id="261" r:id="R33b47283bf964d18"/>
    <p:sldId xmlns:r="http://schemas.openxmlformats.org/officeDocument/2006/relationships" id="262" r:id="R2d5c02c1437e45ba"/>
    <p:sldId xmlns:r="http://schemas.openxmlformats.org/officeDocument/2006/relationships" id="263" r:id="R10b0f083b9594aff"/>
    <p:sldId xmlns:r="http://schemas.openxmlformats.org/officeDocument/2006/relationships" id="264" r:id="Rfa708db998434c00"/>
    <p:sldId xmlns:r="http://schemas.openxmlformats.org/officeDocument/2006/relationships" id="265" r:id="R3c12716857424638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19929b27f34d32" /><Relationship Type="http://schemas.openxmlformats.org/officeDocument/2006/relationships/slideMaster" Target="/ppt/slideMasters/slideMaster1.xml" Id="Re0d405914fac4b41" /><Relationship Type="http://schemas.openxmlformats.org/officeDocument/2006/relationships/notesMaster" Target="/ppt/notesMasters/notesMaster1.xml" Id="R58198aa28263455a" /><Relationship Type="http://schemas.openxmlformats.org/officeDocument/2006/relationships/presProps" Target="/ppt/presProps.xml" Id="Rb4fd17b62a174c01" /><Relationship Type="http://schemas.openxmlformats.org/officeDocument/2006/relationships/viewProps" Target="/ppt/viewProps.xml" Id="Ra4a233a9dc9f4893" /><Relationship Type="http://schemas.openxmlformats.org/officeDocument/2006/relationships/tableStyles" Target="/ppt/tableStyles.xml" Id="Rb9b7df6fd5ac41ea" /><Relationship Type="http://schemas.openxmlformats.org/officeDocument/2006/relationships/slide" Target="/ppt/slides/slide1.xml" Id="R1ef0617ca4a34f11" /><Relationship Type="http://schemas.openxmlformats.org/officeDocument/2006/relationships/slide" Target="/ppt/slides/slide2.xml" Id="Rcd23f561c8774d93" /><Relationship Type="http://schemas.openxmlformats.org/officeDocument/2006/relationships/slide" Target="/ppt/slides/slide3.xml" Id="R62098f669b974b99" /><Relationship Type="http://schemas.openxmlformats.org/officeDocument/2006/relationships/slide" Target="/ppt/slides/slide4.xml" Id="R154413ec4e124256" /><Relationship Type="http://schemas.openxmlformats.org/officeDocument/2006/relationships/slide" Target="/ppt/slides/slide5.xml" Id="Rf09196d7924d4d25" /><Relationship Type="http://schemas.openxmlformats.org/officeDocument/2006/relationships/slide" Target="/ppt/slides/slide6.xml" Id="R33b47283bf964d18" /><Relationship Type="http://schemas.openxmlformats.org/officeDocument/2006/relationships/slide" Target="/ppt/slides/slide7.xml" Id="R2d5c02c1437e45ba" /><Relationship Type="http://schemas.openxmlformats.org/officeDocument/2006/relationships/slide" Target="/ppt/slides/slide8.xml" Id="R10b0f083b9594aff" /><Relationship Type="http://schemas.openxmlformats.org/officeDocument/2006/relationships/slide" Target="/ppt/slides/slide9.xml" Id="Rfa708db998434c00" /><Relationship Type="http://schemas.openxmlformats.org/officeDocument/2006/relationships/slide" Target="/ppt/slides/slide10.xml" Id="R3c127168574246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ca5a13f97d49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a7d97440514adc" /><Relationship Type="http://schemas.openxmlformats.org/officeDocument/2006/relationships/notesMaster" Target="/ppt/notesMasters/notesMaster1.xml" Id="R334aa54066a140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98c65b131041ac" /><Relationship Type="http://schemas.openxmlformats.org/officeDocument/2006/relationships/notesMaster" Target="/ppt/notesMasters/notesMaster1.xml" Id="R40f9e146d58a46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587a0a9dc54317" /><Relationship Type="http://schemas.openxmlformats.org/officeDocument/2006/relationships/notesMaster" Target="/ppt/notesMasters/notesMaster1.xml" Id="Rb9fe9b60320b43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1d6bf6d98f4c73" /><Relationship Type="http://schemas.openxmlformats.org/officeDocument/2006/relationships/notesMaster" Target="/ppt/notesMasters/notesMaster1.xml" Id="R9ef159a883c540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3b749811c34015" /><Relationship Type="http://schemas.openxmlformats.org/officeDocument/2006/relationships/notesMaster" Target="/ppt/notesMasters/notesMaster1.xml" Id="R212c4ae71d8d4e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1b052618a54814" /><Relationship Type="http://schemas.openxmlformats.org/officeDocument/2006/relationships/notesMaster" Target="/ppt/notesMasters/notesMaster1.xml" Id="R01b6e28e81054d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913ea0193c4616" /><Relationship Type="http://schemas.openxmlformats.org/officeDocument/2006/relationships/notesMaster" Target="/ppt/notesMasters/notesMaster1.xml" Id="R8d5b63cfc25b4f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b93897608a4fa9" /><Relationship Type="http://schemas.openxmlformats.org/officeDocument/2006/relationships/notesMaster" Target="/ppt/notesMasters/notesMaster1.xml" Id="Ra1b786a06e874e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20e463da7c479b" /><Relationship Type="http://schemas.openxmlformats.org/officeDocument/2006/relationships/notesMaster" Target="/ppt/notesMasters/notesMaster1.xml" Id="R6f88259dace847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46f40ab40c4a92" /><Relationship Type="http://schemas.openxmlformats.org/officeDocument/2006/relationships/notesMaster" Target="/ppt/notesMasters/notesMaster1.xml" Id="Rd99c2a7192c645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scene: code/experiments/experiment1/adults/slides/pilot-v3/control_wind.pptx, slide 5.</a:t>
            </a:r>
            <a:endParaRPr/>
          </a:p>
          <a:p xmlns:a="http://schemas.openxmlformats.org/drawingml/2006/main">
            <a:r>
              <a:t>Wording: code/experiments/experiment2/consent/materials.json.</a:t>
            </a:r>
            <a:endParaRPr/>
          </a:p>
          <a:p xmlns:a="http://schemas.openxmlformats.org/drawingml/2006/main">
            <a:r>
              <a:t>Katie tells Tony: I know the wind could blow my cookies away.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scene: code/experiments/experiment1/adults/slides/pilot-v3/control_wind.pptx, slide 5.</a:t>
            </a:r>
            <a:endParaRPr/>
          </a:p>
          <a:p xmlns:a="http://schemas.openxmlformats.org/drawingml/2006/main">
            <a:r>
              <a:t>Wording: code/experiments/experiment2/consent/materials.json.</a:t>
            </a:r>
            <a:endParaRPr/>
          </a:p>
          <a:p xmlns:a="http://schemas.openxmlformats.org/drawingml/2006/main">
            <a:r>
              <a:t>Katie tells Tony: I’m okay with that.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0713cc4d46425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764c47ac3d4bb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a3a6a2889b4e6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8dcffb9352487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ba4d9c3b2d4cb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517bbc4a4643d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aced89f9f944b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9697666d7340f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62f54d28554fc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681473c2994a0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532c93c7cb4414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C5B545-7E4E-115E-D9AE-33999AD003E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607D341-9B07-5B2F-064E-57D827B257A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4A87C3D-BFAB-0949-0D8E-E29843E0DD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BEBB6E-1747-1148-9C7B-8E39D56E3DDB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9510B9B-FBA6-052E-CBA4-684282DDF4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EF483C2-C784-BD76-AB56-07407192AA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7086652-8ED8-2C4E-810D-2E1EC7F26486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D4926F-14D1-0737-A8BF-E6DA7B60DE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631E4C3-CEDF-B93E-D78A-7EF2A5DA39B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4B52DAA-E227-3F3C-2BC4-7580452B5D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BEBB6E-1747-1148-9C7B-8E39D56E3DDB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98FC7D5-B59D-20A1-3D3F-4CD92186F1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932F01B-B3C6-31C2-9108-EB94802012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7086652-8ED8-2C4E-810D-2E1EC7F26486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F0815F-3348-32E4-0B54-02FD41B1AF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2BC4490-6F20-54C2-681B-18BF3F692E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BB2078-644B-0581-1C58-52CD1926F5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BEBB6E-1747-1148-9C7B-8E39D56E3DDB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DA82AC6-3947-7E21-09FB-BCC930E99D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A9C2D9-0266-1B80-4773-D92C1AAA07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7086652-8ED8-2C4E-810D-2E1EC7F26486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057E2F8-2154-032C-FE4E-6088E9A87F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28038F6-3759-B7FD-DD63-B5F4D693219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F2E74A7-9FC8-DD42-95EA-166C746D703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874CFD8-9839-1ED5-1A19-F83CB840B6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BEBB6E-1747-1148-9C7B-8E39D56E3DDB}" type="datetimeFigureOut">
              <a:t>2026/5/29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2CCCA20-9281-FFCF-8D1B-D9C7253861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2F2FDAA-B564-04EB-6CB6-59CCE6B8E9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7086652-8ED8-2C4E-810D-2E1EC7F26486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38EA1E8-869E-7FA5-3B4B-0858FB5570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B39C1B5-9F4C-6231-A818-00BD5CC7CE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96B7603-5F44-DB39-9341-FBF429946AC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8CA8FCA-414B-256E-B8CB-0530D3E392E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08277B0-AC52-227E-CF9D-31DFA689B88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DAF7DF43-3E47-8946-FFF4-253D70E196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BEBB6E-1747-1148-9C7B-8E39D56E3DDB}" type="datetimeFigureOut">
              <a:t>2026/5/29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7B509E7-26B7-3393-9480-C9FDF4359D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9FA5025-512F-18DB-59B9-C7DA03D12B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7086652-8ED8-2C4E-810D-2E1EC7F2648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D34A387-0748-DC9D-ECD2-A5AD0B4F96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953861D-4C08-B605-93D2-6AEEB6E94C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BEBB6E-1747-1148-9C7B-8E39D56E3DDB}" type="datetimeFigureOut">
              <a:t>2026/5/29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6FC9800-7EE6-E390-DAA5-3B2DB461C9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8688D2E-82BE-5395-2439-F6CE2D6B2F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7086652-8ED8-2C4E-810D-2E1EC7F2648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72BEC4D-3FA7-DF2C-D8A8-41AA5A75972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BEBB6E-1747-1148-9C7B-8E39D56E3DDB}" type="datetimeFigureOut">
              <a:t>2026/5/29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6A3668B-1411-DFB6-5BF8-73F36504EE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4C5DDBA-CD73-05B4-20A5-4DD5337EA6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7086652-8ED8-2C4E-810D-2E1EC7F2648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083CB3-04A1-C9F0-0E3D-B5109B0CB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7A61067-A124-52F4-313F-AE4113E3F4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7C71974-7FA6-061C-3A11-76E89377E4E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C999820-A27A-F41E-9328-6C465A1D93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BEBB6E-1747-1148-9C7B-8E39D56E3DDB}" type="datetimeFigureOut">
              <a:t>2026/5/29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FE2CA85-3573-A5C5-9876-4DFA858623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BAB0DEA-2BAF-4177-DC53-CE6CF2C9BE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7086652-8ED8-2C4E-810D-2E1EC7F2648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F52E22-67CB-BDAD-E42C-02BB283322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70A2FDB-34FA-1131-3654-B3B8D2CC3B0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72E1C7F-8AB9-26D1-463D-CA4DDDA2223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5E287C5-F4D1-2213-8628-E39F1CBBE8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BEBB6E-1747-1148-9C7B-8E39D56E3DDB}" type="datetimeFigureOut">
              <a:t>2026/5/29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71DA965-0D31-5AB1-C4C9-83A6D52AD4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D7B6A37-82A7-7D32-FBED-311FE2C44D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7086652-8ED8-2C4E-810D-2E1EC7F2648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F469935-A0FC-15DE-6B82-46FC63115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EBDE586-1C72-D8F5-2B4D-1F974960C1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5FE60DB-B08D-E5FD-4FB8-05A34853DE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BEBB6E-1747-1148-9C7B-8E39D56E3DDB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B162FB5-8E01-00DF-4DCB-66C45C2201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A9D754-872F-8085-C78D-849A0C71E7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7086652-8ED8-2C4E-810D-2E1EC7F2648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A6E62056-1BB4-3934-7190-AAE04168CB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B5AE842-44C6-CD93-D000-A3380F29A7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DD5368A-CE08-2167-C5D4-87BB42DDC0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BEBB6E-1747-1148-9C7B-8E39D56E3DDB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EC675E9-AA47-6B87-1265-95D473D04C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AD1C5AF-FADA-5626-B030-7408A3BEF6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7086652-8ED8-2C4E-810D-2E1EC7F26486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045c0e7f7a493c" /><Relationship Type="http://schemas.openxmlformats.org/officeDocument/2006/relationships/slideLayout" Target="/ppt/slideLayouts/slideLayout1.xml" Id="R51ca8ca4428b4a47" /><Relationship Type="http://schemas.openxmlformats.org/officeDocument/2006/relationships/slideLayout" Target="/ppt/slideLayouts/slideLayout2.xml" Id="Rf1d70bcf430f4936" /><Relationship Type="http://schemas.openxmlformats.org/officeDocument/2006/relationships/slideLayout" Target="/ppt/slideLayouts/slideLayout3.xml" Id="R7ff65464e0d8439c" /><Relationship Type="http://schemas.openxmlformats.org/officeDocument/2006/relationships/slideLayout" Target="/ppt/slideLayouts/slideLayout4.xml" Id="Rde50a7a7f4494b99" /><Relationship Type="http://schemas.openxmlformats.org/officeDocument/2006/relationships/slideLayout" Target="/ppt/slideLayouts/slideLayout5.xml" Id="R5e4a79ce60784688" /><Relationship Type="http://schemas.openxmlformats.org/officeDocument/2006/relationships/slideLayout" Target="/ppt/slideLayouts/slideLayout6.xml" Id="Racb5ee7de5534b39" /><Relationship Type="http://schemas.openxmlformats.org/officeDocument/2006/relationships/slideLayout" Target="/ppt/slideLayouts/slideLayout7.xml" Id="R54e2a94f43204139" /><Relationship Type="http://schemas.openxmlformats.org/officeDocument/2006/relationships/slideLayout" Target="/ppt/slideLayouts/slideLayout8.xml" Id="R234ca9069c154dd0" /><Relationship Type="http://schemas.openxmlformats.org/officeDocument/2006/relationships/slideLayout" Target="/ppt/slideLayouts/slideLayout9.xml" Id="R34b12bc3dc8a4499" /><Relationship Type="http://schemas.openxmlformats.org/officeDocument/2006/relationships/slideLayout" Target="/ppt/slideLayouts/slideLayout10.xml" Id="R29b7bf0f197645fb" /><Relationship Type="http://schemas.openxmlformats.org/officeDocument/2006/relationships/slideLayout" Target="/ppt/slideLayouts/slideLayout11.xml" Id="Rcbd6cb0f5a494b4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74AF38A-B81A-E33F-617C-205C3C2EC1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302F850-D113-4ECF-9B25-D8D882FAC8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50AC17B-C261-8B33-7085-9AB5C3BFEE1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15BEBB6E-1747-1148-9C7B-8E39D56E3DDB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195AC0-6D16-5B1E-550A-95C1402B473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55393AB-3806-F30B-688B-96B0A2CE1A1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B7086652-8ED8-2C4E-810D-2E1EC7F2648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ca8ca4428b4a47"/>
    <p:sldLayoutId xmlns:r="http://schemas.openxmlformats.org/officeDocument/2006/relationships" id="2147483650" r:id="Rf1d70bcf430f4936"/>
    <p:sldLayoutId xmlns:r="http://schemas.openxmlformats.org/officeDocument/2006/relationships" id="2147483651" r:id="R7ff65464e0d8439c"/>
    <p:sldLayoutId xmlns:r="http://schemas.openxmlformats.org/officeDocument/2006/relationships" id="2147483652" r:id="Rde50a7a7f4494b99"/>
    <p:sldLayoutId xmlns:r="http://schemas.openxmlformats.org/officeDocument/2006/relationships" id="2147483653" r:id="R5e4a79ce60784688"/>
    <p:sldLayoutId xmlns:r="http://schemas.openxmlformats.org/officeDocument/2006/relationships" id="2147483654" r:id="Racb5ee7de5534b39"/>
    <p:sldLayoutId xmlns:r="http://schemas.openxmlformats.org/officeDocument/2006/relationships" id="2147483655" r:id="R54e2a94f43204139"/>
    <p:sldLayoutId xmlns:r="http://schemas.openxmlformats.org/officeDocument/2006/relationships" id="2147483656" r:id="R234ca9069c154dd0"/>
    <p:sldLayoutId xmlns:r="http://schemas.openxmlformats.org/officeDocument/2006/relationships" id="2147483657" r:id="R34b12bc3dc8a4499"/>
    <p:sldLayoutId xmlns:r="http://schemas.openxmlformats.org/officeDocument/2006/relationships" id="2147483658" r:id="R29b7bf0f197645fb"/>
    <p:sldLayoutId xmlns:r="http://schemas.openxmlformats.org/officeDocument/2006/relationships" id="2147483659" r:id="Rcbd6cb0f5a494b4a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feb83c081540ed" /><Relationship Type="http://schemas.openxmlformats.org/officeDocument/2006/relationships/image" Target="/ppt/media/image.png" Id="R99e3bcbfe81c4b3f" /><Relationship Type="http://schemas.openxmlformats.org/officeDocument/2006/relationships/image" Target="/ppt/media/image2.png" Id="Rce7c78a232704e00" /><Relationship Type="http://schemas.openxmlformats.org/officeDocument/2006/relationships/notesSlide" Target="/ppt/notesSlides/notesSlide1.xml" Id="Rce3626fceac843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1636d83bb34f2e" /><Relationship Type="http://schemas.openxmlformats.org/officeDocument/2006/relationships/image" Target="/ppt/media/image3.png" Id="Rb71c803f26674360" /><Relationship Type="http://schemas.openxmlformats.org/officeDocument/2006/relationships/image" Target="/ppt/media/image2.png" Id="Rec880f82f0ad443b" /><Relationship Type="http://schemas.openxmlformats.org/officeDocument/2006/relationships/image" Target="/ppt/media/image4.png" Id="R0f2ce1ccb871471b" /><Relationship Type="http://schemas.openxmlformats.org/officeDocument/2006/relationships/image" Target="/ppt/media/image5.png" Id="R8e40227ec31e4927" /><Relationship Type="http://schemas.openxmlformats.org/officeDocument/2006/relationships/notesSlide" Target="/ppt/notesSlides/notesSlide2.xml" Id="R35d95163a4e447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bb0c4c41d54143" /><Relationship Type="http://schemas.openxmlformats.org/officeDocument/2006/relationships/image" Target="/ppt/media/image6.png" Id="R9a4968f5c47c461f" /><Relationship Type="http://schemas.openxmlformats.org/officeDocument/2006/relationships/image" Target="/ppt/media/image7.png" Id="Ra0113b6e913944d1" /><Relationship Type="http://schemas.openxmlformats.org/officeDocument/2006/relationships/notesSlide" Target="/ppt/notesSlides/notesSlide3.xml" Id="R6004aa2c4dd846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f5f94afeb54a76" /><Relationship Type="http://schemas.openxmlformats.org/officeDocument/2006/relationships/image" Target="/ppt/media/image8.png" Id="Rd596fcd0ccba4ebc" /><Relationship Type="http://schemas.openxmlformats.org/officeDocument/2006/relationships/image" Target="/ppt/media/image7.png" Id="R2f1073ae32f74967" /><Relationship Type="http://schemas.openxmlformats.org/officeDocument/2006/relationships/image" Target="/ppt/media/image4.png" Id="R4342e27ca9e647b8" /><Relationship Type="http://schemas.openxmlformats.org/officeDocument/2006/relationships/image" Target="/ppt/media/image9.png" Id="R17eed88280c647b2" /><Relationship Type="http://schemas.openxmlformats.org/officeDocument/2006/relationships/image" Target="/ppt/media/image10.png" Id="Rd6aba057602e431f" /><Relationship Type="http://schemas.openxmlformats.org/officeDocument/2006/relationships/image" Target="/ppt/media/image11.png" Id="R0af31b60e1bb4da2" /><Relationship Type="http://schemas.openxmlformats.org/officeDocument/2006/relationships/image" Target="/ppt/media/image12.png" Id="Rb05a88e947a441e5" /><Relationship Type="http://schemas.openxmlformats.org/officeDocument/2006/relationships/image" Target="/ppt/media/image13.png" Id="R28abffa1de4c464d" /><Relationship Type="http://schemas.openxmlformats.org/officeDocument/2006/relationships/image" Target="/ppt/media/image14.png" Id="Ra269321687994433" /><Relationship Type="http://schemas.openxmlformats.org/officeDocument/2006/relationships/image" Target="/ppt/media/image15.png" Id="Rd2cc9166e1e04b46" /><Relationship Type="http://schemas.openxmlformats.org/officeDocument/2006/relationships/notesSlide" Target="/ppt/notesSlides/notesSlide4.xml" Id="R3f8b326583b24a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3a225647544faa" /><Relationship Type="http://schemas.openxmlformats.org/officeDocument/2006/relationships/image" Target="/ppt/media/image16.png" Id="R3b14b10fe6524d7c" /><Relationship Type="http://schemas.openxmlformats.org/officeDocument/2006/relationships/image" Target="/ppt/media/image17.png" Id="R0f4e87f5c97d4e52" /><Relationship Type="http://schemas.openxmlformats.org/officeDocument/2006/relationships/image" Target="/ppt/media/image18.png" Id="R7555aceca31b4f29" /><Relationship Type="http://schemas.openxmlformats.org/officeDocument/2006/relationships/image" Target="/ppt/media/image19.png" Id="R8dc04943107f40b2" /><Relationship Type="http://schemas.openxmlformats.org/officeDocument/2006/relationships/image" Target="/ppt/media/image4.png" Id="R994cb202fe0a44fb" /><Relationship Type="http://schemas.openxmlformats.org/officeDocument/2006/relationships/image" Target="/ppt/media/image5.png" Id="R81a220cefc3849e4" /><Relationship Type="http://schemas.openxmlformats.org/officeDocument/2006/relationships/image" Target="/ppt/media/image20.png" Id="R37543ea98d834a9d" /><Relationship Type="http://schemas.openxmlformats.org/officeDocument/2006/relationships/image" Target="/ppt/media/image21.png" Id="R05d72b18d4364de2" /><Relationship Type="http://schemas.openxmlformats.org/officeDocument/2006/relationships/image" Target="/ppt/media/image22.png" Id="R32458d064fd74895" /><Relationship Type="http://schemas.openxmlformats.org/officeDocument/2006/relationships/image" Target="/ppt/media/image23.png" Id="R9c3e4f04754144ab" /><Relationship Type="http://schemas.openxmlformats.org/officeDocument/2006/relationships/image" Target="/ppt/media/image24.png" Id="R08ac0ed3292c47a2" /><Relationship Type="http://schemas.openxmlformats.org/officeDocument/2006/relationships/image" Target="/ppt/media/image25.png" Id="R4b8af3a234dd497d" /><Relationship Type="http://schemas.openxmlformats.org/officeDocument/2006/relationships/image" Target="/ppt/media/image26.png" Id="R55ada8bab8c14651" /><Relationship Type="http://schemas.openxmlformats.org/officeDocument/2006/relationships/notesSlide" Target="/ppt/notesSlides/notesSlide5.xml" Id="R42cd9892efea42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3eda92a73b4234" /><Relationship Type="http://schemas.openxmlformats.org/officeDocument/2006/relationships/image" Target="/ppt/media/image16.png" Id="R83caf0eca5b44e10" /><Relationship Type="http://schemas.openxmlformats.org/officeDocument/2006/relationships/image" Target="/ppt/media/image17.png" Id="R749aace0d28f483a" /><Relationship Type="http://schemas.openxmlformats.org/officeDocument/2006/relationships/image" Target="/ppt/media/image18.png" Id="R5aa5981968224fb4" /><Relationship Type="http://schemas.openxmlformats.org/officeDocument/2006/relationships/image" Target="/ppt/media/image19.png" Id="R0919d479af184843" /><Relationship Type="http://schemas.openxmlformats.org/officeDocument/2006/relationships/image" Target="/ppt/media/image4.png" Id="R26d85e5070274a0c" /><Relationship Type="http://schemas.openxmlformats.org/officeDocument/2006/relationships/image" Target="/ppt/media/image5.png" Id="Rc316477ebee446fa" /><Relationship Type="http://schemas.openxmlformats.org/officeDocument/2006/relationships/image" Target="/ppt/media/image20.png" Id="Rc56fd0b3bbc54782" /><Relationship Type="http://schemas.openxmlformats.org/officeDocument/2006/relationships/image" Target="/ppt/media/image21.png" Id="Ra26d9553cd8d4d79" /><Relationship Type="http://schemas.openxmlformats.org/officeDocument/2006/relationships/image" Target="/ppt/media/image22.png" Id="Reca2931bd72a4df9" /><Relationship Type="http://schemas.openxmlformats.org/officeDocument/2006/relationships/image" Target="/ppt/media/image23.png" Id="R7d9da7f59de44876" /><Relationship Type="http://schemas.openxmlformats.org/officeDocument/2006/relationships/image" Target="/ppt/media/image24.png" Id="R5b70df99dd064648" /><Relationship Type="http://schemas.openxmlformats.org/officeDocument/2006/relationships/image" Target="/ppt/media/image25.png" Id="R0c010a1863e64b2a" /><Relationship Type="http://schemas.openxmlformats.org/officeDocument/2006/relationships/image" Target="/ppt/media/image26.png" Id="R4c1ada329a7844fe" /><Relationship Type="http://schemas.openxmlformats.org/officeDocument/2006/relationships/notesSlide" Target="/ppt/notesSlides/notesSlide6.xml" Id="R1587480ce35848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1a72a2890d487e" /><Relationship Type="http://schemas.openxmlformats.org/officeDocument/2006/relationships/image" Target="/ppt/media/image16.png" Id="R5d00ccfc06f94f24" /><Relationship Type="http://schemas.openxmlformats.org/officeDocument/2006/relationships/image" Target="/ppt/media/image17.png" Id="Rf5481fc5103d4061" /><Relationship Type="http://schemas.openxmlformats.org/officeDocument/2006/relationships/image" Target="/ppt/media/image18.png" Id="Ree511f06380141ca" /><Relationship Type="http://schemas.openxmlformats.org/officeDocument/2006/relationships/image" Target="/ppt/media/image19.png" Id="R7315c2ad45fc4acf" /><Relationship Type="http://schemas.openxmlformats.org/officeDocument/2006/relationships/image" Target="/ppt/media/image4.png" Id="R8ab2480207324d4e" /><Relationship Type="http://schemas.openxmlformats.org/officeDocument/2006/relationships/image" Target="/ppt/media/image5.png" Id="Rcbf73df46eba4f94" /><Relationship Type="http://schemas.openxmlformats.org/officeDocument/2006/relationships/image" Target="/ppt/media/image20.png" Id="R0ddd1b0f09f7489f" /><Relationship Type="http://schemas.openxmlformats.org/officeDocument/2006/relationships/image" Target="/ppt/media/image21.png" Id="R3f04f3443aca45c9" /><Relationship Type="http://schemas.openxmlformats.org/officeDocument/2006/relationships/image" Target="/ppt/media/image22.png" Id="R2a73a0bb574a4d6a" /><Relationship Type="http://schemas.openxmlformats.org/officeDocument/2006/relationships/image" Target="/ppt/media/image23.png" Id="R2bcca964d8e84391" /><Relationship Type="http://schemas.openxmlformats.org/officeDocument/2006/relationships/image" Target="/ppt/media/image24.png" Id="R8de08559108a4e58" /><Relationship Type="http://schemas.openxmlformats.org/officeDocument/2006/relationships/image" Target="/ppt/media/image25.png" Id="R752d99bbd9284ec4" /><Relationship Type="http://schemas.openxmlformats.org/officeDocument/2006/relationships/image" Target="/ppt/media/image26.png" Id="Ra9dfd8a697824d7b" /><Relationship Type="http://schemas.openxmlformats.org/officeDocument/2006/relationships/notesSlide" Target="/ppt/notesSlides/notesSlide7.xml" Id="R327bf579cb3d48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d96b8c91334c01" /><Relationship Type="http://schemas.openxmlformats.org/officeDocument/2006/relationships/image" Target="/ppt/media/image27.png" Id="R85b84ec66beb4dc4" /><Relationship Type="http://schemas.openxmlformats.org/officeDocument/2006/relationships/image" Target="/ppt/media/image17.png" Id="Rebc0405969474247" /><Relationship Type="http://schemas.openxmlformats.org/officeDocument/2006/relationships/image" Target="/ppt/media/image18.png" Id="R6afb0837d29e4af6" /><Relationship Type="http://schemas.openxmlformats.org/officeDocument/2006/relationships/image" Target="/ppt/media/image19.png" Id="Rb94febf55ba14907" /><Relationship Type="http://schemas.openxmlformats.org/officeDocument/2006/relationships/image" Target="/ppt/media/image4.png" Id="R9dd04941821c4418" /><Relationship Type="http://schemas.openxmlformats.org/officeDocument/2006/relationships/image" Target="/ppt/media/image28.png" Id="R4d8996f4d5224d51" /><Relationship Type="http://schemas.openxmlformats.org/officeDocument/2006/relationships/image" Target="/ppt/media/image5.png" Id="R744e084da3d34bf8" /><Relationship Type="http://schemas.openxmlformats.org/officeDocument/2006/relationships/image" Target="/ppt/media/image29.png" Id="Rf45b04db78bd4618" /><Relationship Type="http://schemas.openxmlformats.org/officeDocument/2006/relationships/image" Target="/ppt/media/image30.png" Id="R6d71ed68137346e6" /><Relationship Type="http://schemas.openxmlformats.org/officeDocument/2006/relationships/image" Target="/ppt/media/image31.png" Id="R885517d84ec64705" /><Relationship Type="http://schemas.openxmlformats.org/officeDocument/2006/relationships/image" Target="/ppt/media/image32.png" Id="R1a0acc7e6caa4ecf" /><Relationship Type="http://schemas.openxmlformats.org/officeDocument/2006/relationships/image" Target="/ppt/media/image33.png" Id="R6d23e37ee27c4fd2" /><Relationship Type="http://schemas.openxmlformats.org/officeDocument/2006/relationships/image" Target="/ppt/media/image34.png" Id="Rf9ef03f22480452a" /><Relationship Type="http://schemas.openxmlformats.org/officeDocument/2006/relationships/image" Target="/ppt/media/image35.png" Id="R3289312654124bc6" /><Relationship Type="http://schemas.openxmlformats.org/officeDocument/2006/relationships/notesSlide" Target="/ppt/notesSlides/notesSlide8.xml" Id="R812c83a0477041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5cae3b45c94194" /><Relationship Type="http://schemas.openxmlformats.org/officeDocument/2006/relationships/image" Target="/ppt/media/image36.png" Id="Ree087d8ab8124297" /><Relationship Type="http://schemas.openxmlformats.org/officeDocument/2006/relationships/image" Target="/ppt/media/image17.png" Id="R77ae0c30f84e4699" /><Relationship Type="http://schemas.openxmlformats.org/officeDocument/2006/relationships/image" Target="/ppt/media/image19.png" Id="R5cacae8ee1f6469c" /><Relationship Type="http://schemas.openxmlformats.org/officeDocument/2006/relationships/image" Target="/ppt/media/image4.png" Id="R688f469de6014c56" /><Relationship Type="http://schemas.openxmlformats.org/officeDocument/2006/relationships/image" Target="/ppt/media/image37.png" Id="Ra127ddd04a1c43eb" /><Relationship Type="http://schemas.openxmlformats.org/officeDocument/2006/relationships/image" Target="/ppt/media/image28.png" Id="R6501fdba87c04761" /><Relationship Type="http://schemas.openxmlformats.org/officeDocument/2006/relationships/image" Target="/ppt/media/image5.png" Id="Ra30b1170896e492c" /><Relationship Type="http://schemas.openxmlformats.org/officeDocument/2006/relationships/image" Target="/ppt/media/image38.png" Id="R02d2e45afe0247c2" /><Relationship Type="http://schemas.openxmlformats.org/officeDocument/2006/relationships/image" Target="/ppt/media/image39.png" Id="Rbd9d3af834a048e3" /><Relationship Type="http://schemas.openxmlformats.org/officeDocument/2006/relationships/image" Target="/ppt/media/image40.png" Id="Re604589559334ea9" /><Relationship Type="http://schemas.openxmlformats.org/officeDocument/2006/relationships/image" Target="/ppt/media/image41.png" Id="R3bc87827a2ff477b" /><Relationship Type="http://schemas.openxmlformats.org/officeDocument/2006/relationships/image" Target="/ppt/media/image42.png" Id="R86f89aeb5c504849" /><Relationship Type="http://schemas.openxmlformats.org/officeDocument/2006/relationships/image" Target="/ppt/media/image43.png" Id="Reec175a39df44d2a" /><Relationship Type="http://schemas.openxmlformats.org/officeDocument/2006/relationships/image" Target="/ppt/media/image44.png" Id="R89db55e07c7f4460" /><Relationship Type="http://schemas.openxmlformats.org/officeDocument/2006/relationships/notesSlide" Target="/ppt/notesSlides/notesSlide9.xml" Id="R8705e704b3054d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a56d386f6674bff" /><Relationship Type="http://schemas.openxmlformats.org/officeDocument/2006/relationships/image" Target="/ppt/media/image45.png" Id="R7246539a4dc9407d" /><Relationship Type="http://schemas.openxmlformats.org/officeDocument/2006/relationships/image" Target="/ppt/media/image2.png" Id="R2334140e3eb14b68" /><Relationship Type="http://schemas.openxmlformats.org/officeDocument/2006/relationships/image" Target="/ppt/media/image7.png" Id="R2c436c726e6f4aed" /><Relationship Type="http://schemas.openxmlformats.org/officeDocument/2006/relationships/image" Target="/ppt/media/image4.png" Id="Rc4604c586d954161" /><Relationship Type="http://schemas.openxmlformats.org/officeDocument/2006/relationships/image" Target="/ppt/media/image46.png" Id="R3bfb9f46327144bc" /><Relationship Type="http://schemas.openxmlformats.org/officeDocument/2006/relationships/image" Target="/ppt/media/image47.png" Id="Rec24d8852f0849c2" /><Relationship Type="http://schemas.openxmlformats.org/officeDocument/2006/relationships/image" Target="/ppt/media/image48.png" Id="Rc5924929c69d4ccb" /><Relationship Type="http://schemas.openxmlformats.org/officeDocument/2006/relationships/image" Target="/ppt/media/image49.png" Id="R47f9903bca934506" /><Relationship Type="http://schemas.openxmlformats.org/officeDocument/2006/relationships/image" Target="/ppt/media/image50.png" Id="R8c30b8fa20f04071" /><Relationship Type="http://schemas.openxmlformats.org/officeDocument/2006/relationships/image" Target="/ppt/media/image51.png" Id="R8f4feef3e1e8408a" /><Relationship Type="http://schemas.openxmlformats.org/officeDocument/2006/relationships/image" Target="/ppt/media/image52.png" Id="Rbe9b4cdd1ad14d5a" /><Relationship Type="http://schemas.openxmlformats.org/officeDocument/2006/relationships/image" Target="/ppt/media/image53.png" Id="R1f05d0761fa14017" /><Relationship Type="http://schemas.openxmlformats.org/officeDocument/2006/relationships/notesSlide" Target="/ppt/notesSlides/notesSlide10.xml" Id="Re1d00c86d189499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F149EB54-C43C-4E7C-8F14-F435754850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3bcbfe81c4b3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A3BAA3E0-C71A-4E66-94D5-A354101B31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c78a232704e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62562" y="284011"/>
            <a:ext cx="4066876" cy="5578091"/>
          </a:xfrm>
          <a:prstGeom xmlns:a="http://schemas.openxmlformats.org/drawingml/2006/main" prst="rect">
            <a:avLst/>
          </a:prstGeom>
        </p:spPr>
      </p:pic>
      <p:sp>
        <p:nvSpPr>
          <p:cNvPr id="8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75A21B57-9D9D-406B-90B3-1D1ED41C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Katie.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3686FBBE-E1B4-4A51-99B9-34563BB15D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c803f2667436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1D308884-8623-4F1F-A91F-F205AEB0C5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880f82f0ad44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62562" y="284011"/>
            <a:ext cx="4066876" cy="5578091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19CAA6C1-6587-426A-ABB1-247BA68205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2ce1ccb87147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9981" y="420576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4876A6FA-97D9-4627-AC6C-9CDC958FF6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40227ec31e49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3990" y="402432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10A4E66A-AE93-45A1-92B8-86484A008D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40227ec31e49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66412" y="4024321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1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80112B87-B60E-47C9-9260-BA32CFCE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Katie has 2 cookies.</a:t>
            </a:r>
          </a:p>
        </p:txBody>
      </p:sp>
    </p:spTree>
    <p:extLst>
      <p:ext uri="{BB962C8B-B14F-4D97-AF65-F5344CB8AC3E}">
        <p14:creationId xmlns:p14="http://schemas.microsoft.com/office/powerpoint/2010/main" val="31941421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8D49DFCA-82C9-48F5-A1FD-482D545F88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4968f5c47c461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653C4A78-0794-43B8-8FE0-52E6AD242E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113b6e913944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8399" y="432280"/>
            <a:ext cx="2860957" cy="5301916"/>
          </a:xfrm>
          <a:prstGeom xmlns:a="http://schemas.openxmlformats.org/drawingml/2006/main" prst="rect">
            <a:avLst/>
          </a:prstGeom>
        </p:spPr>
      </p:pic>
      <p:sp>
        <p:nvSpPr>
          <p:cNvPr id="10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DE930C7B-8306-4FB9-8CC2-B5E950C5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Tony.</a:t>
            </a:r>
          </a:p>
        </p:txBody>
      </p:sp>
    </p:spTree>
    <p:extLst>
      <p:ext uri="{BB962C8B-B14F-4D97-AF65-F5344CB8AC3E}">
        <p14:creationId xmlns:p14="http://schemas.microsoft.com/office/powerpoint/2010/main" val="30816616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94AFBE42-7E5F-4377-9244-155E665F5F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96fcd0ccba4eb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FBD2E4B4-FBE9-4C13-B014-5BA6461BED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1073ae32f749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8399" y="432280"/>
            <a:ext cx="2860957" cy="5301916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1E293F71-E612-4933-B96B-0AFCE2AF52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42e27ca9e647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68318" y="4161158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60770C-694B-40A3-BFF2-902D027FE6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ed88280c647b2"/>
          <a:stretch xmlns:a="http://schemas.openxmlformats.org/drawingml/2006/main"/>
        </p:blipFill>
        <p:spPr>
          <a:xfrm xmlns:a="http://schemas.openxmlformats.org/drawingml/2006/main">
            <a:off x="6712327" y="3982894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2E9A8E-5B1C-4930-8459-7F44F662B1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aba057602e431f"/>
          <a:stretch xmlns:a="http://schemas.openxmlformats.org/drawingml/2006/main"/>
        </p:blipFill>
        <p:spPr>
          <a:xfrm xmlns:a="http://schemas.openxmlformats.org/drawingml/2006/main">
            <a:off x="6630741" y="3898704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ED80D8-8941-45EA-B769-89B0540A7A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f31b60e1bb4da2"/>
          <a:stretch xmlns:a="http://schemas.openxmlformats.org/drawingml/2006/main"/>
        </p:blipFill>
        <p:spPr>
          <a:xfrm xmlns:a="http://schemas.openxmlformats.org/drawingml/2006/main">
            <a:off x="6997788" y="3895529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F4F809-FEAE-43FA-8765-E765B2BEC5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5a88e947a441e5"/>
          <a:stretch xmlns:a="http://schemas.openxmlformats.org/drawingml/2006/main"/>
        </p:blipFill>
        <p:spPr>
          <a:xfrm xmlns:a="http://schemas.openxmlformats.org/drawingml/2006/main">
            <a:off x="6841773" y="382576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F76669-E3ED-4AB8-9FFF-4296C018F8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abffa1de4c464d"/>
          <a:stretch xmlns:a="http://schemas.openxmlformats.org/drawingml/2006/main"/>
        </p:blipFill>
        <p:spPr>
          <a:xfrm xmlns:a="http://schemas.openxmlformats.org/drawingml/2006/main">
            <a:off x="7005324" y="397816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3F69C8-AFB0-4DA7-AFCD-04D5940B99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69321687994433"/>
          <a:stretch xmlns:a="http://schemas.openxmlformats.org/drawingml/2006/main"/>
        </p:blipFill>
        <p:spPr>
          <a:xfrm xmlns:a="http://schemas.openxmlformats.org/drawingml/2006/main">
            <a:off x="6997764" y="3783788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5FAF33-E420-42C8-A787-B6F7191B8A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cc9166e1e04b46"/>
          <a:stretch xmlns:a="http://schemas.openxmlformats.org/drawingml/2006/main"/>
        </p:blipFill>
        <p:spPr>
          <a:xfrm xmlns:a="http://schemas.openxmlformats.org/drawingml/2006/main">
            <a:off x="6627343" y="3806397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21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05223DD1-E341-43CD-8E50-89D4E91D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Tony has 8 cookies.</a:t>
            </a:r>
          </a:p>
        </p:txBody>
      </p:sp>
    </p:spTree>
    <p:extLst>
      <p:ext uri="{BB962C8B-B14F-4D97-AF65-F5344CB8AC3E}">
        <p14:creationId xmlns:p14="http://schemas.microsoft.com/office/powerpoint/2010/main" val="74044456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Picture 32">
            <a:extLst xmlns:a="http://schemas.openxmlformats.org/drawingml/2006/main">
              <a:ext uri="{FF2B5EF4-FFF2-40B4-BE49-F238E27FC236}">
                <a16:creationId xmlns:a16="http://schemas.microsoft.com/office/drawing/2014/main" id="{FEF5D932-19C9-4C52-9A83-26A637E27A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14b10fe6524d7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4" name="Picture 33">
            <a:extLst xmlns:a="http://schemas.openxmlformats.org/drawingml/2006/main">
              <a:ext uri="{FF2B5EF4-FFF2-40B4-BE49-F238E27FC236}">
                <a16:creationId xmlns:a16="http://schemas.microsoft.com/office/drawing/2014/main" id="{F8DDA8E9-97F0-4709-876F-C790135D7A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4e87f5c97d4e52"/>
          <a:srcRect xmlns:a="http://schemas.openxmlformats.org/drawingml/2006/main" l="0" t="24519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09800" y="3148314"/>
            <a:ext cx="7772400" cy="2471712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B02309E0-5C10-4933-A61C-FF8EE14A5D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55aceca31b4f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75369" y="715341"/>
            <a:ext cx="2496968" cy="4281773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8EA7BF23-FBB3-4A61-A415-102A887B6D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04943107f40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49434" y="599932"/>
            <a:ext cx="2467198" cy="4512590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6262671C-3B87-46DF-8776-94E024953A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4cb202fe0a44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93843" y="464885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D051EE6E-0A6C-4792-B811-DD947694C4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a220cefc3849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7852" y="446741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5B5932C5-8492-45B5-A250-9F88A38298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a220cefc3849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23289" y="4466633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6" name="Picture 25">
            <a:extLst xmlns:a="http://schemas.openxmlformats.org/drawingml/2006/main">
              <a:ext uri="{FF2B5EF4-FFF2-40B4-BE49-F238E27FC236}">
                <a16:creationId xmlns:a16="http://schemas.microsoft.com/office/drawing/2014/main" id="{884A6CE4-06A0-4E1E-9438-757E8F6A19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4cb202fe0a44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10304" y="423082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04921A-A80F-48E5-A742-E0F54D70E6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43ea98d834a9d"/>
          <a:stretch xmlns:a="http://schemas.openxmlformats.org/drawingml/2006/main"/>
        </p:blipFill>
        <p:spPr>
          <a:xfrm xmlns:a="http://schemas.openxmlformats.org/drawingml/2006/main">
            <a:off x="3554313" y="405255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A2FFF6-1313-4BDF-B3BE-52BB9A6643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d72b18d4364de2"/>
          <a:stretch xmlns:a="http://schemas.openxmlformats.org/drawingml/2006/main"/>
        </p:blipFill>
        <p:spPr>
          <a:xfrm xmlns:a="http://schemas.openxmlformats.org/drawingml/2006/main">
            <a:off x="3472727" y="396836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023D2D-3DCB-4B46-8082-CF7012CF94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458d064fd74895"/>
          <a:stretch xmlns:a="http://schemas.openxmlformats.org/drawingml/2006/main"/>
        </p:blipFill>
        <p:spPr>
          <a:xfrm xmlns:a="http://schemas.openxmlformats.org/drawingml/2006/main">
            <a:off x="3839774" y="396519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51B347-E888-45CE-BFAF-F278813D73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3e4f04754144ab"/>
          <a:stretch xmlns:a="http://schemas.openxmlformats.org/drawingml/2006/main"/>
        </p:blipFill>
        <p:spPr>
          <a:xfrm xmlns:a="http://schemas.openxmlformats.org/drawingml/2006/main">
            <a:off x="3683759" y="389542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FA41F8-4E01-4CCF-A736-5BC315C8AE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ac0ed3292c47a2"/>
          <a:stretch xmlns:a="http://schemas.openxmlformats.org/drawingml/2006/main"/>
        </p:blipFill>
        <p:spPr>
          <a:xfrm xmlns:a="http://schemas.openxmlformats.org/drawingml/2006/main">
            <a:off x="3847310" y="404782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4FEF6B-0056-448B-B6D9-2645AE9DF3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af3a234dd497d"/>
          <a:stretch xmlns:a="http://schemas.openxmlformats.org/drawingml/2006/main"/>
        </p:blipFill>
        <p:spPr>
          <a:xfrm xmlns:a="http://schemas.openxmlformats.org/drawingml/2006/main">
            <a:off x="3839750" y="385345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5DAEBB7-665F-47AD-A35A-ED2902C066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ada8bab8c14651"/>
          <a:stretch xmlns:a="http://schemas.openxmlformats.org/drawingml/2006/main"/>
        </p:blipFill>
        <p:spPr>
          <a:xfrm xmlns:a="http://schemas.openxmlformats.org/drawingml/2006/main">
            <a:off x="3469329" y="3876060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42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97A04221-61A0-4F24-BDB8-5F92EDCE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Katie and Tony are having a picnic.</a:t>
            </a:r>
          </a:p>
        </p:txBody>
      </p:sp>
    </p:spTree>
    <p:extLst>
      <p:ext uri="{BB962C8B-B14F-4D97-AF65-F5344CB8AC3E}">
        <p14:creationId xmlns:p14="http://schemas.microsoft.com/office/powerpoint/2010/main" val="349988126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Picture 32">
            <a:extLst xmlns:a="http://schemas.openxmlformats.org/drawingml/2006/main">
              <a:ext uri="{FF2B5EF4-FFF2-40B4-BE49-F238E27FC236}">
                <a16:creationId xmlns:a16="http://schemas.microsoft.com/office/drawing/2014/main" id="{FEF5D932-19C9-4C52-9A83-26A637E27A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af0eca5b44e1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4" name="Picture 33">
            <a:extLst xmlns:a="http://schemas.openxmlformats.org/drawingml/2006/main">
              <a:ext uri="{FF2B5EF4-FFF2-40B4-BE49-F238E27FC236}">
                <a16:creationId xmlns:a16="http://schemas.microsoft.com/office/drawing/2014/main" id="{F8DDA8E9-97F0-4709-876F-C790135D7A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9aace0d28f483a"/>
          <a:srcRect xmlns:a="http://schemas.openxmlformats.org/drawingml/2006/main" l="0" t="24519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09800" y="3148314"/>
            <a:ext cx="7772400" cy="2471712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B02309E0-5C10-4933-A61C-FF8EE14A5D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a5981968224f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75369" y="715341"/>
            <a:ext cx="2496968" cy="4281773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8EA7BF23-FBB3-4A61-A415-102A887B6D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19d479af184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49434" y="599932"/>
            <a:ext cx="2467198" cy="4512590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6262671C-3B87-46DF-8776-94E024953A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85e5070274a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93843" y="464885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D051EE6E-0A6C-4792-B811-DD947694C4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16477ebee446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7852" y="446741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5B5932C5-8492-45B5-A250-9F88A38298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16477ebee446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23289" y="4466633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6" name="Picture 25">
            <a:extLst xmlns:a="http://schemas.openxmlformats.org/drawingml/2006/main">
              <a:ext uri="{FF2B5EF4-FFF2-40B4-BE49-F238E27FC236}">
                <a16:creationId xmlns:a16="http://schemas.microsoft.com/office/drawing/2014/main" id="{884A6CE4-06A0-4E1E-9438-757E8F6A19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85e5070274a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10304" y="423082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04921A-A80F-48E5-A742-E0F54D70E6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fd0b3bbc54782"/>
          <a:stretch xmlns:a="http://schemas.openxmlformats.org/drawingml/2006/main"/>
        </p:blipFill>
        <p:spPr>
          <a:xfrm xmlns:a="http://schemas.openxmlformats.org/drawingml/2006/main">
            <a:off x="3554313" y="405255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A2FFF6-1313-4BDF-B3BE-52BB9A6643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6d9553cd8d4d79"/>
          <a:stretch xmlns:a="http://schemas.openxmlformats.org/drawingml/2006/main"/>
        </p:blipFill>
        <p:spPr>
          <a:xfrm xmlns:a="http://schemas.openxmlformats.org/drawingml/2006/main">
            <a:off x="3472727" y="396836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023D2D-3DCB-4B46-8082-CF7012CF94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2931bd72a4df9"/>
          <a:stretch xmlns:a="http://schemas.openxmlformats.org/drawingml/2006/main"/>
        </p:blipFill>
        <p:spPr>
          <a:xfrm xmlns:a="http://schemas.openxmlformats.org/drawingml/2006/main">
            <a:off x="3839774" y="396519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51B347-E888-45CE-BFAF-F278813D73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9da7f59de44876"/>
          <a:stretch xmlns:a="http://schemas.openxmlformats.org/drawingml/2006/main"/>
        </p:blipFill>
        <p:spPr>
          <a:xfrm xmlns:a="http://schemas.openxmlformats.org/drawingml/2006/main">
            <a:off x="3683759" y="389542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FA41F8-4E01-4CCF-A736-5BC315C8AE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70df99dd064648"/>
          <a:stretch xmlns:a="http://schemas.openxmlformats.org/drawingml/2006/main"/>
        </p:blipFill>
        <p:spPr>
          <a:xfrm xmlns:a="http://schemas.openxmlformats.org/drawingml/2006/main">
            <a:off x="3847310" y="404782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4FEF6B-0056-448B-B6D9-2645AE9DF3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010a1863e64b2a"/>
          <a:stretch xmlns:a="http://schemas.openxmlformats.org/drawingml/2006/main"/>
        </p:blipFill>
        <p:spPr>
          <a:xfrm xmlns:a="http://schemas.openxmlformats.org/drawingml/2006/main">
            <a:off x="3839750" y="385345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5DAEBB7-665F-47AD-A35A-ED2902C066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1ada329a7844fe"/>
          <a:stretch xmlns:a="http://schemas.openxmlformats.org/drawingml/2006/main"/>
        </p:blipFill>
        <p:spPr>
          <a:xfrm xmlns:a="http://schemas.openxmlformats.org/drawingml/2006/main">
            <a:off x="3469329" y="3876060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42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97A04221-61A0-4F24-BDB8-5F92EDCE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0" rIns="152400" bIns="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Katie tells Tony, “I know the wind could blow my cookies away.”</a:t>
            </a:r>
          </a:p>
        </p:txBody>
      </p:sp>
    </p:spTree>
    <p:extLst>
      <p:ext uri="{BB962C8B-B14F-4D97-AF65-F5344CB8AC3E}">
        <p14:creationId xmlns:p14="http://schemas.microsoft.com/office/powerpoint/2010/main" val="349988126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Picture 32">
            <a:extLst xmlns:a="http://schemas.openxmlformats.org/drawingml/2006/main">
              <a:ext uri="{FF2B5EF4-FFF2-40B4-BE49-F238E27FC236}">
                <a16:creationId xmlns:a16="http://schemas.microsoft.com/office/drawing/2014/main" id="{FEF5D932-19C9-4C52-9A83-26A637E27A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00ccfc06f94f2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4" name="Picture 33">
            <a:extLst xmlns:a="http://schemas.openxmlformats.org/drawingml/2006/main">
              <a:ext uri="{FF2B5EF4-FFF2-40B4-BE49-F238E27FC236}">
                <a16:creationId xmlns:a16="http://schemas.microsoft.com/office/drawing/2014/main" id="{F8DDA8E9-97F0-4709-876F-C790135D7A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481fc5103d4061"/>
          <a:srcRect xmlns:a="http://schemas.openxmlformats.org/drawingml/2006/main" l="0" t="24519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09800" y="3148314"/>
            <a:ext cx="7772400" cy="2471712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B02309E0-5C10-4933-A61C-FF8EE14A5D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511f06380141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75369" y="715341"/>
            <a:ext cx="2496968" cy="4281773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8EA7BF23-FBB3-4A61-A415-102A887B6D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15c2ad45fc4a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49434" y="599932"/>
            <a:ext cx="2467198" cy="4512590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6262671C-3B87-46DF-8776-94E024953A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b2480207324d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93843" y="464885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D051EE6E-0A6C-4792-B811-DD947694C4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f73df46eba4f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7852" y="446741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5B5932C5-8492-45B5-A250-9F88A38298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f73df46eba4f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23289" y="4466633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6" name="Picture 25">
            <a:extLst xmlns:a="http://schemas.openxmlformats.org/drawingml/2006/main">
              <a:ext uri="{FF2B5EF4-FFF2-40B4-BE49-F238E27FC236}">
                <a16:creationId xmlns:a16="http://schemas.microsoft.com/office/drawing/2014/main" id="{884A6CE4-06A0-4E1E-9438-757E8F6A19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b2480207324d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10304" y="423082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04921A-A80F-48E5-A742-E0F54D70E6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dd1b0f09f7489f"/>
          <a:stretch xmlns:a="http://schemas.openxmlformats.org/drawingml/2006/main"/>
        </p:blipFill>
        <p:spPr>
          <a:xfrm xmlns:a="http://schemas.openxmlformats.org/drawingml/2006/main">
            <a:off x="3554313" y="405255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A2FFF6-1313-4BDF-B3BE-52BB9A6643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04f3443aca45c9"/>
          <a:stretch xmlns:a="http://schemas.openxmlformats.org/drawingml/2006/main"/>
        </p:blipFill>
        <p:spPr>
          <a:xfrm xmlns:a="http://schemas.openxmlformats.org/drawingml/2006/main">
            <a:off x="3472727" y="396836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023D2D-3DCB-4B46-8082-CF7012CF94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3a0bb574a4d6a"/>
          <a:stretch xmlns:a="http://schemas.openxmlformats.org/drawingml/2006/main"/>
        </p:blipFill>
        <p:spPr>
          <a:xfrm xmlns:a="http://schemas.openxmlformats.org/drawingml/2006/main">
            <a:off x="3839774" y="396519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51B347-E888-45CE-BFAF-F278813D73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cca964d8e84391"/>
          <a:stretch xmlns:a="http://schemas.openxmlformats.org/drawingml/2006/main"/>
        </p:blipFill>
        <p:spPr>
          <a:xfrm xmlns:a="http://schemas.openxmlformats.org/drawingml/2006/main">
            <a:off x="3683759" y="389542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FA41F8-4E01-4CCF-A736-5BC315C8AE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e08559108a4e58"/>
          <a:stretch xmlns:a="http://schemas.openxmlformats.org/drawingml/2006/main"/>
        </p:blipFill>
        <p:spPr>
          <a:xfrm xmlns:a="http://schemas.openxmlformats.org/drawingml/2006/main">
            <a:off x="3847310" y="404782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4FEF6B-0056-448B-B6D9-2645AE9DF3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2d99bbd9284ec4"/>
          <a:stretch xmlns:a="http://schemas.openxmlformats.org/drawingml/2006/main"/>
        </p:blipFill>
        <p:spPr>
          <a:xfrm xmlns:a="http://schemas.openxmlformats.org/drawingml/2006/main">
            <a:off x="3839750" y="385345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5DAEBB7-665F-47AD-A35A-ED2902C066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dfd8a697824d7b"/>
          <a:stretch xmlns:a="http://schemas.openxmlformats.org/drawingml/2006/main"/>
        </p:blipFill>
        <p:spPr>
          <a:xfrm xmlns:a="http://schemas.openxmlformats.org/drawingml/2006/main">
            <a:off x="3469329" y="3876060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42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97A04221-61A0-4F24-BDB8-5F92EDCE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Katie tells Tony, “I’m okay with that.”</a:t>
            </a:r>
          </a:p>
        </p:txBody>
      </p:sp>
    </p:spTree>
    <p:extLst>
      <p:ext uri="{BB962C8B-B14F-4D97-AF65-F5344CB8AC3E}">
        <p14:creationId xmlns:p14="http://schemas.microsoft.com/office/powerpoint/2010/main" val="349988126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B0B04E3C-C458-4E41-A1EE-A7CF0FCE28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84ec66beb4dc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3D582343-6ECF-4332-82DD-514F91B99E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c0405969474247"/>
          <a:srcRect xmlns:a="http://schemas.openxmlformats.org/drawingml/2006/main" l="0" t="24519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09800" y="3148314"/>
            <a:ext cx="7772400" cy="2471712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B5FCD465-F5AC-4871-A626-11D1BA13B4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fb0837d29e4a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75369" y="715341"/>
            <a:ext cx="2496968" cy="4281773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2543CFCC-2C6F-4A0E-ABE1-FF7E7B157C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4febf55ba149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49434" y="599932"/>
            <a:ext cx="2467198" cy="4512590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E145314C-6A9D-4E20-BAEE-5C3E4E7E70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d04941821c44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93843" y="464885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26" name="Picture 25">
            <a:extLst xmlns:a="http://schemas.openxmlformats.org/drawingml/2006/main">
              <a:ext uri="{FF2B5EF4-FFF2-40B4-BE49-F238E27FC236}">
                <a16:creationId xmlns:a16="http://schemas.microsoft.com/office/drawing/2014/main" id="{69B35732-3EE3-49D2-BF26-279101424C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d04941821c44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10304" y="423082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32A9FE73-65D4-435E-8778-A12BD8290B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8996f4d5224d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860743">
            <a:off x="5319021" y="3404799"/>
            <a:ext cx="2037777" cy="951846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44D08765-ED5C-4C58-980B-D19AC0727E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e084da3d34b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7852" y="446741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A52FB765-F868-4A46-AB62-0C8BF25E52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e084da3d34b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23289" y="4466633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2CE5A2-9072-4E8B-9FA4-5D74120C81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5b04db78bd4618"/>
          <a:stretch xmlns:a="http://schemas.openxmlformats.org/drawingml/2006/main"/>
        </p:blipFill>
        <p:spPr>
          <a:xfrm xmlns:a="http://schemas.openxmlformats.org/drawingml/2006/main">
            <a:off x="3554313" y="405255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1C9C0A-3904-405C-AE02-F39574CF2D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1ed68137346e6"/>
          <a:stretch xmlns:a="http://schemas.openxmlformats.org/drawingml/2006/main"/>
        </p:blipFill>
        <p:spPr>
          <a:xfrm xmlns:a="http://schemas.openxmlformats.org/drawingml/2006/main">
            <a:off x="3472727" y="396836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241145-B022-4319-804D-30ECEFF422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5517d84ec64705"/>
          <a:stretch xmlns:a="http://schemas.openxmlformats.org/drawingml/2006/main"/>
        </p:blipFill>
        <p:spPr>
          <a:xfrm xmlns:a="http://schemas.openxmlformats.org/drawingml/2006/main">
            <a:off x="3839774" y="396519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2D3165-F750-47AF-A30E-0AF29BFBD1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0acc7e6caa4ecf"/>
          <a:stretch xmlns:a="http://schemas.openxmlformats.org/drawingml/2006/main"/>
        </p:blipFill>
        <p:spPr>
          <a:xfrm xmlns:a="http://schemas.openxmlformats.org/drawingml/2006/main">
            <a:off x="3683759" y="389542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343B87-16BA-40D3-95C3-2BEAF1369B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23e37ee27c4fd2"/>
          <a:stretch xmlns:a="http://schemas.openxmlformats.org/drawingml/2006/main"/>
        </p:blipFill>
        <p:spPr>
          <a:xfrm xmlns:a="http://schemas.openxmlformats.org/drawingml/2006/main">
            <a:off x="3847310" y="404782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95751D-15C5-4758-A9D5-0D527632C4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ef03f22480452a"/>
          <a:stretch xmlns:a="http://schemas.openxmlformats.org/drawingml/2006/main"/>
        </p:blipFill>
        <p:spPr>
          <a:xfrm xmlns:a="http://schemas.openxmlformats.org/drawingml/2006/main">
            <a:off x="3839750" y="385345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947DAF-7581-4AEB-BF4D-9116EB6193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89312654124bc6"/>
          <a:stretch xmlns:a="http://schemas.openxmlformats.org/drawingml/2006/main"/>
        </p:blipFill>
        <p:spPr>
          <a:xfrm xmlns:a="http://schemas.openxmlformats.org/drawingml/2006/main">
            <a:off x="3469329" y="3876060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34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30DD24FB-6B97-4C08-8758-9BB7860C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Oh no! A gust of wind blows.</a:t>
            </a:r>
          </a:p>
        </p:txBody>
      </p:sp>
    </p:spTree>
    <p:extLst>
      <p:ext uri="{BB962C8B-B14F-4D97-AF65-F5344CB8AC3E}">
        <p14:creationId xmlns:p14="http://schemas.microsoft.com/office/powerpoint/2010/main" val="27554208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0F7CFE2E-C56B-4D81-B4C6-662DE15424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087d8ab812429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FB75AB5A-03E0-4C5C-902C-18865B2EE4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e0c30f84e4699"/>
          <a:srcRect xmlns:a="http://schemas.openxmlformats.org/drawingml/2006/main" l="0" t="24519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09800" y="3148314"/>
            <a:ext cx="7772400" cy="2471712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0AC8ADA8-5305-45ED-BF36-EF69EBEC0E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cae8ee1f646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49434" y="599932"/>
            <a:ext cx="2467198" cy="4512590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A54F7DD3-B721-4F0B-8126-FA88D27AB7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8f469de6014c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93843" y="464885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26" name="Picture 25">
            <a:extLst xmlns:a="http://schemas.openxmlformats.org/drawingml/2006/main">
              <a:ext uri="{FF2B5EF4-FFF2-40B4-BE49-F238E27FC236}">
                <a16:creationId xmlns:a16="http://schemas.microsoft.com/office/drawing/2014/main" id="{2F8B43BF-174F-4BD1-B6A9-92D74FB55B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8f469de6014c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10304" y="423082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90524D7E-4BF2-491B-820C-6F038A8423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27ddd04a1c43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75369" y="713784"/>
            <a:ext cx="2495845" cy="4281774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58D6D236-7701-46B0-9748-3992384102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01fdba87c047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860743">
            <a:off x="5319021" y="3404799"/>
            <a:ext cx="2037777" cy="951846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93C7CE2F-89BE-49F0-922E-468E6C76DF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b1170896e49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15666" y="484689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C948D444-8FE8-4A92-B784-A0EF11A9BA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b1170896e49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83860" y="491464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F5AB73-8C5B-42EB-9257-19723B55C4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d2e45afe0247c2"/>
          <a:stretch xmlns:a="http://schemas.openxmlformats.org/drawingml/2006/main"/>
        </p:blipFill>
        <p:spPr>
          <a:xfrm xmlns:a="http://schemas.openxmlformats.org/drawingml/2006/main">
            <a:off x="3554313" y="405255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D60AF8-8288-4C77-A3A6-F866D738E3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9d3af834a048e3"/>
          <a:stretch xmlns:a="http://schemas.openxmlformats.org/drawingml/2006/main"/>
        </p:blipFill>
        <p:spPr>
          <a:xfrm xmlns:a="http://schemas.openxmlformats.org/drawingml/2006/main">
            <a:off x="3472727" y="396836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2555BD-2BB0-4D8F-92D5-6D56A70263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04589559334ea9"/>
          <a:stretch xmlns:a="http://schemas.openxmlformats.org/drawingml/2006/main"/>
        </p:blipFill>
        <p:spPr>
          <a:xfrm xmlns:a="http://schemas.openxmlformats.org/drawingml/2006/main">
            <a:off x="3839774" y="396519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A7FFCC-6A18-4549-B632-F01921D95D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c87827a2ff477b"/>
          <a:stretch xmlns:a="http://schemas.openxmlformats.org/drawingml/2006/main"/>
        </p:blipFill>
        <p:spPr>
          <a:xfrm xmlns:a="http://schemas.openxmlformats.org/drawingml/2006/main">
            <a:off x="3683759" y="389542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416F2B-5593-479D-AA43-ED354D94F7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f89aeb5c504849"/>
          <a:stretch xmlns:a="http://schemas.openxmlformats.org/drawingml/2006/main"/>
        </p:blipFill>
        <p:spPr>
          <a:xfrm xmlns:a="http://schemas.openxmlformats.org/drawingml/2006/main">
            <a:off x="3847310" y="404782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3168FB-EB29-485D-BD3A-D05AC041E5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c175a39df44d2a"/>
          <a:stretch xmlns:a="http://schemas.openxmlformats.org/drawingml/2006/main"/>
        </p:blipFill>
        <p:spPr>
          <a:xfrm xmlns:a="http://schemas.openxmlformats.org/drawingml/2006/main">
            <a:off x="3839750" y="385345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B9EC32-8DA3-4A2B-9804-01DA0C9126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db55e07c7f4460"/>
          <a:stretch xmlns:a="http://schemas.openxmlformats.org/drawingml/2006/main"/>
        </p:blipFill>
        <p:spPr>
          <a:xfrm xmlns:a="http://schemas.openxmlformats.org/drawingml/2006/main">
            <a:off x="3469329" y="3876060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34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ED837A98-7008-4400-9B98-F52DBD7D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 of Katie’s cookies blow away!</a:t>
            </a:r>
          </a:p>
        </p:txBody>
      </p:sp>
    </p:spTree>
    <p:extLst>
      <p:ext uri="{BB962C8B-B14F-4D97-AF65-F5344CB8AC3E}">
        <p14:creationId xmlns:p14="http://schemas.microsoft.com/office/powerpoint/2010/main" val="59758042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Picture 22">
            <a:extLst xmlns:a="http://schemas.openxmlformats.org/drawingml/2006/main">
              <a:ext uri="{FF2B5EF4-FFF2-40B4-BE49-F238E27FC236}">
                <a16:creationId xmlns:a16="http://schemas.microsoft.com/office/drawing/2014/main" id="{4B145E69-922A-478C-81C0-C53F03E2C0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46539a4dc9407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15DC2E4D-935B-492F-9207-D4D932DF17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34140e3eb14b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90254" y="590309"/>
            <a:ext cx="3735658" cy="5123796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660F3B2F-E0CA-478E-8736-4540A839CE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436c726e6f4a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77804" y="307166"/>
            <a:ext cx="2860957" cy="5301916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D31F67D7-FA9C-41C6-8A6E-7D69D1C972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604c586d9541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334" y="4101222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19F2FAC3-8601-4301-AC05-7163623589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604c586d9541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72340" y="3966192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A31EFE2B-B0B9-4778-9867-45BEFC9E90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fb9f46327144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6354300" y="5059544"/>
            <a:ext cx="812666" cy="411363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2E44A15F-3158-44A6-AA77-B4034F6EB4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fb9f46327144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5837701" y="4853862"/>
            <a:ext cx="812666" cy="411363"/>
          </a:xfrm>
          <a:prstGeom xmlns:a="http://schemas.openxmlformats.org/drawingml/2006/main" prst="rect">
            <a:avLst/>
          </a:prstGeom>
        </p:spPr>
      </p:pic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EF13E8-E06D-4AF8-9E78-04AE536DC2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4d8852f0849c2"/>
          <a:stretch xmlns:a="http://schemas.openxmlformats.org/drawingml/2006/main"/>
        </p:blipFill>
        <p:spPr>
          <a:xfrm xmlns:a="http://schemas.openxmlformats.org/drawingml/2006/main">
            <a:off x="2616349" y="3787928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ED16AA-9FD7-4C1D-BD9F-0260C6A8FD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924929c69d4ccb"/>
          <a:stretch xmlns:a="http://schemas.openxmlformats.org/drawingml/2006/main"/>
        </p:blipFill>
        <p:spPr>
          <a:xfrm xmlns:a="http://schemas.openxmlformats.org/drawingml/2006/main">
            <a:off x="2534763" y="3703738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6BF4F3-EA53-4E46-B728-BEB08DB1EA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f9903bca934506"/>
          <a:stretch xmlns:a="http://schemas.openxmlformats.org/drawingml/2006/main"/>
        </p:blipFill>
        <p:spPr>
          <a:xfrm xmlns:a="http://schemas.openxmlformats.org/drawingml/2006/main">
            <a:off x="2901810" y="3700563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BC5E50-02B1-4A3A-8BE6-83495F136A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0b8fa20f04071"/>
          <a:stretch xmlns:a="http://schemas.openxmlformats.org/drawingml/2006/main"/>
        </p:blipFill>
        <p:spPr>
          <a:xfrm xmlns:a="http://schemas.openxmlformats.org/drawingml/2006/main">
            <a:off x="2745795" y="3630796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554910-98DB-4384-8955-E8F080117A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4feef3e1e8408a"/>
          <a:stretch xmlns:a="http://schemas.openxmlformats.org/drawingml/2006/main"/>
        </p:blipFill>
        <p:spPr>
          <a:xfrm xmlns:a="http://schemas.openxmlformats.org/drawingml/2006/main">
            <a:off x="2909346" y="3783196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FCBFB0-2F84-4BC8-8CBD-22ED5907C3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9b4cdd1ad14d5a"/>
          <a:stretch xmlns:a="http://schemas.openxmlformats.org/drawingml/2006/main"/>
        </p:blipFill>
        <p:spPr>
          <a:xfrm xmlns:a="http://schemas.openxmlformats.org/drawingml/2006/main">
            <a:off x="2901786" y="358882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1E5EF1-36F5-455A-AFC1-E8B98619D3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05d0761fa14017"/>
          <a:stretch xmlns:a="http://schemas.openxmlformats.org/drawingml/2006/main"/>
        </p:blipFill>
        <p:spPr>
          <a:xfrm xmlns:a="http://schemas.openxmlformats.org/drawingml/2006/main">
            <a:off x="2531365" y="3611431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31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3F62CF78-797D-4BC1-AF2A-A8429484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Tony still has 8 cookies. Katie now has 0 cookies.</a:t>
            </a:r>
          </a:p>
        </p:txBody>
      </p:sp>
    </p:spTree>
    <p:extLst>
      <p:ext uri="{BB962C8B-B14F-4D97-AF65-F5344CB8AC3E}">
        <p14:creationId xmlns:p14="http://schemas.microsoft.com/office/powerpoint/2010/main" val="308938569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2026-10-16T18:05:32.6520000Z</dcterms:created>
  <dcterms:modified xsi:type="dcterms:W3CDTF">2026-10-16T18:05:32.6520000Z</dcterms:modified>
</coreProperties>
</file>