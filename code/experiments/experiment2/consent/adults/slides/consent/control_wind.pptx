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 snapToGrid="0">
      <p:cViewPr varScale="1">
        <p:scale>
          <a:sx n="112" d="100"/>
          <a:sy n="112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5B545-7E4E-115E-D9AE-33999AD00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07D341-9B07-5B2F-064E-57D827B25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87C3D-BFAB-0949-0D8E-E29843E0DD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10B9B-FBA6-052E-CBA4-684282DDF40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483C2-C784-BD76-AB56-07407192AA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4926F-14D1-0737-A8BF-E6DA7B60D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1E4C3-CEDF-B93E-D78A-7EF2A5DA3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52DAA-E227-3F3C-2BC4-7580452B5D3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FC7D5-B59D-20A1-3D3F-4CD92186F1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32F01B-B3C6-31C2-9108-EB94802012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0815F-3348-32E4-0B54-02FD41B1A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C4490-6F20-54C2-681B-18BF3F692E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B2078-644B-0581-1C58-52CD1926F5E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82AC6-3947-7E21-09FB-BCC930E99DB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9C2D9-0266-1B80-4773-D92C1AAA07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E2F8-2154-032C-FE4E-6088E9A87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038F6-3759-B7FD-DD63-B5F4D6932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2E74A7-9FC8-DD42-95EA-166C746D703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74CFD8-9839-1ED5-1A19-F83CB840B62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CCA20-9281-FFCF-8D1B-D9C7253861A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2FDAA-B564-04EB-6CB6-59CCE6B8E9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EA1E8-869E-7FA5-3B4B-0858FB557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39C1B5-9F4C-6231-A818-00BD5CC7C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6B7603-5F44-DB39-9341-FBF429946AC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A8FCA-414B-256E-B8CB-0530D3E392E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8277B0-AC52-227E-CF9D-31DFA689B8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7DF43-3E47-8946-FFF4-253D70E1964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B509E7-26B7-3393-9480-C9FDF4359D3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FA5025-512F-18DB-59B9-C7DA03D12B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4A387-0748-DC9D-ECD2-A5AD0B4F9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3861D-4C08-B605-93D2-6AEEB6E94C1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FC9800-7EE6-E390-DAA5-3B2DB461C97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688D2E-82BE-5395-2439-F6CE2D6B2FD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2BEC4D-3FA7-DF2C-D8A8-41AA5A759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A3668B-1411-DFB6-5BF8-73F36504EE9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5DDBA-CD73-05B4-20A5-4DD5337EA6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83CB3-04A1-C9F0-0E3D-B5109B0CB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61067-A124-52F4-313F-AE4113E3F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71974-7FA6-061C-3A11-76E89377E4E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999820-A27A-F41E-9328-6C465A1D93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2CA85-3573-A5C5-9876-4DFA8586239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B0DEA-2BAF-4177-DC53-CE6CF2C9BE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52E22-67CB-BDAD-E42C-02BB28332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0A2FDB-34FA-1131-3654-B3B8D2CC3B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E1C7F-8AB9-26D1-463D-CA4DDDA2223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287C5-F4D1-2213-8628-E39F1CBBE84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1DA965-0D31-5AB1-C4C9-83A6D52AD4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7B6A37-82A7-7D32-FBED-311FE2C44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69935-A0FC-15DE-6B82-46FC63115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BDE586-1C72-D8F5-2B4D-1F974960C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FE60DB-B08D-E5FD-4FB8-05A34853DE9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162FB5-8E01-00DF-4DCB-66C45C22013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9D754-872F-8085-C78D-849A0C71E7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E62056-1BB4-3934-7190-AAE04168C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5AE842-44C6-CD93-D000-A3380F29A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5368A-CE08-2167-C5D4-87BB42DDC0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675E9-AA47-6B87-1265-95D473D04C6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D1C5AF-FADA-5626-B030-7408A3BEF6F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086652-8ED8-2C4E-810D-2E1EC7F2648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AF38A-B81A-E33F-617C-205C3C2EC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2F850-D113-4ECF-9B25-D8D882FAC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0AC17B-C261-8B33-7085-9AB5C3BFEE1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BEBB6E-1747-1148-9C7B-8E39D56E3DDB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95AC0-6D16-5B1E-550A-95C1402B473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5393AB-3806-F30B-688B-96B0A2CE1A1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086652-8ED8-2C4E-810D-2E1EC7F2648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149EB54-C43C-4E7C-8F14-F435754850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BAA3E0-C71A-4E66-94D5-A354101B31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562" y="284011"/>
            <a:ext cx="4066876" cy="5578091"/>
          </a:xfrm>
          <a:prstGeom prst="rect">
            <a:avLst/>
          </a:prstGeom>
        </p:spPr>
      </p:pic>
      <p:sp>
        <p:nvSpPr>
          <p:cNvPr id="8" name="Study story caption">
            <a:extLst>
              <a:ext uri="{FF2B5EF4-FFF2-40B4-BE49-F238E27FC236}">
                <a16:creationId xmlns:a16="http://schemas.microsoft.com/office/drawing/2014/main" id="{75A21B57-9D9D-406B-90B3-1D1ED41C24D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Katie.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686FBBE-E1B4-4A51-99B9-34563BB15D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D308884-8623-4F1F-A91F-F205AEB0C5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562" y="284011"/>
            <a:ext cx="4066876" cy="55780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9CAA6C1-6587-426A-ABB1-247BA68205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8511" y="4171471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76A6FA-97D9-4627-AC6C-9CDC958FF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520" y="3990032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A4E66A-AE93-45A1-92B8-86484A008D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942" y="3990031"/>
            <a:ext cx="1053833" cy="531259"/>
          </a:xfrm>
          <a:prstGeom prst="rect">
            <a:avLst/>
          </a:prstGeom>
        </p:spPr>
      </p:pic>
      <p:sp>
        <p:nvSpPr>
          <p:cNvPr id="15" name="Study story caption">
            <a:extLst>
              <a:ext uri="{FF2B5EF4-FFF2-40B4-BE49-F238E27FC236}">
                <a16:creationId xmlns:a16="http://schemas.microsoft.com/office/drawing/2014/main" id="{80112B87-B60E-47C9-9260-BA32CFCE9194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Katie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319414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D49DFCA-82C9-48F5-A1FD-482D545F88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3C4A78-0794-43B8-8FE0-52E6AD242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8399" y="432280"/>
            <a:ext cx="2860957" cy="5301916"/>
          </a:xfrm>
          <a:prstGeom prst="rect">
            <a:avLst/>
          </a:prstGeom>
        </p:spPr>
      </p:pic>
      <p:sp>
        <p:nvSpPr>
          <p:cNvPr id="10" name="Study story caption">
            <a:extLst>
              <a:ext uri="{FF2B5EF4-FFF2-40B4-BE49-F238E27FC236}">
                <a16:creationId xmlns:a16="http://schemas.microsoft.com/office/drawing/2014/main" id="{DE930C7B-8306-4FB9-8CC2-B5E950C5049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Tony.</a:t>
            </a:r>
          </a:p>
        </p:txBody>
      </p:sp>
    </p:spTree>
    <p:extLst>
      <p:ext uri="{BB962C8B-B14F-4D97-AF65-F5344CB8AC3E}">
        <p14:creationId xmlns:p14="http://schemas.microsoft.com/office/powerpoint/2010/main" val="308166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4AFBE42-7E5F-4377-9244-155E665F5F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D2E4B4-FBE9-4C13-B014-5BA6461BE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8399" y="432280"/>
            <a:ext cx="2860957" cy="53019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E293F71-E612-4933-B96B-0AFCE2AF5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78" y="4161158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E60770C-694B-40A3-BFF2-902D027FE6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620887" y="3982894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32E9A8E-5B1C-4930-8459-7F44F662B1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539301" y="3898704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1ED80D8-8941-45EA-B769-89B0540A7A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906348" y="3895529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EF4F809-FEAE-43FA-8765-E765B2BEC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750333" y="3825762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1F76669-E3ED-4AB8-9FFF-4296C018F8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913884" y="3978162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83F69C8-AFB0-4DA7-AFCD-04D5940B9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906324" y="3783788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55FAF33-E420-42C8-A787-B6F7191B8A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535903" y="3806397"/>
            <a:ext cx="1053833" cy="531259"/>
          </a:xfrm>
          <a:prstGeom prst="rect">
            <a:avLst/>
          </a:prstGeom>
        </p:spPr>
      </p:pic>
      <p:sp>
        <p:nvSpPr>
          <p:cNvPr id="21" name="Study story caption">
            <a:extLst>
              <a:ext uri="{FF2B5EF4-FFF2-40B4-BE49-F238E27FC236}">
                <a16:creationId xmlns:a16="http://schemas.microsoft.com/office/drawing/2014/main" id="{05223DD1-E341-43CD-8E50-89D4E91D57DF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Tony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740444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EF5D932-19C9-4C52-9A83-26A637E27A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8DDA8E9-97F0-4709-876F-C790135D7A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519"/>
          <a:stretch>
            <a:fillRect/>
          </a:stretch>
        </p:blipFill>
        <p:spPr>
          <a:xfrm>
            <a:off x="2209800" y="3148314"/>
            <a:ext cx="7772400" cy="24717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2309E0-5C10-4933-A61C-FF8EE14A5D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369" y="715341"/>
            <a:ext cx="2496968" cy="42817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A7BF23-FBB3-4A61-A415-102A887B6D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434" y="599932"/>
            <a:ext cx="2467198" cy="45125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62671C-3B87-46DF-8776-94E024953A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3843" y="4648851"/>
            <a:ext cx="1027288" cy="318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51EE6E-0A6C-4792-B811-DD947694C4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7852" y="446741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5932C5-8492-45B5-A250-9F88A38298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3289" y="4466633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84A6CE4-06A0-4E1E-9438-757E8F6A19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0304" y="4230821"/>
            <a:ext cx="1027288" cy="31887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C04921A-A80F-48E5-A742-E0F54D70E6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554313" y="4052557"/>
            <a:ext cx="1053833" cy="53125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EA2FFF6-1313-4BDF-B3BE-52BB9A664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472727" y="3968367"/>
            <a:ext cx="1053833" cy="531259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B023D2D-3DCB-4B46-8082-CF7012CF94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39774" y="3965192"/>
            <a:ext cx="1053833" cy="53125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A51B347-E888-45CE-BFAF-F278813D73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683759" y="3895425"/>
            <a:ext cx="1053833" cy="53125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2FA41F8-4E01-4CCF-A736-5BC315C8AE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47310" y="4047825"/>
            <a:ext cx="1053833" cy="531259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B4FEF6B-0056-448B-B6D9-2645AE9DF3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39750" y="3853451"/>
            <a:ext cx="1053833" cy="53125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5DAEBB7-665F-47AD-A35A-ED2902C066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469329" y="3876060"/>
            <a:ext cx="1053833" cy="531259"/>
          </a:xfrm>
          <a:prstGeom prst="rect">
            <a:avLst/>
          </a:prstGeom>
        </p:spPr>
      </p:pic>
      <p:sp>
        <p:nvSpPr>
          <p:cNvPr id="42" name="Study story caption">
            <a:extLst>
              <a:ext uri="{FF2B5EF4-FFF2-40B4-BE49-F238E27FC236}">
                <a16:creationId xmlns:a16="http://schemas.microsoft.com/office/drawing/2014/main" id="{97A04221-61A0-4F24-BDB8-5F92EDCE0098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Katie and Tony are having a picnic.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EF5D932-19C9-4C52-9A83-26A637E27A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8DDA8E9-97F0-4709-876F-C790135D7A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519"/>
          <a:stretch>
            <a:fillRect/>
          </a:stretch>
        </p:blipFill>
        <p:spPr>
          <a:xfrm>
            <a:off x="2209800" y="3148314"/>
            <a:ext cx="7772400" cy="24717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2309E0-5C10-4933-A61C-FF8EE14A5D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369" y="715341"/>
            <a:ext cx="2496968" cy="42817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A7BF23-FBB3-4A61-A415-102A887B6D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434" y="599932"/>
            <a:ext cx="2467198" cy="45125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62671C-3B87-46DF-8776-94E024953A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3843" y="4648851"/>
            <a:ext cx="1027288" cy="318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51EE6E-0A6C-4792-B811-DD947694C4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7852" y="446741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5932C5-8492-45B5-A250-9F88A38298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3289" y="4466633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84A6CE4-06A0-4E1E-9438-757E8F6A19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0304" y="4230821"/>
            <a:ext cx="1027288" cy="31887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C04921A-A80F-48E5-A742-E0F54D70E6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554313" y="4052557"/>
            <a:ext cx="1053833" cy="53125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EA2FFF6-1313-4BDF-B3BE-52BB9A664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472727" y="3968367"/>
            <a:ext cx="1053833" cy="531259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B023D2D-3DCB-4B46-8082-CF7012CF94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39774" y="3965192"/>
            <a:ext cx="1053833" cy="53125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A51B347-E888-45CE-BFAF-F278813D73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683759" y="3895425"/>
            <a:ext cx="1053833" cy="53125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2FA41F8-4E01-4CCF-A736-5BC315C8AE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47310" y="4047825"/>
            <a:ext cx="1053833" cy="531259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B4FEF6B-0056-448B-B6D9-2645AE9DF3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39750" y="3853451"/>
            <a:ext cx="1053833" cy="53125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5DAEBB7-665F-47AD-A35A-ED2902C066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469329" y="3876060"/>
            <a:ext cx="1053833" cy="531259"/>
          </a:xfrm>
          <a:prstGeom prst="rect">
            <a:avLst/>
          </a:prstGeom>
        </p:spPr>
      </p:pic>
      <p:sp>
        <p:nvSpPr>
          <p:cNvPr id="42" name="Study story caption">
            <a:extLst>
              <a:ext uri="{FF2B5EF4-FFF2-40B4-BE49-F238E27FC236}">
                <a16:creationId xmlns:a16="http://schemas.microsoft.com/office/drawing/2014/main" id="{97A04221-61A0-4F24-BDB8-5F92EDCE0098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0" rIns="152400" bIns="0" anchor="ctr">
            <a:noAutofit/>
          </a:bodyPr>
          <a:lstStyle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Katie tells Tony, “I know the wind could blow my cookies away.”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EF5D932-19C9-4C52-9A83-26A637E27A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8DDA8E9-97F0-4709-876F-C790135D7A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519"/>
          <a:stretch>
            <a:fillRect/>
          </a:stretch>
        </p:blipFill>
        <p:spPr>
          <a:xfrm>
            <a:off x="2209800" y="3148314"/>
            <a:ext cx="7772400" cy="24717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2309E0-5C10-4933-A61C-FF8EE14A5D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369" y="715341"/>
            <a:ext cx="2496968" cy="42817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A7BF23-FBB3-4A61-A415-102A887B6D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434" y="599932"/>
            <a:ext cx="2467198" cy="45125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62671C-3B87-46DF-8776-94E024953A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3843" y="4648851"/>
            <a:ext cx="1027288" cy="318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51EE6E-0A6C-4792-B811-DD947694C4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7852" y="446741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5932C5-8492-45B5-A250-9F88A38298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3289" y="4466633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84A6CE4-06A0-4E1E-9438-757E8F6A19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0304" y="4230821"/>
            <a:ext cx="1027288" cy="31887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C04921A-A80F-48E5-A742-E0F54D70E6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554313" y="4052557"/>
            <a:ext cx="1053833" cy="53125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EA2FFF6-1313-4BDF-B3BE-52BB9A664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472727" y="3968367"/>
            <a:ext cx="1053833" cy="531259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B023D2D-3DCB-4B46-8082-CF7012CF94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39774" y="3965192"/>
            <a:ext cx="1053833" cy="53125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A51B347-E888-45CE-BFAF-F278813D73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683759" y="3895425"/>
            <a:ext cx="1053833" cy="53125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2FA41F8-4E01-4CCF-A736-5BC315C8AE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47310" y="4047825"/>
            <a:ext cx="1053833" cy="531259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B4FEF6B-0056-448B-B6D9-2645AE9DF3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839750" y="3853451"/>
            <a:ext cx="1053833" cy="53125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5DAEBB7-665F-47AD-A35A-ED2902C066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3469329" y="3876060"/>
            <a:ext cx="1053833" cy="531259"/>
          </a:xfrm>
          <a:prstGeom prst="rect">
            <a:avLst/>
          </a:prstGeom>
        </p:spPr>
      </p:pic>
      <p:sp>
        <p:nvSpPr>
          <p:cNvPr id="42" name="Study story caption">
            <a:extLst>
              <a:ext uri="{FF2B5EF4-FFF2-40B4-BE49-F238E27FC236}">
                <a16:creationId xmlns:a16="http://schemas.microsoft.com/office/drawing/2014/main" id="{97A04221-61A0-4F24-BDB8-5F92EDCE0098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Katie tells Tony,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B04E3C-C458-4E41-A1EE-A7CF0FCE28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D582343-6ECF-4332-82DD-514F91B99E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519"/>
          <a:stretch>
            <a:fillRect/>
          </a:stretch>
        </p:blipFill>
        <p:spPr>
          <a:xfrm>
            <a:off x="2209800" y="3148314"/>
            <a:ext cx="7772400" cy="24717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FCD465-F5AC-4871-A626-11D1BA13B4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369" y="715341"/>
            <a:ext cx="2496968" cy="42817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43CFCC-2C6F-4A0E-ABE1-FF7E7B157C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434" y="599932"/>
            <a:ext cx="2467198" cy="45125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45314C-6A9D-4E20-BAEE-5C3E4E7E70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3843" y="4648851"/>
            <a:ext cx="1027288" cy="31887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9B35732-3EE3-49D2-BF26-279101424C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0304" y="4230821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A9FE73-65D4-435E-8778-A12BD8290B8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860743">
            <a:off x="5319021" y="3404799"/>
            <a:ext cx="2037777" cy="951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D08765-ED5C-4C58-980B-D19AC0727E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7852" y="4467412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2FB765-F868-4A46-AB62-0C8BF25E52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3289" y="4466633"/>
            <a:ext cx="1053833" cy="53125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D2CE5A2-9072-4E8B-9FA4-5D74120C81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554313" y="4052557"/>
            <a:ext cx="1053833" cy="53125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11C9C0A-3904-405C-AE02-F39574CF2D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472727" y="3968367"/>
            <a:ext cx="1053833" cy="53125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C241145-B022-4319-804D-30ECEFF4222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839774" y="3965192"/>
            <a:ext cx="1053833" cy="53125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12D3165-F750-47AF-A30E-0AF29BFBD1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683759" y="3895425"/>
            <a:ext cx="1053833" cy="53125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0343B87-16BA-40D3-95C3-2BEAF1369B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847310" y="4047825"/>
            <a:ext cx="1053833" cy="53125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995751D-15C5-4758-A9D5-0D527632C4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839750" y="3853451"/>
            <a:ext cx="1053833" cy="53125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A947DAF-7581-4AEB-BF4D-9116EB6193C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469329" y="3876060"/>
            <a:ext cx="1053833" cy="531259"/>
          </a:xfrm>
          <a:prstGeom prst="rect">
            <a:avLst/>
          </a:prstGeom>
        </p:spPr>
      </p:pic>
      <p:sp>
        <p:nvSpPr>
          <p:cNvPr id="34" name="Study story caption">
            <a:extLst>
              <a:ext uri="{FF2B5EF4-FFF2-40B4-BE49-F238E27FC236}">
                <a16:creationId xmlns:a16="http://schemas.microsoft.com/office/drawing/2014/main" id="{30DD24FB-6B97-4C08-8758-9BB7860CD9E6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A gust of wind blows.</a:t>
            </a:r>
          </a:p>
        </p:txBody>
      </p:sp>
    </p:spTree>
    <p:extLst>
      <p:ext uri="{BB962C8B-B14F-4D97-AF65-F5344CB8AC3E}">
        <p14:creationId xmlns:p14="http://schemas.microsoft.com/office/powerpoint/2010/main" val="275542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F7CFE2E-C56B-4D81-B4C6-662DE15424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B75AB5A-03E0-4C5C-902C-18865B2EE4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519"/>
          <a:stretch>
            <a:fillRect/>
          </a:stretch>
        </p:blipFill>
        <p:spPr>
          <a:xfrm>
            <a:off x="2209800" y="3148314"/>
            <a:ext cx="7772400" cy="24717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C8ADA8-5305-45ED-BF36-EF69EBEC0E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434" y="599932"/>
            <a:ext cx="2467198" cy="45125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4F7DD3-B721-4F0B-8126-FA88D27AB7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843" y="4648851"/>
            <a:ext cx="1027288" cy="31887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F8B43BF-174F-4BD1-B6A9-92D74FB55B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304" y="4230821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24D7E-4BF2-491B-820C-6F038A8423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369" y="713784"/>
            <a:ext cx="2495845" cy="42817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D6D236-7701-46B0-9748-3992384102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860743">
            <a:off x="5319021" y="3404799"/>
            <a:ext cx="2037777" cy="951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3C7CE2F-89BE-49F0-922E-468E6C76DF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15666" y="4846892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48D444-8FE8-4A92-B784-A0EF11A9BA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3860" y="4914645"/>
            <a:ext cx="1053833" cy="53125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6F5AB73-8C5B-42EB-9257-19723B55C49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554313" y="4052557"/>
            <a:ext cx="1053833" cy="53125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4D60AF8-8288-4C77-A3A6-F866D738E3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472727" y="3968367"/>
            <a:ext cx="1053833" cy="53125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02555BD-2BB0-4D8F-92D5-6D56A702637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839774" y="3965192"/>
            <a:ext cx="1053833" cy="53125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DA7FFCC-6A18-4549-B632-F01921D95D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683759" y="3895425"/>
            <a:ext cx="1053833" cy="53125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4416F2B-5593-479D-AA43-ED354D94F7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847310" y="4047825"/>
            <a:ext cx="1053833" cy="53125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73168FB-EB29-485D-BD3A-D05AC041E5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839750" y="3853451"/>
            <a:ext cx="1053833" cy="53125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0B9EC32-8DA3-4A2B-9804-01DA0C9126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469329" y="3876060"/>
            <a:ext cx="1053833" cy="531259"/>
          </a:xfrm>
          <a:prstGeom prst="rect">
            <a:avLst/>
          </a:prstGeom>
        </p:spPr>
      </p:pic>
      <p:sp>
        <p:nvSpPr>
          <p:cNvPr id="34" name="Study story caption">
            <a:extLst>
              <a:ext uri="{FF2B5EF4-FFF2-40B4-BE49-F238E27FC236}">
                <a16:creationId xmlns:a16="http://schemas.microsoft.com/office/drawing/2014/main" id="{ED837A98-7008-4400-9B98-F52DBD7DC754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 of Katie’s cookies blow away!</a:t>
            </a:r>
          </a:p>
        </p:txBody>
      </p:sp>
    </p:spTree>
    <p:extLst>
      <p:ext uri="{BB962C8B-B14F-4D97-AF65-F5344CB8AC3E}">
        <p14:creationId xmlns:p14="http://schemas.microsoft.com/office/powerpoint/2010/main" val="597580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4B145E69-922A-478C-81C0-C53F03E2C0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5DC2E4D-935B-492F-9207-D4D932DF1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254" y="590309"/>
            <a:ext cx="3735658" cy="51237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0F3B2F-E0CA-478E-8736-4540A839C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7804" y="307166"/>
            <a:ext cx="2860957" cy="53019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1F67D7-FA9C-41C6-8A6E-7D69D1C972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9F2FAC3-8601-4301-AC05-7163623589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340" y="3966192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1EFE2B-B0B9-4778-9867-45BEFC9E90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54300" y="5059544"/>
            <a:ext cx="812666" cy="4113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44A15F-3158-44A6-AA77-B4034F6EB4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837701" y="4853862"/>
            <a:ext cx="812666" cy="4113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AEF13E8-E06D-4AF8-9E78-04AE536DC2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616349" y="3787928"/>
            <a:ext cx="1053833" cy="5312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7ED16AA-9FD7-4C1D-BD9F-0260C6A8FD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534763" y="3703738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46BF4F3-EA53-4E46-B728-BEB08DB1EA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901810" y="3700563"/>
            <a:ext cx="1053833" cy="53125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DBC5E50-02B1-4A3A-8BE6-83495F136A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745795" y="3630796"/>
            <a:ext cx="1053833" cy="53125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D554910-98DB-4384-8955-E8F080117A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909346" y="3783196"/>
            <a:ext cx="1053833" cy="53125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AFCBFB0-2F84-4BC8-8CBD-22ED5907C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901786" y="3588822"/>
            <a:ext cx="1053833" cy="53125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1E5EF1-36F5-455A-AFC1-E8B98619D3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531365" y="3611431"/>
            <a:ext cx="1053833" cy="531259"/>
          </a:xfrm>
          <a:prstGeom prst="rect">
            <a:avLst/>
          </a:prstGeom>
        </p:spPr>
      </p:pic>
      <p:sp>
        <p:nvSpPr>
          <p:cNvPr id="31" name="Study story caption">
            <a:extLst>
              <a:ext uri="{FF2B5EF4-FFF2-40B4-BE49-F238E27FC236}">
                <a16:creationId xmlns:a16="http://schemas.microsoft.com/office/drawing/2014/main" id="{3F62CF78-797D-4BC1-AF2A-A8429484E06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Tony still has 8 cookies. Katie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308938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</Words>
  <Application>Microsoft Macintosh PowerPoint</Application>
  <DocSecurity>0</DocSecurity>
  <PresentationFormat>Widescreen</PresentationFormat>
  <Paragraphs>10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David Rose</cp:lastModifiedBy>
  <cp:revision>1</cp:revision>
  <dcterms:created xsi:type="dcterms:W3CDTF">2026-10-16T18:05:32Z</dcterms:created>
  <dcterms:modified xsi:type="dcterms:W3CDTF">2026-10-17T12:39:02Z</dcterms:modified>
</cp:coreProperties>
</file>