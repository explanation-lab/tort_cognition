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2" r:id="rId11"/>
    <p:sldId id="266" r:id="rId12"/>
    <p:sldId id="267" r:id="rId13"/>
    <p:sldId id="268" r:id="rId1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75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4270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4511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A8F887-09CF-4D4B-9057-173251B9F2A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56D6-01FA-6542-9E97-3B07E95D8CD7}" type="datetimeFigureOut">
              <a:t>10/17/26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8F887-09CF-4D4B-9057-173251B9F2A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3EA156-F265-4248-9BA4-98488A9042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5DD817-45BB-46CB-AF7C-692E85EDB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1651E766-5766-4C9A-A6F7-DB274717CF2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82D535D-62B2-4DE8-928F-A56A0BC19E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04015A-4901-4CA3-AC03-9D079103A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3" y="113681"/>
            <a:ext cx="4134273" cy="566548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A0CC81-69BA-4E0E-9810-2692614BA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7704" y="4103301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11D6C9-9402-49E3-8EF5-291AFE715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21713" y="3925037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BC902A-A822-4560-8201-DAAAC4E41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40127" y="384084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FB086C-4A05-4D8F-9EE1-F91182DD4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07174" y="3837672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BE6B0A-04E9-44DE-AE3F-78DF13C8E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51159" y="3767905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C8DE81-42E8-4EFD-B164-778EFFB4E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14710" y="392030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B34371-CD4F-4D75-B80A-9FBE36A084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007150" y="3725931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374905-DA17-4523-97F9-3F39644DE7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36729" y="3748540"/>
            <a:ext cx="1053833" cy="531259"/>
          </a:xfrm>
          <a:prstGeom prst="rect">
            <a:avLst/>
          </a:prstGeom>
        </p:spPr>
      </p:pic>
      <p:sp>
        <p:nvSpPr>
          <p:cNvPr id="20" name="Study story caption">
            <a:extLst>
              <a:ext uri="{FF2B5EF4-FFF2-40B4-BE49-F238E27FC236}">
                <a16:creationId xmlns:a16="http://schemas.microsoft.com/office/drawing/2014/main" id="{6E2C17F7-35B0-4BCF-B2BB-E83EB1A237E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215049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6EAB25-3A46-406E-994F-0B0E2DA6DF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5ED329-7AC3-4F59-9D70-F06186141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27FA01A2-CEA8-4EC1-AE11-D038F2B58BC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A5C773-C375-4DA7-B644-9C06F341E6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AAC60F-6C9B-4E26-8AAC-22FF9FC1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47" y="1"/>
            <a:ext cx="3407875" cy="59958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2ED1AA-55CE-4CF4-8499-247816514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155" y="4026061"/>
            <a:ext cx="1276132" cy="396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8E3E79-1B47-4D11-AD69-D58B98A409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164" y="3793174"/>
            <a:ext cx="1309107" cy="659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D5F04-E538-4513-8120-3451E6208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989" y="3801748"/>
            <a:ext cx="1309107" cy="659948"/>
          </a:xfrm>
          <a:prstGeom prst="rect">
            <a:avLst/>
          </a:prstGeom>
        </p:spPr>
      </p:pic>
      <p:sp>
        <p:nvSpPr>
          <p:cNvPr id="12" name="Study story caption">
            <a:extLst>
              <a:ext uri="{FF2B5EF4-FFF2-40B4-BE49-F238E27FC236}">
                <a16:creationId xmlns:a16="http://schemas.microsoft.com/office/drawing/2014/main" id="{6EBC5021-7965-47BF-A750-D2FA074F4317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11168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9F01E3D-06F9-4663-A2FA-4FE346AD321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4C40D9E-CB7F-4CCA-B477-4777427D8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067" y="0"/>
            <a:ext cx="3125078" cy="5540110"/>
          </a:xfrm>
          <a:prstGeom prst="rect">
            <a:avLst/>
          </a:prstGeom>
        </p:spPr>
      </p:pic>
      <p:sp>
        <p:nvSpPr>
          <p:cNvPr id="18" name="Study story caption">
            <a:extLst>
              <a:ext uri="{FF2B5EF4-FFF2-40B4-BE49-F238E27FC236}">
                <a16:creationId xmlns:a16="http://schemas.microsoft.com/office/drawing/2014/main" id="{67BB291C-5389-4A18-B1C4-3D8547CA386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53AF12-7EA8-4D87-A4CC-2C3419FD9C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89C266-16AB-40BB-AEAC-4D8B2B5C7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0AC283-6573-42A3-8D00-1B49E7EBC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303" y="0"/>
            <a:ext cx="4049251" cy="5540111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869D8CAC-0A20-4F3F-8D74-B15BDAD671C2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386895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23EFB3-17F1-4526-8E1E-B74B08F49D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95EFC3-9519-400F-9DF5-F687F124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49" y="197486"/>
            <a:ext cx="4049251" cy="55401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5C1A34-1C1A-424D-8396-27DF9E0D6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50B4F516-8107-4989-BB91-015F88B529F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4016397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FDD6A-3558-4784-8ADF-04C2FFE8DA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ECCFDF-32C6-4A74-A657-F4A7A7F15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C719F4-CAB9-4E11-9D42-533B37CEA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CB8848-7009-4DE3-8E52-1D02F53D0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AD7339-2772-4117-BEA9-DF765A9A9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04DEC-3D88-4D3F-A960-27E7E62C4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walks in.</a:t>
            </a:r>
          </a:p>
        </p:txBody>
      </p:sp>
    </p:spTree>
    <p:extLst>
      <p:ext uri="{BB962C8B-B14F-4D97-AF65-F5344CB8AC3E}">
        <p14:creationId xmlns:p14="http://schemas.microsoft.com/office/powerpoint/2010/main" val="540875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FDD6A-3558-4784-8ADF-04C2FFE8DA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ECCFDF-32C6-4A74-A657-F4A7A7F15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C719F4-CAB9-4E11-9D42-533B37CEA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CB8848-7009-4DE3-8E52-1D02F53D0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AD7339-2772-4117-BEA9-DF765A9A9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04DEC-3D88-4D3F-A960-27E7E62C4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tells Finn, “I know I could slip on the water you leave on the floor and drop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FDD6A-3558-4784-8ADF-04C2FFE8DA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ECCFDF-32C6-4A74-A657-F4A7A7F15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C719F4-CAB9-4E11-9D42-533B37CEA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1" y="167007"/>
            <a:ext cx="3583199" cy="57375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CB8848-7009-4DE3-8E52-1D02F53D0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39" y="3636835"/>
            <a:ext cx="1583318" cy="491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AD7339-2772-4117-BEA9-DF765A9A9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948" y="3340440"/>
            <a:ext cx="1624230" cy="81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A04DEC-3D88-4D3F-A960-27E7E62C4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385" y="3340440"/>
            <a:ext cx="1624230" cy="818808"/>
          </a:xfrm>
          <a:prstGeom prst="rect">
            <a:avLst/>
          </a:prstGeom>
        </p:spPr>
      </p:pic>
      <p:sp>
        <p:nvSpPr>
          <p:cNvPr id="14" name="Study story caption">
            <a:extLst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tells Finn, “I’m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331804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1715E7-7EA7-4F2C-8EC4-A073EB0062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2CDE9C-D094-43AA-B97E-44A026C70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A78E9C-1F3D-46F3-BCF2-5A2A13D187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975BBB-A422-4838-AB03-28C2E9F28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387A9E-D05F-4D50-8991-D62587AD1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2045" y="3120730"/>
            <a:ext cx="1624230" cy="818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B7C518-9D93-4FC1-AE66-44CB0E3A2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8722" y="3068158"/>
            <a:ext cx="1624230" cy="818808"/>
          </a:xfrm>
          <a:prstGeom prst="rect">
            <a:avLst/>
          </a:prstGeom>
        </p:spPr>
      </p:pic>
      <p:sp>
        <p:nvSpPr>
          <p:cNvPr id="10" name="Study story caption">
            <a:extLst>
              <a:ext uri="{FF2B5EF4-FFF2-40B4-BE49-F238E27FC236}">
                <a16:creationId xmlns:a16="http://schemas.microsoft.com/office/drawing/2014/main" id="{255A1F02-0F45-4937-9227-9E04C8F0C9B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Cleo slips on the water!</a:t>
            </a:r>
          </a:p>
        </p:txBody>
      </p:sp>
    </p:spTree>
    <p:extLst>
      <p:ext uri="{BB962C8B-B14F-4D97-AF65-F5344CB8AC3E}">
        <p14:creationId xmlns:p14="http://schemas.microsoft.com/office/powerpoint/2010/main" val="2524296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6B39E73-EA16-4B84-85F6-30594795787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EACE22-D046-4D4B-9DB6-5B44A3D7C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3F0AA0-0AC4-4840-8070-68A2FB21E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820" y="34979"/>
            <a:ext cx="3464337" cy="5768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9CA2F7-CAC3-49B7-8E91-D99F344CC5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A2BF9-EE03-4838-BDD8-C57834385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4958E-074B-46D2-B3D3-7AE6961D3F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574" y="3395503"/>
            <a:ext cx="1583318" cy="491463"/>
          </a:xfrm>
          <a:prstGeom prst="rect">
            <a:avLst/>
          </a:prstGeom>
        </p:spPr>
      </p:pic>
      <p:sp>
        <p:nvSpPr>
          <p:cNvPr id="18" name="Study story caption">
            <a:extLst>
              <a:ext uri="{FF2B5EF4-FFF2-40B4-BE49-F238E27FC236}">
                <a16:creationId xmlns:a16="http://schemas.microsoft.com/office/drawing/2014/main" id="{DE40833D-090B-430F-B96E-A81A6E398AD5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3646342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542D871-19F8-411F-BF3E-8411EA07FB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3CC706-F653-4E7C-8F22-A996BDA30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00" y="4549705"/>
            <a:ext cx="3005607" cy="13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B34BF-76A8-45D3-A2F8-4FA95E0D1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736" y="525447"/>
            <a:ext cx="3165364" cy="5287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100357-E8C2-4F3E-BC80-AC6FD3048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823" y="664560"/>
            <a:ext cx="3628511" cy="4972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E8125D-C2A7-432D-B7A2-753A60D45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2584" y="4007248"/>
            <a:ext cx="1330038" cy="4128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68AAD0-9C5F-4B80-AB6C-F752A1D45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823" y="4147266"/>
            <a:ext cx="1246853" cy="387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086BD2-274B-4FC5-9355-B375F8A2DF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528" y="4815881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EEA79E-4EAD-4C68-9D86-72D2B8CF80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273" y="498221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1EBD32-62FD-45A3-BCD5-11C992C41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487492" y="3930901"/>
            <a:ext cx="1279071" cy="6448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C03526-F2F1-4E7E-BAD6-C6DBE4EE87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388468" y="3828717"/>
            <a:ext cx="1279071" cy="6448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636099-1DAF-43D4-99C7-6B2216B5EA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33965" y="3824863"/>
            <a:ext cx="1279071" cy="6448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4FA58B-00E6-4C31-AC17-F9C4378CAD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644605" y="3740185"/>
            <a:ext cx="1279071" cy="6448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1C1184-1A4D-4C78-9F5C-2E5791005D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43112" y="3925158"/>
            <a:ext cx="1279071" cy="6448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593DA9-5271-4A68-AA6E-74C420E834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833936" y="3689240"/>
            <a:ext cx="1279071" cy="6448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F397BE-37FF-4B6A-A043-ABF4D65802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384344" y="3716681"/>
            <a:ext cx="1279071" cy="644806"/>
          </a:xfrm>
          <a:prstGeom prst="rect">
            <a:avLst/>
          </a:prstGeom>
        </p:spPr>
      </p:pic>
      <p:sp>
        <p:nvSpPr>
          <p:cNvPr id="22" name="Study story caption">
            <a:extLst>
              <a:ext uri="{FF2B5EF4-FFF2-40B4-BE49-F238E27FC236}">
                <a16:creationId xmlns:a16="http://schemas.microsoft.com/office/drawing/2014/main" id="{1990B4BE-FAE3-4388-8D38-74FB4A438B7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Macintosh PowerPoint</Application>
  <DocSecurity>0</DocSecurity>
  <PresentationFormat>Widescreen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2026-10-16T18:04:55Z</dcterms:created>
  <dcterms:modified xsi:type="dcterms:W3CDTF">2026-10-17T12:53:04Z</dcterms:modified>
</cp:coreProperties>
</file>