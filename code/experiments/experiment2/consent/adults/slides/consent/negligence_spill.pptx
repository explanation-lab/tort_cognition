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5" r:id="rId9"/>
    <p:sldId id="261" r:id="rId10"/>
    <p:sldId id="262" r:id="rId11"/>
    <p:sldId id="266" r:id="rId12"/>
    <p:sldId id="267" r:id="rId13"/>
    <p:sldId id="268" r:id="rId14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8"/>
  </p:normalViewPr>
  <p:slideViewPr>
    <p:cSldViewPr snapToGrid="0">
      <p:cViewPr varScale="1">
        <p:scale>
          <a:sx n="112" d="100"/>
          <a:sy n="112" d="100"/>
        </p:scale>
        <p:origin x="7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8756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142705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645118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95870-5D5E-704D-C7E9-05DA9B8720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A811A8-AEC6-9A95-FF28-C0216AA770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81B68-CDCF-72E9-CD5E-57502E19D10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1EC48-F602-2B16-036D-C6A30AA7086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1E11A-3AD2-55B3-CAA1-C87A50A05CF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91B70-F360-6E05-724D-DDCB2EB56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FCDCEC-DA1B-75AC-7172-EFDDC7E88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C24861-5994-A952-2B50-81DFE3BDF12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A8740D-CC59-8627-9F37-04235DC0E70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86D53-43E2-C568-0A0B-10E8B308261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072A6-CB0A-3595-5F6F-4D15B7C45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B1EC1E-4577-BA68-410D-2CC5A940C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EDBFAC-024D-25BC-4260-2A3D7CDA564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BDEDF9-0725-8169-F0B0-3E53984FA5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6BC3EA-4865-0D08-D29F-C06BC03908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0DE0B-4AA8-9194-8363-52E73858F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3BEDF-769B-FD45-ABAC-5180DEFDA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B6A99E-6486-4A2C-F291-0955282EDA3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52FC3F-FEAB-8C4F-0F57-D1E9CE262F1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27CC6D-68C8-F863-E1EE-1581F4C63BD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4E63CC-7B69-32FD-4D44-582CA38B891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6C44C-928D-6CFB-9221-E3045C0A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44E472-98D5-2DD9-A379-F59BBF215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552C9F-CB6A-DA83-234A-1AC4DBC753D5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F27C5F-5A96-5CDA-D45A-E5CE662B15DD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E70608-616B-FA99-CCE2-15C47E2738EA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2A4DE7-1C7D-1BA4-AEFB-D1199DFD227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61C7DA-FFC4-7DB0-CDA4-D87ACAED776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18D5BE-9203-42B1-FCD1-BA504D274EA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D487A-D67F-1550-FE2E-6048FF428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EC553A-4712-9071-46B1-03AC2DE3A65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2FC68D-67C6-3A8B-7D81-3C403CF66C7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30BCB8-F0E6-1E2F-D23F-AA2ABDA0C71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2B4455-AD96-2D08-0423-58DD96A2702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E9A3BD-EEB2-A874-A74E-5D00D31C9B7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4070A6-EA38-0C18-D61C-EDB967D85C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1046F-4808-4847-F549-234463FED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F572A-0979-C07F-B79C-7563BA736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9DE6BB-46B2-D3AE-C7B4-47FE7D9874F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F1C217-159C-B500-5E5A-28965ADA39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BC3053-3EB3-8F87-6BB4-3D7696A207C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681A8A-D0E2-F4D2-B2E4-C8C3C60F3FE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C9BB8-A74A-4478-4B98-D6BF5DCB1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82EFC3-A23B-6A5F-02B8-5CD6F28A52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C003A3-DDC5-981C-F1B1-5CEB15BE945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B36AA1-E751-AEA8-AB48-CF3AFEC1DE1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51A6B7-32F0-061D-9D73-F0F9CE2BC8E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52EA71-ABBE-A975-E092-B5C7E5133B9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74EDD-2F34-BAB5-FDF4-2054A37CA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8EB009-F71C-46A6-6EEA-0E093F9F7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46CE66-B83C-3BA5-5C4C-DF75FE6A268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B9508-7932-C297-D23C-3889F847DD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F0ED57-4C1C-6655-21E6-D258C919C4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5DD1CF-DD57-54FC-0EEC-7C6B765A8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0941A1-A482-5C8E-D3C7-D6957CD13D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250C8-2604-0DAC-5E52-B6A8A9C1652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90E1C-ECFE-8F0E-1BB1-F4E89CB3A81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F879DA-B1CE-68A4-6D33-2E19568067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6CEB68-D4C0-1594-E471-97D6D501A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126CEB-C8F7-9FC0-1491-13DD84DFC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61773-03F1-C669-E49C-7CC5C7612EE8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5406F-3746-4674-2E24-27E32C479930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633A55-8BB5-058C-E0D9-8A33E7D03AF4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A8F887-09CF-4D4B-9057-173251B9F2A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33EA156-F265-4248-9BA4-98488A9042F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A5DD817-45BB-46CB-AF7C-692E85EDB8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3833" y="113681"/>
            <a:ext cx="4134273" cy="5665485"/>
          </a:xfrm>
          <a:prstGeom prst="rect">
            <a:avLst/>
          </a:prstGeom>
        </p:spPr>
      </p:pic>
      <p:sp>
        <p:nvSpPr>
          <p:cNvPr id="5" name="Study story caption">
            <a:extLst>
              <a:ext uri="{FF2B5EF4-FFF2-40B4-BE49-F238E27FC236}">
                <a16:creationId xmlns:a16="http://schemas.microsoft.com/office/drawing/2014/main" id="{1651E766-5766-4C9A-A6F7-DB274717CF20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Finn.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E82D535D-62B2-4DE8-928F-A56A0BC19E4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C04015A-4901-4CA3-AC03-9D079103AE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3833" y="113681"/>
            <a:ext cx="4134273" cy="566548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1A0CC81-69BA-4E0E-9810-2692614BAE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7704" y="4103301"/>
            <a:ext cx="1027288" cy="3188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11D6C9-9402-49E3-8EF5-291AFE715F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721713" y="3925037"/>
            <a:ext cx="1053833" cy="5312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4BC902A-A822-4560-8201-DAAAC4E416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640127" y="3840847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AFB086C-4A05-4D8F-9EE1-F91182DD4B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7007174" y="3837672"/>
            <a:ext cx="1053833" cy="5312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CBE6B0A-04E9-44DE-AE3F-78DF13C8E6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851159" y="3767905"/>
            <a:ext cx="1053833" cy="5312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DC8DE81-42E8-4EFD-B164-778EFFB4E4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7014710" y="3920305"/>
            <a:ext cx="1053833" cy="53125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7B34371-CD4F-4D75-B80A-9FBE36A084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7007150" y="3725931"/>
            <a:ext cx="1053833" cy="53125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5374905-DA17-4523-97F9-3F39644DE7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636729" y="3748540"/>
            <a:ext cx="1053833" cy="531259"/>
          </a:xfrm>
          <a:prstGeom prst="rect">
            <a:avLst/>
          </a:prstGeom>
        </p:spPr>
      </p:pic>
      <p:sp>
        <p:nvSpPr>
          <p:cNvPr id="20" name="Study story caption">
            <a:extLst>
              <a:ext uri="{FF2B5EF4-FFF2-40B4-BE49-F238E27FC236}">
                <a16:creationId xmlns:a16="http://schemas.microsoft.com/office/drawing/2014/main" id="{6E2C17F7-35B0-4BCF-B2BB-E83EB1A237E7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Finn has 8 cookies.</a:t>
            </a:r>
          </a:p>
        </p:txBody>
      </p:sp>
    </p:spTree>
    <p:extLst>
      <p:ext uri="{BB962C8B-B14F-4D97-AF65-F5344CB8AC3E}">
        <p14:creationId xmlns:p14="http://schemas.microsoft.com/office/powerpoint/2010/main" val="1215049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36EAB25-3A46-406E-994F-0B0E2DA6DF6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25ED329-7AC3-4F59-9D70-F061861415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9947" y="1"/>
            <a:ext cx="3407875" cy="5995806"/>
          </a:xfrm>
          <a:prstGeom prst="rect">
            <a:avLst/>
          </a:prstGeom>
        </p:spPr>
      </p:pic>
      <p:sp>
        <p:nvSpPr>
          <p:cNvPr id="6" name="Study story caption">
            <a:extLst>
              <a:ext uri="{FF2B5EF4-FFF2-40B4-BE49-F238E27FC236}">
                <a16:creationId xmlns:a16="http://schemas.microsoft.com/office/drawing/2014/main" id="{27FA01A2-CEA8-4EC1-AE11-D038F2B58BC8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Cleo.</a:t>
            </a:r>
          </a:p>
        </p:txBody>
      </p:sp>
    </p:spTree>
    <p:extLst>
      <p:ext uri="{BB962C8B-B14F-4D97-AF65-F5344CB8AC3E}">
        <p14:creationId xmlns:p14="http://schemas.microsoft.com/office/powerpoint/2010/main" val="803608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5A5C773-C375-4DA7-B644-9C06F341E69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BAAC60F-6C9B-4E26-8AAC-22FF9FC181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9947" y="1"/>
            <a:ext cx="3407875" cy="599580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12ED1AA-55CE-4CF4-8499-247816514A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4155" y="4026061"/>
            <a:ext cx="1276132" cy="39611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28E3E79-1B47-4D11-AD69-D58B98A409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8164" y="3793174"/>
            <a:ext cx="1309107" cy="6599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0D5F04-E538-4513-8120-3451E62081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3989" y="3801748"/>
            <a:ext cx="1309107" cy="659948"/>
          </a:xfrm>
          <a:prstGeom prst="rect">
            <a:avLst/>
          </a:prstGeom>
        </p:spPr>
      </p:pic>
      <p:sp>
        <p:nvSpPr>
          <p:cNvPr id="12" name="Study story caption">
            <a:extLst>
              <a:ext uri="{FF2B5EF4-FFF2-40B4-BE49-F238E27FC236}">
                <a16:creationId xmlns:a16="http://schemas.microsoft.com/office/drawing/2014/main" id="{6EBC5021-7965-47BF-A750-D2FA074F4317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Cleo has 2 cookies.</a:t>
            </a:r>
          </a:p>
        </p:txBody>
      </p:sp>
    </p:spTree>
    <p:extLst>
      <p:ext uri="{BB962C8B-B14F-4D97-AF65-F5344CB8AC3E}">
        <p14:creationId xmlns:p14="http://schemas.microsoft.com/office/powerpoint/2010/main" val="4111682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19F01E3D-06F9-4663-A2FA-4FE346AD321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4C40D9E-CB7F-4CCA-B477-4777427D80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067" y="0"/>
            <a:ext cx="3125078" cy="5540110"/>
          </a:xfrm>
          <a:prstGeom prst="rect">
            <a:avLst/>
          </a:prstGeom>
        </p:spPr>
      </p:pic>
      <p:sp>
        <p:nvSpPr>
          <p:cNvPr id="18" name="Study story caption">
            <a:extLst>
              <a:ext uri="{FF2B5EF4-FFF2-40B4-BE49-F238E27FC236}">
                <a16:creationId xmlns:a16="http://schemas.microsoft.com/office/drawing/2014/main" id="{67BB291C-5389-4A18-B1C4-3D8547CA3860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Finn spills water.</a:t>
            </a:r>
          </a:p>
        </p:txBody>
      </p:sp>
    </p:spTree>
    <p:extLst>
      <p:ext uri="{BB962C8B-B14F-4D97-AF65-F5344CB8AC3E}">
        <p14:creationId xmlns:p14="http://schemas.microsoft.com/office/powerpoint/2010/main" val="21085929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553AF12-7EA8-4D87-A4CC-2C3419FD9C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689C266-16AB-40BB-AEAC-4D8B2B5C7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90AC283-6573-42A3-8D00-1B49E7EBCF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303" y="0"/>
            <a:ext cx="4049251" cy="5540111"/>
          </a:xfrm>
          <a:prstGeom prst="rect">
            <a:avLst/>
          </a:prstGeom>
        </p:spPr>
      </p:pic>
      <p:sp>
        <p:nvSpPr>
          <p:cNvPr id="7" name="Study story caption">
            <a:extLst>
              <a:ext uri="{FF2B5EF4-FFF2-40B4-BE49-F238E27FC236}">
                <a16:creationId xmlns:a16="http://schemas.microsoft.com/office/drawing/2014/main" id="{869D8CAC-0A20-4F3F-8D74-B15BDAD671C2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Finn doesn’t clean it up and walks away.</a:t>
            </a:r>
          </a:p>
        </p:txBody>
      </p:sp>
    </p:spTree>
    <p:extLst>
      <p:ext uri="{BB962C8B-B14F-4D97-AF65-F5344CB8AC3E}">
        <p14:creationId xmlns:p14="http://schemas.microsoft.com/office/powerpoint/2010/main" val="3868954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923EFB3-17F1-4526-8E1E-B74B08F49D3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F95EFC3-9519-400F-9DF5-F687F124FA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2749" y="197486"/>
            <a:ext cx="4049251" cy="554011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95C1A34-1C1A-424D-8396-27DF9E0D65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sp>
        <p:nvSpPr>
          <p:cNvPr id="7" name="Study story caption">
            <a:extLst>
              <a:ext uri="{FF2B5EF4-FFF2-40B4-BE49-F238E27FC236}">
                <a16:creationId xmlns:a16="http://schemas.microsoft.com/office/drawing/2014/main" id="{50B4F516-8107-4989-BB91-015F88B529FE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Finn doesn’t clean it up and walks away.</a:t>
            </a:r>
          </a:p>
        </p:txBody>
      </p:sp>
    </p:spTree>
    <p:extLst>
      <p:ext uri="{BB962C8B-B14F-4D97-AF65-F5344CB8AC3E}">
        <p14:creationId xmlns:p14="http://schemas.microsoft.com/office/powerpoint/2010/main" val="40163972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DFDD6A-3558-4784-8ADF-04C2FFE8DAC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5ECCFDF-32C6-4A74-A657-F4A7A7F15F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9C719F4-CAB9-4E11-9D42-533B37CEA1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1" y="167007"/>
            <a:ext cx="3583199" cy="57375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FCB8848-7009-4DE3-8E52-1D02F53D04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0939" y="3636835"/>
            <a:ext cx="1583318" cy="491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AD7339-2772-4117-BEA9-DF765A9A9D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4948" y="3340440"/>
            <a:ext cx="1624230" cy="8188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A04DEC-3D88-4D3F-A960-27E7E62C446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385" y="3340440"/>
            <a:ext cx="1624230" cy="818808"/>
          </a:xfrm>
          <a:prstGeom prst="rect">
            <a:avLst/>
          </a:prstGeom>
        </p:spPr>
      </p:pic>
      <p:sp>
        <p:nvSpPr>
          <p:cNvPr id="14" name="Study story caption">
            <a:extLst>
              <a:ext uri="{FF2B5EF4-FFF2-40B4-BE49-F238E27FC236}">
                <a16:creationId xmlns:a16="http://schemas.microsoft.com/office/drawing/2014/main" id="{DDEC9C81-67A0-4A84-A378-141F5FB04071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Cleo walks in.</a:t>
            </a:r>
          </a:p>
        </p:txBody>
      </p:sp>
    </p:spTree>
    <p:extLst>
      <p:ext uri="{BB962C8B-B14F-4D97-AF65-F5344CB8AC3E}">
        <p14:creationId xmlns:p14="http://schemas.microsoft.com/office/powerpoint/2010/main" val="540875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DFDD6A-3558-4784-8ADF-04C2FFE8DAC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5ECCFDF-32C6-4A74-A657-F4A7A7F15F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9C719F4-CAB9-4E11-9D42-533B37CEA1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1" y="167007"/>
            <a:ext cx="3583199" cy="57375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FCB8848-7009-4DE3-8E52-1D02F53D04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0939" y="3636835"/>
            <a:ext cx="1583318" cy="491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AD7339-2772-4117-BEA9-DF765A9A9D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4948" y="3340440"/>
            <a:ext cx="1624230" cy="8188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A04DEC-3D88-4D3F-A960-27E7E62C446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385" y="3340440"/>
            <a:ext cx="1624230" cy="818808"/>
          </a:xfrm>
          <a:prstGeom prst="rect">
            <a:avLst/>
          </a:prstGeom>
        </p:spPr>
      </p:pic>
      <p:sp>
        <p:nvSpPr>
          <p:cNvPr id="14" name="Study story caption">
            <a:extLst>
              <a:ext uri="{FF2B5EF4-FFF2-40B4-BE49-F238E27FC236}">
                <a16:creationId xmlns:a16="http://schemas.microsoft.com/office/drawing/2014/main" id="{DDEC9C81-67A0-4A84-A378-141F5FB04071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0" rIns="152400" bIns="0" anchor="ctr">
            <a:noAutofit/>
          </a:bodyPr>
          <a:lstStyle>
            <a:defPPr algn="ctr"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Cleo tells Finn, “I know I could slip on the water you </a:t>
            </a: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</a:t>
            </a:r>
            <a:r>
              <a:rPr lang="en-US"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ft</a:t>
            </a: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30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on the floor and drop my cookies.”</a:t>
            </a:r>
          </a:p>
        </p:txBody>
      </p:sp>
    </p:spTree>
    <p:extLst>
      <p:ext uri="{BB962C8B-B14F-4D97-AF65-F5344CB8AC3E}">
        <p14:creationId xmlns:p14="http://schemas.microsoft.com/office/powerpoint/2010/main" val="33180439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DFDD6A-3558-4784-8ADF-04C2FFE8DAC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5ECCFDF-32C6-4A74-A657-F4A7A7F15F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9C719F4-CAB9-4E11-9D42-533B37CEA1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1" y="167007"/>
            <a:ext cx="3583199" cy="57375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FCB8848-7009-4DE3-8E52-1D02F53D04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0939" y="3636835"/>
            <a:ext cx="1583318" cy="491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AD7339-2772-4117-BEA9-DF765A9A9D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4948" y="3340440"/>
            <a:ext cx="1624230" cy="8188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A04DEC-3D88-4D3F-A960-27E7E62C446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385" y="3340440"/>
            <a:ext cx="1624230" cy="818808"/>
          </a:xfrm>
          <a:prstGeom prst="rect">
            <a:avLst/>
          </a:prstGeom>
        </p:spPr>
      </p:pic>
      <p:sp>
        <p:nvSpPr>
          <p:cNvPr id="14" name="Study story caption">
            <a:extLst>
              <a:ext uri="{FF2B5EF4-FFF2-40B4-BE49-F238E27FC236}">
                <a16:creationId xmlns:a16="http://schemas.microsoft.com/office/drawing/2014/main" id="{DDEC9C81-67A0-4A84-A378-141F5FB04071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Cleo tells Finn, “I’m okay with that.”</a:t>
            </a:r>
          </a:p>
        </p:txBody>
      </p:sp>
    </p:spTree>
    <p:extLst>
      <p:ext uri="{BB962C8B-B14F-4D97-AF65-F5344CB8AC3E}">
        <p14:creationId xmlns:p14="http://schemas.microsoft.com/office/powerpoint/2010/main" val="33180439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1715E7-7EA7-4F2C-8EC4-A073EB00625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12CDE9C-D094-43AA-B97E-44A026C70C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9A78E9C-1F3D-46F3-BCF2-5A2A13D187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8820" y="34979"/>
            <a:ext cx="3464337" cy="576812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2975BBB-A422-4838-AB03-28C2E9F287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6574" y="3395503"/>
            <a:ext cx="1583318" cy="4914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2387A9E-D05F-4D50-8991-D62587AD162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2045" y="3120730"/>
            <a:ext cx="1624230" cy="8188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DB7C518-9D93-4FC1-AE66-44CB0E3A2E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8722" y="3068158"/>
            <a:ext cx="1624230" cy="818808"/>
          </a:xfrm>
          <a:prstGeom prst="rect">
            <a:avLst/>
          </a:prstGeom>
        </p:spPr>
      </p:pic>
      <p:sp>
        <p:nvSpPr>
          <p:cNvPr id="10" name="Study story caption">
            <a:extLst>
              <a:ext uri="{FF2B5EF4-FFF2-40B4-BE49-F238E27FC236}">
                <a16:creationId xmlns:a16="http://schemas.microsoft.com/office/drawing/2014/main" id="{255A1F02-0F45-4937-9227-9E04C8F0C9B3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Oh no! Cleo slips on the water!</a:t>
            </a:r>
          </a:p>
        </p:txBody>
      </p:sp>
    </p:spTree>
    <p:extLst>
      <p:ext uri="{BB962C8B-B14F-4D97-AF65-F5344CB8AC3E}">
        <p14:creationId xmlns:p14="http://schemas.microsoft.com/office/powerpoint/2010/main" val="2524296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16B39E73-EA16-4B84-85F6-30594795787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7EACE22-D046-4D4B-9DB6-5B44A3D7CD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43F0AA0-0AC4-4840-8070-68A2FB21E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8820" y="34979"/>
            <a:ext cx="3464337" cy="576812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B9CA2F7-CAC3-49B7-8E91-D99F344CC5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9528" y="4815881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9A2BF9-EE03-4838-BDD8-C57834385C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4273" y="4982217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C74958E-074B-46D2-B3D3-7AE6961D3F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6574" y="3395503"/>
            <a:ext cx="1583318" cy="491463"/>
          </a:xfrm>
          <a:prstGeom prst="rect">
            <a:avLst/>
          </a:prstGeom>
        </p:spPr>
      </p:pic>
      <p:sp>
        <p:nvSpPr>
          <p:cNvPr id="18" name="Study story caption">
            <a:extLst>
              <a:ext uri="{FF2B5EF4-FFF2-40B4-BE49-F238E27FC236}">
                <a16:creationId xmlns:a16="http://schemas.microsoft.com/office/drawing/2014/main" id="{DE40833D-090B-430F-B96E-A81A6E398AD5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 of Cleo’s cookies fall!</a:t>
            </a:r>
          </a:p>
        </p:txBody>
      </p:sp>
    </p:spTree>
    <p:extLst>
      <p:ext uri="{BB962C8B-B14F-4D97-AF65-F5344CB8AC3E}">
        <p14:creationId xmlns:p14="http://schemas.microsoft.com/office/powerpoint/2010/main" val="36463427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542D871-19F8-411F-BF3E-8411EA07FB3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F3CC706-F653-4E7C-8F22-A996BDA308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9B34BF-76A8-45D3-A2F8-4FA95E0D17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736" y="525447"/>
            <a:ext cx="3165364" cy="528724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7100357-E8C2-4F3E-BC80-AC6FD3048A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76823" y="664560"/>
            <a:ext cx="3628511" cy="49724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0E8125D-C2A7-432D-B7A2-753A60D45B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02584" y="4007248"/>
            <a:ext cx="1330038" cy="41284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F68AAD0-9C5F-4B80-AB6C-F752A1D450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76823" y="4147266"/>
            <a:ext cx="1246853" cy="38702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8086BD2-274B-4FC5-9355-B375F8A2DF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39528" y="4815881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EEA79E-4EAD-4C68-9D86-72D2B8CF80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4273" y="4982217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A1EBD32-62FD-45A3-BCD5-11C992C410B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487492" y="3930901"/>
            <a:ext cx="1279071" cy="6448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BC03526-F2F1-4E7E-BAD6-C6DBE4EE872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388468" y="3828717"/>
            <a:ext cx="1279071" cy="64480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6636099-1DAF-43D4-99C7-6B2216B5EA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833965" y="3824863"/>
            <a:ext cx="1279071" cy="64480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04FA58B-00E6-4C31-AC17-F9C4378CAD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644605" y="3740185"/>
            <a:ext cx="1279071" cy="64480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F1C1184-1A4D-4C78-9F5C-2E5791005DB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843112" y="3925158"/>
            <a:ext cx="1279071" cy="64480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8593DA9-5271-4A68-AA6E-74C420E834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833936" y="3689240"/>
            <a:ext cx="1279071" cy="64480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EF397BE-37FF-4B6A-A043-ABF4D658027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384344" y="3716681"/>
            <a:ext cx="1279071" cy="644806"/>
          </a:xfrm>
          <a:prstGeom prst="rect">
            <a:avLst/>
          </a:prstGeom>
        </p:spPr>
      </p:pic>
      <p:sp>
        <p:nvSpPr>
          <p:cNvPr id="22" name="Study story caption">
            <a:extLst>
              <a:ext uri="{FF2B5EF4-FFF2-40B4-BE49-F238E27FC236}">
                <a16:creationId xmlns:a16="http://schemas.microsoft.com/office/drawing/2014/main" id="{1990B4BE-FAE3-4388-8D38-74FB4A438B7A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Finn still has 8 cookies. Cleo now has 0 cookies.</a:t>
            </a:r>
          </a:p>
        </p:txBody>
      </p:sp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</Words>
  <Application>Microsoft Macintosh PowerPoint</Application>
  <DocSecurity>0</DocSecurity>
  <PresentationFormat>Widescreen</PresentationFormat>
  <Paragraphs>13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David Rose</cp:lastModifiedBy>
  <cp:revision>2</cp:revision>
  <dcterms:created xsi:type="dcterms:W3CDTF">2026-10-16T18:04:55Z</dcterms:created>
  <dcterms:modified xsi:type="dcterms:W3CDTF">2026-10-17T17:12:31Z</dcterms:modified>
</cp:coreProperties>
</file>