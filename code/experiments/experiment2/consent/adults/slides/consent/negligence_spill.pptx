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e28104ebb084ef2" /><Relationship Type="http://schemas.openxmlformats.org/officeDocument/2006/relationships/extended-properties" Target="/docProps/app.xml" Id="R77e658f75ccb484c" /><Relationship Type="http://schemas.openxmlformats.org/officeDocument/2006/relationships/officeDocument" Target="/ppt/presentation.xml" Id="Rebce2e9475bc497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fe50365c1be4b5b"/>
  </p:sldMasterIdLst>
  <p:notesMasterIdLst>
    <p:notesMasterId xmlns:r="http://schemas.openxmlformats.org/officeDocument/2006/relationships" r:id="R2b6d73b17bc74d0a"/>
  </p:notesMasterIdLst>
  <p:sldIdLst>
    <p:sldId xmlns:r="http://schemas.openxmlformats.org/officeDocument/2006/relationships" id="256" r:id="R3d1a660c39224df1"/>
    <p:sldId xmlns:r="http://schemas.openxmlformats.org/officeDocument/2006/relationships" id="257" r:id="R70fd294f80764965"/>
    <p:sldId xmlns:r="http://schemas.openxmlformats.org/officeDocument/2006/relationships" id="258" r:id="R5acf9eb2ef174ec8"/>
    <p:sldId xmlns:r="http://schemas.openxmlformats.org/officeDocument/2006/relationships" id="259" r:id="R0091a4ce135943a3"/>
    <p:sldId xmlns:r="http://schemas.openxmlformats.org/officeDocument/2006/relationships" id="260" r:id="R0093ba29a9a24acd"/>
    <p:sldId xmlns:r="http://schemas.openxmlformats.org/officeDocument/2006/relationships" id="261" r:id="R130bfcc7947c4f5d"/>
    <p:sldId xmlns:r="http://schemas.openxmlformats.org/officeDocument/2006/relationships" id="262" r:id="Rdf23e00a57c94fbb"/>
    <p:sldId xmlns:r="http://schemas.openxmlformats.org/officeDocument/2006/relationships" id="263" r:id="R07a5826030a64a28"/>
    <p:sldId xmlns:r="http://schemas.openxmlformats.org/officeDocument/2006/relationships" id="264" r:id="Rf1b6422c9a14427a"/>
    <p:sldId xmlns:r="http://schemas.openxmlformats.org/officeDocument/2006/relationships" id="265" r:id="R51819d5ef8494754"/>
    <p:sldId xmlns:r="http://schemas.openxmlformats.org/officeDocument/2006/relationships" id="266" r:id="Rac633f8b7e7b4b98"/>
    <p:sldId xmlns:r="http://schemas.openxmlformats.org/officeDocument/2006/relationships" id="267" r:id="R947e24f1692d4e0d"/>
    <p:sldId xmlns:r="http://schemas.openxmlformats.org/officeDocument/2006/relationships" id="268" r:id="Rb14ffe29af42452e"/>
  </p:sldIdLst>
  <p:sldSz cx="12192000" cy="6858000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6c6cbf19ba24358" /><Relationship Type="http://schemas.openxmlformats.org/officeDocument/2006/relationships/slideMaster" Target="/ppt/slideMasters/slideMaster1.xml" Id="R7fe50365c1be4b5b" /><Relationship Type="http://schemas.openxmlformats.org/officeDocument/2006/relationships/notesMaster" Target="/ppt/notesMasters/notesMaster1.xml" Id="R2b6d73b17bc74d0a" /><Relationship Type="http://schemas.openxmlformats.org/officeDocument/2006/relationships/presProps" Target="/ppt/presProps.xml" Id="Ree5c8bfa07f9429a" /><Relationship Type="http://schemas.openxmlformats.org/officeDocument/2006/relationships/viewProps" Target="/ppt/viewProps.xml" Id="Rff2062fa6d7447ed" /><Relationship Type="http://schemas.openxmlformats.org/officeDocument/2006/relationships/tableStyles" Target="/ppt/tableStyles.xml" Id="R0fef653fd3c34b93" /><Relationship Type="http://schemas.openxmlformats.org/officeDocument/2006/relationships/slide" Target="/ppt/slides/slide1.xml" Id="R3d1a660c39224df1" /><Relationship Type="http://schemas.openxmlformats.org/officeDocument/2006/relationships/slide" Target="/ppt/slides/slide2.xml" Id="R70fd294f80764965" /><Relationship Type="http://schemas.openxmlformats.org/officeDocument/2006/relationships/slide" Target="/ppt/slides/slide3.xml" Id="R5acf9eb2ef174ec8" /><Relationship Type="http://schemas.openxmlformats.org/officeDocument/2006/relationships/slide" Target="/ppt/slides/slide4.xml" Id="R0091a4ce135943a3" /><Relationship Type="http://schemas.openxmlformats.org/officeDocument/2006/relationships/slide" Target="/ppt/slides/slide5.xml" Id="R0093ba29a9a24acd" /><Relationship Type="http://schemas.openxmlformats.org/officeDocument/2006/relationships/slide" Target="/ppt/slides/slide6.xml" Id="R130bfcc7947c4f5d" /><Relationship Type="http://schemas.openxmlformats.org/officeDocument/2006/relationships/slide" Target="/ppt/slides/slide7.xml" Id="Rdf23e00a57c94fbb" /><Relationship Type="http://schemas.openxmlformats.org/officeDocument/2006/relationships/slide" Target="/ppt/slides/slide8.xml" Id="R07a5826030a64a28" /><Relationship Type="http://schemas.openxmlformats.org/officeDocument/2006/relationships/slide" Target="/ppt/slides/slide9.xml" Id="Rf1b6422c9a14427a" /><Relationship Type="http://schemas.openxmlformats.org/officeDocument/2006/relationships/slide" Target="/ppt/slides/slide10.xml" Id="R51819d5ef8494754" /><Relationship Type="http://schemas.openxmlformats.org/officeDocument/2006/relationships/slide" Target="/ppt/slides/slide11.xml" Id="Rac633f8b7e7b4b98" /><Relationship Type="http://schemas.openxmlformats.org/officeDocument/2006/relationships/slide" Target="/ppt/slides/slide12.xml" Id="R947e24f1692d4e0d" /><Relationship Type="http://schemas.openxmlformats.org/officeDocument/2006/relationships/slide" Target="/ppt/slides/slide13.xml" Id="Rb14ffe29af42452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fe8895a00e946c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ebf540e6e194d43" /><Relationship Type="http://schemas.openxmlformats.org/officeDocument/2006/relationships/notesMaster" Target="/ppt/notesMasters/notesMaster1.xml" Id="R7cafc2b79817418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b6355189aff462b" /><Relationship Type="http://schemas.openxmlformats.org/officeDocument/2006/relationships/notesMaster" Target="/ppt/notesMasters/notesMaster1.xml" Id="Ree1e18853a314bc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fe191c4f42b4e82" /><Relationship Type="http://schemas.openxmlformats.org/officeDocument/2006/relationships/notesMaster" Target="/ppt/notesMasters/notesMaster1.xml" Id="R6c0dcd76bdea49c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a4964936966485e" /><Relationship Type="http://schemas.openxmlformats.org/officeDocument/2006/relationships/notesMaster" Target="/ppt/notesMasters/notesMaster1.xml" Id="R1109899246864cb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2c0f2e6159d4bb5" /><Relationship Type="http://schemas.openxmlformats.org/officeDocument/2006/relationships/notesMaster" Target="/ppt/notesMasters/notesMaster1.xml" Id="R0ffc98b5222c4dd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e1352cb4e184808" /><Relationship Type="http://schemas.openxmlformats.org/officeDocument/2006/relationships/notesMaster" Target="/ppt/notesMasters/notesMaster1.xml" Id="Rf7c689df19cc48e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737c17f992947d2" /><Relationship Type="http://schemas.openxmlformats.org/officeDocument/2006/relationships/notesMaster" Target="/ppt/notesMasters/notesMaster1.xml" Id="Rb8d768467322412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9714a93b4374611" /><Relationship Type="http://schemas.openxmlformats.org/officeDocument/2006/relationships/notesMaster" Target="/ppt/notesMasters/notesMaster1.xml" Id="R9b9ae0335ac4420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bccfb2a3c8a4b26" /><Relationship Type="http://schemas.openxmlformats.org/officeDocument/2006/relationships/notesMaster" Target="/ppt/notesMasters/notesMaster1.xml" Id="Rc9335113cdbd4b7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43cd5772683479f" /><Relationship Type="http://schemas.openxmlformats.org/officeDocument/2006/relationships/notesMaster" Target="/ppt/notesMasters/notesMaster1.xml" Id="R2dcea66b751d4db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53d1ae2838f4b67" /><Relationship Type="http://schemas.openxmlformats.org/officeDocument/2006/relationships/notesMaster" Target="/ppt/notesMasters/notesMaster1.xml" Id="R8b2385b389b141b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05a68b4ad194ac3" /><Relationship Type="http://schemas.openxmlformats.org/officeDocument/2006/relationships/notesMaster" Target="/ppt/notesMasters/notesMaster1.xml" Id="R1cd4c54ee1ba424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782971607a048a9" /><Relationship Type="http://schemas.openxmlformats.org/officeDocument/2006/relationships/notesMaster" Target="/ppt/notesMasters/notesMaster1.xml" Id="R03917e8b207243a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scene: code/experiments/experiment1/adults/slides/pilot-v3/negligence_spill.pptx, slide 8.</a:t>
            </a:r>
            <a:endParaRPr/>
          </a:p>
          <a:p xmlns:a="http://schemas.openxmlformats.org/drawingml/2006/main">
            <a:r>
              <a:t>Wording: code/experiments/experiment2/consent/materials.json.</a:t>
            </a:r>
            <a:endParaRPr/>
          </a:p>
          <a:p xmlns:a="http://schemas.openxmlformats.org/drawingml/2006/main">
            <a:r>
              <a:t>Cleo tells Finn: I know I could slip on the water you leave on the floor and drop my cookies.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scene: code/experiments/experiment1/adults/slides/pilot-v3/negligence_spill.pptx, slide 8.</a:t>
            </a:r>
            <a:endParaRPr/>
          </a:p>
          <a:p xmlns:a="http://schemas.openxmlformats.org/drawingml/2006/main">
            <a:r>
              <a:t>Wording: code/experiments/experiment2/consent/materials.json.</a:t>
            </a:r>
            <a:endParaRPr/>
          </a:p>
          <a:p xmlns:a="http://schemas.openxmlformats.org/drawingml/2006/main">
            <a:r>
              <a:t>Cleo tells Finn: I’m okay with that.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17757733fcf477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a057e6551a14b8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ca3a8bd999e49d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80bcb783213408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6d00cd0dcda4a1e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978a1c7671847ae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eaaf930d47e4579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c986710d3fe47d7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fa053cd2074510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f004d287c504b28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df6033495a14ccb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5195870-5D5E-704D-C7E9-05DA9B872094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A7A811A8-AEC6-9A95-FF28-C0216AA770E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6E81B68-CDCF-72E9-CD5E-57502E19D10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5C956D6-01FA-6542-9E97-3B07E95D8CD7}" type="datetimeFigureOut">
              <a:t>2026/6/25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911EC48-F602-2B16-036D-C6A30AA7086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161E11A-3AD2-55B3-CAA1-C87A50A05CF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A8F887-09CF-4D4B-9057-173251B9F2A6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A891B70-F360-6E05-724D-DDCB2EB569A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5FCDCEC-DA1B-75AC-7172-EFDDC7E88A5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5C24861-5994-A952-2B50-81DFE3BDF12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5C956D6-01FA-6542-9E97-3B07E95D8CD7}" type="datetimeFigureOut">
              <a:t>2026/6/25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7A8740D-CC59-8627-9F37-04235DC0E70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AD86D53-43E2-C568-0A0B-10E8B308261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A8F887-09CF-4D4B-9057-173251B9F2A6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37072A6-CB0A-3595-5F6F-4D15B7C454A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CB1EC1E-4577-BA68-410D-2CC5A940CFF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DEDBFAC-024D-25BC-4260-2A3D7CDA564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5C956D6-01FA-6542-9E97-3B07E95D8CD7}" type="datetimeFigureOut">
              <a:t>2026/6/25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9BDEDF9-0725-8169-F0B0-3E53984FA57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76BC3EA-4865-0D08-D29F-C06BC039085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A8F887-09CF-4D4B-9057-173251B9F2A6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AB0DE0B-4AA8-9194-8363-52E73858F04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063BEDF-769B-FD45-ABAC-5180DEFDA73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28B6A99E-6486-4A2C-F291-0955282EDA3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CB52FC3F-FEAB-8C4F-0F57-D1E9CE262F1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5C956D6-01FA-6542-9E97-3B07E95D8CD7}" type="datetimeFigureOut">
              <a:t>2026/6/25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9F27CC6D-68C8-F863-E1EE-1581F4C63BD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54E63CC-7B69-32FD-4D44-582CA38B891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A8F887-09CF-4D4B-9057-173251B9F2A6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9A6C44C-928D-6CFB-9221-E3045C0A2A6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844E472-98D5-2DD9-A379-F59BBF21564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84552C9F-CB6A-DA83-234A-1AC4DBC753D5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CDF27C5F-5A96-5CDA-D45A-E5CE662B15D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1E70608-616B-FA99-CCE2-15C47E2738EA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932A4DE7-1C7D-1BA4-AEFB-D1199DFD227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5C956D6-01FA-6542-9E97-3B07E95D8CD7}" type="datetimeFigureOut">
              <a:t>2026/6/25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DE61C7DA-FFC4-7DB0-CDA4-D87ACAED776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B318D5BE-9203-42B1-FCD1-BA504D274EA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A8F887-09CF-4D4B-9057-173251B9F2A6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BDD487A-D67F-1550-FE2E-6048FF428D7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74EC553A-4712-9071-46B1-03AC2DE3A65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5C956D6-01FA-6542-9E97-3B07E95D8CD7}" type="datetimeFigureOut">
              <a:t>2026/6/25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242FC68D-67C6-3A8B-7D81-3C403CF66C7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7330BCB8-F0E6-1E2F-D23F-AA2ABDA0C71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A8F887-09CF-4D4B-9057-173251B9F2A6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E32B4455-AD96-2D08-0423-58DD96A2702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5C956D6-01FA-6542-9E97-3B07E95D8CD7}" type="datetimeFigureOut">
              <a:t>2026/6/25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72E9A3BD-EEB2-A874-A74E-5D00D31C9B7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C04070A6-EA38-0C18-D61C-EDB967D85C9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A8F887-09CF-4D4B-9057-173251B9F2A6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991046F-4808-4847-F549-234463FED7A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21F572A-0979-C07F-B79C-7563BA73669C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1F9DE6BB-46B2-D3AE-C7B4-47FE7D9874F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37F1C217-159C-B500-5E5A-28965ADA39C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5C956D6-01FA-6542-9E97-3B07E95D8CD7}" type="datetimeFigureOut">
              <a:t>2026/6/25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72BC3053-3EB3-8F87-6BB4-3D7696A207C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2681A8A-D0E2-F4D2-B2E4-C8C3C60F3FE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A8F887-09CF-4D4B-9057-173251B9F2A6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30C9BB8-A74A-4478-4B98-D6BF5DCB140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0282EFC3-A23B-6A5F-02B8-5CD6F28A521E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F0C003A3-DDC5-981C-F1B1-5CEB15BE945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0B36AA1-E751-AEA8-AB48-CF3AFEC1DE1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5C956D6-01FA-6542-9E97-3B07E95D8CD7}" type="datetimeFigureOut">
              <a:t>2026/6/25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451A6B7-32F0-061D-9D73-F0F9CE2BC8E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0852EA71-ABBE-A975-E092-B5C7E5133B9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A8F887-09CF-4D4B-9057-173251B9F2A6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FB74EDD-2F34-BAB5-FDF4-2054A37CA69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368EB009-F71C-46A6-6EEA-0E093F9F7A2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146CE66-B83C-3BA5-5C4C-DF75FE6A268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5C956D6-01FA-6542-9E97-3B07E95D8CD7}" type="datetimeFigureOut">
              <a:t>2026/6/25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1B9508-7932-C297-D23C-3889F847DDE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AF0ED57-4C1C-6655-21E6-D258C919C40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A8F887-09CF-4D4B-9057-173251B9F2A6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355DD1CF-DD57-54FC-0EEC-7C6B765A8A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810941A1-A482-5C8E-D3C7-D6957CD13DE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B0250C8-2604-0DAC-5E52-B6A8A9C1652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5C956D6-01FA-6542-9E97-3B07E95D8CD7}" type="datetimeFigureOut">
              <a:t>2026/6/25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F790E1C-ECFE-8F0E-1BB1-F4E89CB3A81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1F879DA-B1CE-68A4-6D33-2E195680679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A8F887-09CF-4D4B-9057-173251B9F2A6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90ce841c3924e1b" /><Relationship Type="http://schemas.openxmlformats.org/officeDocument/2006/relationships/slideLayout" Target="/ppt/slideLayouts/slideLayout1.xml" Id="R370d8492ff9140e0" /><Relationship Type="http://schemas.openxmlformats.org/officeDocument/2006/relationships/slideLayout" Target="/ppt/slideLayouts/slideLayout2.xml" Id="Red72f8f0dd0148ec" /><Relationship Type="http://schemas.openxmlformats.org/officeDocument/2006/relationships/slideLayout" Target="/ppt/slideLayouts/slideLayout3.xml" Id="Rd3a211fcb39848d8" /><Relationship Type="http://schemas.openxmlformats.org/officeDocument/2006/relationships/slideLayout" Target="/ppt/slideLayouts/slideLayout4.xml" Id="R64b462a0e6b14c47" /><Relationship Type="http://schemas.openxmlformats.org/officeDocument/2006/relationships/slideLayout" Target="/ppt/slideLayouts/slideLayout5.xml" Id="Ra878f3fa111c4817" /><Relationship Type="http://schemas.openxmlformats.org/officeDocument/2006/relationships/slideLayout" Target="/ppt/slideLayouts/slideLayout6.xml" Id="R72311c0d63a440b2" /><Relationship Type="http://schemas.openxmlformats.org/officeDocument/2006/relationships/slideLayout" Target="/ppt/slideLayouts/slideLayout7.xml" Id="Rf658ad9c07cb4d44" /><Relationship Type="http://schemas.openxmlformats.org/officeDocument/2006/relationships/slideLayout" Target="/ppt/slideLayouts/slideLayout8.xml" Id="R456fb74979344ed0" /><Relationship Type="http://schemas.openxmlformats.org/officeDocument/2006/relationships/slideLayout" Target="/ppt/slideLayouts/slideLayout9.xml" Id="R254eb70bf49a45d6" /><Relationship Type="http://schemas.openxmlformats.org/officeDocument/2006/relationships/slideLayout" Target="/ppt/slideLayouts/slideLayout10.xml" Id="R52aae28bb160436d" /><Relationship Type="http://schemas.openxmlformats.org/officeDocument/2006/relationships/slideLayout" Target="/ppt/slideLayouts/slideLayout11.xml" Id="R1757079be4964534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906CEB68-D4C0-1594-E471-97D6D501A8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9126CEB-C8F7-9FC0-1491-13DD84DFC2A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4761773-03F1-C669-E49C-7CC5C7612EE8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>
            <a:fld id="{E5C956D6-01FA-6542-9E97-3B07E95D8CD7}" type="datetimeFigureOut">
              <a:t>2026/6/25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D85406F-3746-4674-2E24-27E32C479930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7633A55-8BB5-058C-E0D9-8A33E7D03AF4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>
            <a:fld id="{EFA8F887-09CF-4D4B-9057-173251B9F2A6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70d8492ff9140e0"/>
    <p:sldLayoutId xmlns:r="http://schemas.openxmlformats.org/officeDocument/2006/relationships" id="2147483650" r:id="Red72f8f0dd0148ec"/>
    <p:sldLayoutId xmlns:r="http://schemas.openxmlformats.org/officeDocument/2006/relationships" id="2147483651" r:id="Rd3a211fcb39848d8"/>
    <p:sldLayoutId xmlns:r="http://schemas.openxmlformats.org/officeDocument/2006/relationships" id="2147483652" r:id="R64b462a0e6b14c47"/>
    <p:sldLayoutId xmlns:r="http://schemas.openxmlformats.org/officeDocument/2006/relationships" id="2147483653" r:id="Ra878f3fa111c4817"/>
    <p:sldLayoutId xmlns:r="http://schemas.openxmlformats.org/officeDocument/2006/relationships" id="2147483654" r:id="R72311c0d63a440b2"/>
    <p:sldLayoutId xmlns:r="http://schemas.openxmlformats.org/officeDocument/2006/relationships" id="2147483655" r:id="Rf658ad9c07cb4d44"/>
    <p:sldLayoutId xmlns:r="http://schemas.openxmlformats.org/officeDocument/2006/relationships" id="2147483656" r:id="R456fb74979344ed0"/>
    <p:sldLayoutId xmlns:r="http://schemas.openxmlformats.org/officeDocument/2006/relationships" id="2147483657" r:id="R254eb70bf49a45d6"/>
    <p:sldLayoutId xmlns:r="http://schemas.openxmlformats.org/officeDocument/2006/relationships" id="2147483658" r:id="R52aae28bb160436d"/>
    <p:sldLayoutId xmlns:r="http://schemas.openxmlformats.org/officeDocument/2006/relationships" id="2147483659" r:id="R1757079be4964534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7aa23a6bb4440bf" /><Relationship Type="http://schemas.openxmlformats.org/officeDocument/2006/relationships/image" Target="/ppt/media/image.png" Id="R054c7ae2a52e4da2" /><Relationship Type="http://schemas.openxmlformats.org/officeDocument/2006/relationships/image" Target="/ppt/media/image2.png" Id="R7f2d676702544305" /><Relationship Type="http://schemas.openxmlformats.org/officeDocument/2006/relationships/notesSlide" Target="/ppt/notesSlides/notesSlide1.xml" Id="R935428e924bb4e9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ca594cbbda840fb" /><Relationship Type="http://schemas.openxmlformats.org/officeDocument/2006/relationships/image" Target="/ppt/media/image3.png" Id="Rb19461ef9b444267" /><Relationship Type="http://schemas.openxmlformats.org/officeDocument/2006/relationships/image" Target="/ppt/media/image2.png" Id="Ra0242af0feba4ebd" /><Relationship Type="http://schemas.openxmlformats.org/officeDocument/2006/relationships/image" Target="/ppt/media/image4.png" Id="R650bc42d7a484ad3" /><Relationship Type="http://schemas.openxmlformats.org/officeDocument/2006/relationships/image" Target="/ppt/media/image5.png" Id="R4762fa55de434171" /><Relationship Type="http://schemas.openxmlformats.org/officeDocument/2006/relationships/image" Target="/ppt/media/image6.png" Id="R4a09dcbebb384ec1" /><Relationship Type="http://schemas.openxmlformats.org/officeDocument/2006/relationships/image" Target="/ppt/media/image7.png" Id="Rc25a96b541d348dc" /><Relationship Type="http://schemas.openxmlformats.org/officeDocument/2006/relationships/image" Target="/ppt/media/image8.png" Id="R1651859af18141b8" /><Relationship Type="http://schemas.openxmlformats.org/officeDocument/2006/relationships/image" Target="/ppt/media/image9.png" Id="Rfc0d8e876c014c37" /><Relationship Type="http://schemas.openxmlformats.org/officeDocument/2006/relationships/image" Target="/ppt/media/image10.png" Id="R589fb02d61d94398" /><Relationship Type="http://schemas.openxmlformats.org/officeDocument/2006/relationships/image" Target="/ppt/media/image11.png" Id="R3a160dad50ca4430" /><Relationship Type="http://schemas.openxmlformats.org/officeDocument/2006/relationships/notesSlide" Target="/ppt/notesSlides/notesSlide2.xml" Id="Rdcd3c8ca98b3425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70a622ad2d34ad0" /><Relationship Type="http://schemas.openxmlformats.org/officeDocument/2006/relationships/image" Target="/ppt/media/image12.png" Id="R01634c90fbd14164" /><Relationship Type="http://schemas.openxmlformats.org/officeDocument/2006/relationships/image" Target="/ppt/media/image13.png" Id="R7b37d26121b64ec1" /><Relationship Type="http://schemas.openxmlformats.org/officeDocument/2006/relationships/notesSlide" Target="/ppt/notesSlides/notesSlide3.xml" Id="R21a096ce833c461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02ac5e6370d40aa" /><Relationship Type="http://schemas.openxmlformats.org/officeDocument/2006/relationships/image" Target="/ppt/media/image14.png" Id="R222772de2dc44095" /><Relationship Type="http://schemas.openxmlformats.org/officeDocument/2006/relationships/image" Target="/ppt/media/image13.png" Id="Rff24bf5b5c484661" /><Relationship Type="http://schemas.openxmlformats.org/officeDocument/2006/relationships/image" Target="/ppt/media/image4.png" Id="R0092569b2fa64d2c" /><Relationship Type="http://schemas.openxmlformats.org/officeDocument/2006/relationships/image" Target="/ppt/media/image15.png" Id="R160d82741dff4a2c" /><Relationship Type="http://schemas.openxmlformats.org/officeDocument/2006/relationships/notesSlide" Target="/ppt/notesSlides/notesSlide4.xml" Id="R237f4d9b99f74f5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100672478534a34" /><Relationship Type="http://schemas.openxmlformats.org/officeDocument/2006/relationships/image" Target="/ppt/media/image16.png" Id="R28bc12e1ff304b24" /><Relationship Type="http://schemas.openxmlformats.org/officeDocument/2006/relationships/image" Target="/ppt/media/image17.png" Id="R7fb3632a4d814cf7" /><Relationship Type="http://schemas.openxmlformats.org/officeDocument/2006/relationships/notesSlide" Target="/ppt/notesSlides/notesSlide5.xml" Id="Rbe7d6f7ab6a6452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97ccf0b320844df" /><Relationship Type="http://schemas.openxmlformats.org/officeDocument/2006/relationships/image" Target="/ppt/media/image18.png" Id="R4e881abf416f4020" /><Relationship Type="http://schemas.openxmlformats.org/officeDocument/2006/relationships/image" Target="/ppt/media/image19.png" Id="Rcdc965e4992e4d2c" /><Relationship Type="http://schemas.openxmlformats.org/officeDocument/2006/relationships/image" Target="/ppt/media/image20.png" Id="R40f1d2e3b36d4166" /><Relationship Type="http://schemas.openxmlformats.org/officeDocument/2006/relationships/image" Target="/ppt/media/image4.png" Id="Ra40c7a14a18244c7" /><Relationship Type="http://schemas.openxmlformats.org/officeDocument/2006/relationships/image" Target="/ppt/media/image15.png" Id="R0e34fa9fd0ff49c8" /><Relationship Type="http://schemas.openxmlformats.org/officeDocument/2006/relationships/notesSlide" Target="/ppt/notesSlides/notesSlide6.xml" Id="R39ab74b99b5b459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e5d2b57939b4780" /><Relationship Type="http://schemas.openxmlformats.org/officeDocument/2006/relationships/image" Target="/ppt/media/image18.png" Id="Re31f3c7374dd45a9" /><Relationship Type="http://schemas.openxmlformats.org/officeDocument/2006/relationships/image" Target="/ppt/media/image19.png" Id="Rd08450552d5f4d30" /><Relationship Type="http://schemas.openxmlformats.org/officeDocument/2006/relationships/image" Target="/ppt/media/image20.png" Id="R8d15e2d14fcc4b64" /><Relationship Type="http://schemas.openxmlformats.org/officeDocument/2006/relationships/image" Target="/ppt/media/image4.png" Id="Rf06d06bfedb34424" /><Relationship Type="http://schemas.openxmlformats.org/officeDocument/2006/relationships/image" Target="/ppt/media/image15.png" Id="Rbe284449a1f44fac" /><Relationship Type="http://schemas.openxmlformats.org/officeDocument/2006/relationships/notesSlide" Target="/ppt/notesSlides/notesSlide7.xml" Id="R48ae270b9c2f490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9e378a3e7a0475b" /><Relationship Type="http://schemas.openxmlformats.org/officeDocument/2006/relationships/image" Target="/ppt/media/image21.png" Id="R0b1830c8782f425d" /><Relationship Type="http://schemas.openxmlformats.org/officeDocument/2006/relationships/image" Target="/ppt/media/image19.png" Id="Rb279e434dcae4165" /><Relationship Type="http://schemas.openxmlformats.org/officeDocument/2006/relationships/image" Target="/ppt/media/image22.png" Id="R91a777d23cf54180" /><Relationship Type="http://schemas.openxmlformats.org/officeDocument/2006/relationships/notesSlide" Target="/ppt/notesSlides/notesSlide8.xml" Id="R2f4301786b8849b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c103a0d5787405e" /><Relationship Type="http://schemas.openxmlformats.org/officeDocument/2006/relationships/image" Target="/ppt/media/image23.png" Id="Rd374f7c15fb9447f" /><Relationship Type="http://schemas.openxmlformats.org/officeDocument/2006/relationships/image" Target="/ppt/media/image22.png" Id="Re5e131bba82c441a" /><Relationship Type="http://schemas.openxmlformats.org/officeDocument/2006/relationships/image" Target="/ppt/media/image19.png" Id="R0d63b821d1de4df0" /><Relationship Type="http://schemas.openxmlformats.org/officeDocument/2006/relationships/notesSlide" Target="/ppt/notesSlides/notesSlide9.xml" Id="Ra9490421fa034c6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48a549a11774fd3" /><Relationship Type="http://schemas.openxmlformats.org/officeDocument/2006/relationships/image" Target="/ppt/media/image18.png" Id="Rccb9b5ee66e74ec0" /><Relationship Type="http://schemas.openxmlformats.org/officeDocument/2006/relationships/image" Target="/ppt/media/image19.png" Id="R356fbc0d552f4d04" /><Relationship Type="http://schemas.openxmlformats.org/officeDocument/2006/relationships/image" Target="/ppt/media/image20.png" Id="R25b5ca33bbd44541" /><Relationship Type="http://schemas.openxmlformats.org/officeDocument/2006/relationships/image" Target="/ppt/media/image4.png" Id="R05e1e2d94d3d4693" /><Relationship Type="http://schemas.openxmlformats.org/officeDocument/2006/relationships/image" Target="/ppt/media/image15.png" Id="R58da004dd04242ec" /><Relationship Type="http://schemas.openxmlformats.org/officeDocument/2006/relationships/notesSlide" Target="/ppt/notesSlides/notesSlide10.xml" Id="R26d72e3cad60421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610b33272534649" /><Relationship Type="http://schemas.openxmlformats.org/officeDocument/2006/relationships/image" Target="/ppt/media/image24.png" Id="R34a10769b662451b" /><Relationship Type="http://schemas.openxmlformats.org/officeDocument/2006/relationships/image" Target="/ppt/media/image19.png" Id="Rb39d1eb76fd4434b" /><Relationship Type="http://schemas.openxmlformats.org/officeDocument/2006/relationships/image" Target="/ppt/media/image25.png" Id="Rf54d857a63384257" /><Relationship Type="http://schemas.openxmlformats.org/officeDocument/2006/relationships/image" Target="/ppt/media/image4.png" Id="Rcd8f3d4d34d84cb1" /><Relationship Type="http://schemas.openxmlformats.org/officeDocument/2006/relationships/image" Target="/ppt/media/image15.png" Id="R1612681042fd4d12" /><Relationship Type="http://schemas.openxmlformats.org/officeDocument/2006/relationships/notesSlide" Target="/ppt/notesSlides/notesSlide11.xml" Id="R7a35525cfb3446d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fb2bc8e2e72463e" /><Relationship Type="http://schemas.openxmlformats.org/officeDocument/2006/relationships/image" Target="/ppt/media/image26.png" Id="R6b353d2c08394cb3" /><Relationship Type="http://schemas.openxmlformats.org/officeDocument/2006/relationships/image" Target="/ppt/media/image19.png" Id="Raa607b9266d04e27" /><Relationship Type="http://schemas.openxmlformats.org/officeDocument/2006/relationships/image" Target="/ppt/media/image25.png" Id="R3687b584f4dd49fc" /><Relationship Type="http://schemas.openxmlformats.org/officeDocument/2006/relationships/image" Target="/ppt/media/image15.png" Id="Re63e7ad5972a462f" /><Relationship Type="http://schemas.openxmlformats.org/officeDocument/2006/relationships/image" Target="/ppt/media/image4.png" Id="Ra9c99775058049a3" /><Relationship Type="http://schemas.openxmlformats.org/officeDocument/2006/relationships/notesSlide" Target="/ppt/notesSlides/notesSlide12.xml" Id="R3fac599791c2472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4c5224b3cd04eba" /><Relationship Type="http://schemas.openxmlformats.org/officeDocument/2006/relationships/image" Target="/ppt/media/image27.png" Id="R738a6a1bb61c4d0d" /><Relationship Type="http://schemas.openxmlformats.org/officeDocument/2006/relationships/image" Target="/ppt/media/image19.png" Id="R89efdf2c508c4729" /><Relationship Type="http://schemas.openxmlformats.org/officeDocument/2006/relationships/image" Target="/ppt/media/image13.png" Id="R50b8dcbd22bf4e18" /><Relationship Type="http://schemas.openxmlformats.org/officeDocument/2006/relationships/image" Target="/ppt/media/image2.png" Id="R09b5eaf2d4b04128" /><Relationship Type="http://schemas.openxmlformats.org/officeDocument/2006/relationships/image" Target="/ppt/media/image4.png" Id="R733e5e126323485a" /><Relationship Type="http://schemas.openxmlformats.org/officeDocument/2006/relationships/image" Target="/ppt/media/image15.png" Id="R1f27d1df5ffe47a2" /><Relationship Type="http://schemas.openxmlformats.org/officeDocument/2006/relationships/image" Target="/ppt/media/image28.png" Id="R4f0b0625d58e4201" /><Relationship Type="http://schemas.openxmlformats.org/officeDocument/2006/relationships/image" Target="/ppt/media/image29.png" Id="R94b3d251845b4301" /><Relationship Type="http://schemas.openxmlformats.org/officeDocument/2006/relationships/image" Target="/ppt/media/image30.png" Id="R09a46bd259a243b5" /><Relationship Type="http://schemas.openxmlformats.org/officeDocument/2006/relationships/image" Target="/ppt/media/image31.png" Id="Red1ae2af39ea4c25" /><Relationship Type="http://schemas.openxmlformats.org/officeDocument/2006/relationships/image" Target="/ppt/media/image32.png" Id="R6351ec49fc384eaf" /><Relationship Type="http://schemas.openxmlformats.org/officeDocument/2006/relationships/image" Target="/ppt/media/image33.png" Id="Rcdcc4eb72170416c" /><Relationship Type="http://schemas.openxmlformats.org/officeDocument/2006/relationships/image" Target="/ppt/media/image34.png" Id="Ra9e9db88abeb427d" /><Relationship Type="http://schemas.openxmlformats.org/officeDocument/2006/relationships/notesSlide" Target="/ppt/notesSlides/notesSlide13.xml" Id="Rfd1b386d555747b3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" name="Picture 3">
            <a:extLst xmlns:a="http://schemas.openxmlformats.org/drawingml/2006/main">
              <a:ext uri="{FF2B5EF4-FFF2-40B4-BE49-F238E27FC236}">
                <a16:creationId xmlns:a16="http://schemas.microsoft.com/office/drawing/2014/main" id="{D33EA156-F265-4248-9BA4-98488A9042F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4c7ae2a52e4da2">
            <a:alphaModFix/>
          </a:blip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3" name="Picture 2">
            <a:extLst xmlns:a="http://schemas.openxmlformats.org/drawingml/2006/main">
              <a:ext uri="{FF2B5EF4-FFF2-40B4-BE49-F238E27FC236}">
                <a16:creationId xmlns:a16="http://schemas.microsoft.com/office/drawing/2014/main" id="{7A5DD817-45BB-46CB-AF7C-692E85EDB84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2d67670254430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073833" y="113681"/>
            <a:ext cx="4134273" cy="5665485"/>
          </a:xfrm>
          <a:prstGeom xmlns:a="http://schemas.openxmlformats.org/drawingml/2006/main" prst="rect">
            <a:avLst/>
          </a:prstGeom>
        </p:spPr>
      </p:pic>
      <p:sp>
        <p:nvSpPr>
          <p:cNvPr id="5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1651E766-5766-4C9A-A6F7-DB274717C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This is Finn.</a:t>
            </a:r>
          </a:p>
        </p:txBody>
      </p:sp>
    </p:spTree>
    <p:extLst>
      <p:ext uri="{BB962C8B-B14F-4D97-AF65-F5344CB8AC3E}">
        <p14:creationId xmlns:p14="http://schemas.microsoft.com/office/powerpoint/2010/main" val="191284381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Picture 11">
            <a:extLst xmlns:a="http://schemas.openxmlformats.org/drawingml/2006/main">
              <a:ext uri="{FF2B5EF4-FFF2-40B4-BE49-F238E27FC236}">
                <a16:creationId xmlns:a16="http://schemas.microsoft.com/office/drawing/2014/main" id="{E82D535D-62B2-4DE8-928F-A56A0BC19E4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9461ef9b444267">
            <a:alphaModFix/>
          </a:blip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3" name="Picture 2">
            <a:extLst xmlns:a="http://schemas.openxmlformats.org/drawingml/2006/main">
              <a:ext uri="{FF2B5EF4-FFF2-40B4-BE49-F238E27FC236}">
                <a16:creationId xmlns:a16="http://schemas.microsoft.com/office/drawing/2014/main" id="{AC04015A-4901-4CA3-AC03-9D079103AE5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242af0feba4eb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073833" y="113681"/>
            <a:ext cx="4134273" cy="5665485"/>
          </a:xfrm>
          <a:prstGeom xmlns:a="http://schemas.openxmlformats.org/drawingml/2006/main" prst="rect">
            <a:avLst/>
          </a:prstGeom>
        </p:spPr>
      </p:pic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31A0CC81-69BA-4E0E-9810-2692614BAE6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0bc42d7a484ad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77704" y="4103301"/>
            <a:ext cx="1027288" cy="318871"/>
          </a:xfrm>
          <a:prstGeom xmlns:a="http://schemas.openxmlformats.org/drawingml/2006/main" prst="rect">
            <a:avLst/>
          </a:prstGeom>
        </p:spPr>
      </p:pic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11D6C9-9402-49E3-8EF5-291AFE715F2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62fa55de434171"/>
          <a:stretch xmlns:a="http://schemas.openxmlformats.org/drawingml/2006/main"/>
        </p:blipFill>
        <p:spPr>
          <a:xfrm xmlns:a="http://schemas.openxmlformats.org/drawingml/2006/main">
            <a:off x="6721713" y="3925037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BC902A-A822-4560-8201-DAAAC4E4160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09dcbebb384ec1"/>
          <a:stretch xmlns:a="http://schemas.openxmlformats.org/drawingml/2006/main"/>
        </p:blipFill>
        <p:spPr>
          <a:xfrm xmlns:a="http://schemas.openxmlformats.org/drawingml/2006/main">
            <a:off x="6640127" y="3840847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FB086C-4A05-4D8F-9EE1-F91182DD4BF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5a96b541d348dc"/>
          <a:stretch xmlns:a="http://schemas.openxmlformats.org/drawingml/2006/main"/>
        </p:blipFill>
        <p:spPr>
          <a:xfrm xmlns:a="http://schemas.openxmlformats.org/drawingml/2006/main">
            <a:off x="7007174" y="3837672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BE6B0A-04E9-44DE-AE3F-78DF13C8E6B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51859af18141b8"/>
          <a:stretch xmlns:a="http://schemas.openxmlformats.org/drawingml/2006/main"/>
        </p:blipFill>
        <p:spPr>
          <a:xfrm xmlns:a="http://schemas.openxmlformats.org/drawingml/2006/main">
            <a:off x="6851159" y="3767905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DC8DE81-42E8-4EFD-B164-778EFFB4E41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0d8e876c014c37"/>
          <a:stretch xmlns:a="http://schemas.openxmlformats.org/drawingml/2006/main"/>
        </p:blipFill>
        <p:spPr>
          <a:xfrm xmlns:a="http://schemas.openxmlformats.org/drawingml/2006/main">
            <a:off x="7014710" y="3920305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B34371-CD4F-4D75-B80A-9FBE36A084C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9fb02d61d94398"/>
          <a:stretch xmlns:a="http://schemas.openxmlformats.org/drawingml/2006/main"/>
        </p:blipFill>
        <p:spPr>
          <a:xfrm xmlns:a="http://schemas.openxmlformats.org/drawingml/2006/main">
            <a:off x="7007150" y="3725931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374905-DA17-4523-97F9-3F39644DE71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160dad50ca4430"/>
          <a:stretch xmlns:a="http://schemas.openxmlformats.org/drawingml/2006/main"/>
        </p:blipFill>
        <p:spPr>
          <a:xfrm xmlns:a="http://schemas.openxmlformats.org/drawingml/2006/main">
            <a:off x="6636729" y="3748540"/>
            <a:ext cx="1053833" cy="531259"/>
          </a:xfrm>
          <a:prstGeom xmlns:a="http://schemas.openxmlformats.org/drawingml/2006/main" prst="rect">
            <a:avLst/>
          </a:prstGeom>
        </p:spPr>
      </p:pic>
      <p:sp>
        <p:nvSpPr>
          <p:cNvPr id="20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6E2C17F7-35B0-4BCF-B2BB-E83EB1A23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Finn has 8 cookies.</a:t>
            </a:r>
          </a:p>
        </p:txBody>
      </p:sp>
    </p:spTree>
    <p:extLst>
      <p:ext uri="{BB962C8B-B14F-4D97-AF65-F5344CB8AC3E}">
        <p14:creationId xmlns:p14="http://schemas.microsoft.com/office/powerpoint/2010/main" val="1215049456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" name="Picture 4">
            <a:extLst xmlns:a="http://schemas.openxmlformats.org/drawingml/2006/main">
              <a:ext uri="{FF2B5EF4-FFF2-40B4-BE49-F238E27FC236}">
                <a16:creationId xmlns:a16="http://schemas.microsoft.com/office/drawing/2014/main" id="{E36EAB25-3A46-406E-994F-0B0E2DA6DF6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634c90fbd14164">
            <a:alphaModFix/>
          </a:blip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F25ED329-7AC3-4F59-9D70-F061861415F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37d26121b64ec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39947" y="1"/>
            <a:ext cx="3407875" cy="5995806"/>
          </a:xfrm>
          <a:prstGeom xmlns:a="http://schemas.openxmlformats.org/drawingml/2006/main" prst="rect">
            <a:avLst/>
          </a:prstGeom>
        </p:spPr>
      </p:pic>
      <p:sp>
        <p:nvSpPr>
          <p:cNvPr id="6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27FA01A2-CEA8-4EC1-AE11-D038F2B58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This is Cleo.</a:t>
            </a:r>
          </a:p>
        </p:txBody>
      </p:sp>
    </p:spTree>
    <p:extLst>
      <p:ext uri="{BB962C8B-B14F-4D97-AF65-F5344CB8AC3E}">
        <p14:creationId xmlns:p14="http://schemas.microsoft.com/office/powerpoint/2010/main" val="803608788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Picture 8">
            <a:extLst xmlns:a="http://schemas.openxmlformats.org/drawingml/2006/main">
              <a:ext uri="{FF2B5EF4-FFF2-40B4-BE49-F238E27FC236}">
                <a16:creationId xmlns:a16="http://schemas.microsoft.com/office/drawing/2014/main" id="{15A5C773-C375-4DA7-B644-9C06F341E69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2772de2dc44095">
            <a:alphaModFix/>
          </a:blip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11" name="Picture 10">
            <a:extLst xmlns:a="http://schemas.openxmlformats.org/drawingml/2006/main">
              <a:ext uri="{FF2B5EF4-FFF2-40B4-BE49-F238E27FC236}">
                <a16:creationId xmlns:a16="http://schemas.microsoft.com/office/drawing/2014/main" id="{EBAAC60F-6C9B-4E26-8AAC-22FF9FC1812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24bf5b5c48466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39947" y="1"/>
            <a:ext cx="3407875" cy="5995806"/>
          </a:xfrm>
          <a:prstGeom xmlns:a="http://schemas.openxmlformats.org/drawingml/2006/main" prst="rect">
            <a:avLst/>
          </a:prstGeom>
        </p:spPr>
      </p:pic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A12ED1AA-55CE-4CF4-8499-247816514AA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92569b2fa64d2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24155" y="4026061"/>
            <a:ext cx="1276132" cy="396112"/>
          </a:xfrm>
          <a:prstGeom xmlns:a="http://schemas.openxmlformats.org/drawingml/2006/main" prst="rect">
            <a:avLst/>
          </a:prstGeom>
        </p:spPr>
      </p:pic>
      <p:pic>
        <p:nvPicPr>
          <p:cNvPr id="4" name="Picture 3">
            <a:extLst xmlns:a="http://schemas.openxmlformats.org/drawingml/2006/main">
              <a:ext uri="{FF2B5EF4-FFF2-40B4-BE49-F238E27FC236}">
                <a16:creationId xmlns:a16="http://schemas.microsoft.com/office/drawing/2014/main" id="{028E3E79-1B47-4D11-AD69-D58B98A4097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0d82741dff4a2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68164" y="3793174"/>
            <a:ext cx="1309107" cy="659948"/>
          </a:xfrm>
          <a:prstGeom xmlns:a="http://schemas.openxmlformats.org/drawingml/2006/main" prst="rect">
            <a:avLst/>
          </a:prstGeom>
        </p:spPr>
      </p:pic>
      <p:pic>
        <p:nvPicPr>
          <p:cNvPr id="7" name="Picture 6">
            <a:extLst xmlns:a="http://schemas.openxmlformats.org/drawingml/2006/main">
              <a:ext uri="{FF2B5EF4-FFF2-40B4-BE49-F238E27FC236}">
                <a16:creationId xmlns:a16="http://schemas.microsoft.com/office/drawing/2014/main" id="{940D5F04-E538-4513-8120-3451E620819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0d82741dff4a2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93989" y="3801748"/>
            <a:ext cx="1309107" cy="659948"/>
          </a:xfrm>
          <a:prstGeom xmlns:a="http://schemas.openxmlformats.org/drawingml/2006/main" prst="rect">
            <a:avLst/>
          </a:prstGeom>
        </p:spPr>
      </p:pic>
      <p:sp>
        <p:nvSpPr>
          <p:cNvPr id="12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6EBC5021-7965-47BF-A750-D2FA074F4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Cleo has 2 cookies.</a:t>
            </a:r>
          </a:p>
        </p:txBody>
      </p:sp>
    </p:spTree>
    <p:extLst>
      <p:ext uri="{BB962C8B-B14F-4D97-AF65-F5344CB8AC3E}">
        <p14:creationId xmlns:p14="http://schemas.microsoft.com/office/powerpoint/2010/main" val="4111682577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Picture 15">
            <a:extLst xmlns:a="http://schemas.openxmlformats.org/drawingml/2006/main">
              <a:ext uri="{FF2B5EF4-FFF2-40B4-BE49-F238E27FC236}">
                <a16:creationId xmlns:a16="http://schemas.microsoft.com/office/drawing/2014/main" id="{19F01E3D-06F9-4663-A2FA-4FE346AD321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bc12e1ff304b24">
            <a:alphaModFix/>
          </a:blip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17" name="Picture 16">
            <a:extLst xmlns:a="http://schemas.openxmlformats.org/drawingml/2006/main">
              <a:ext uri="{FF2B5EF4-FFF2-40B4-BE49-F238E27FC236}">
                <a16:creationId xmlns:a16="http://schemas.microsoft.com/office/drawing/2014/main" id="{F4C40D9E-CB7F-4CCA-B477-4777427D800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b3632a4d814cf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8067" y="0"/>
            <a:ext cx="3125078" cy="5540110"/>
          </a:xfrm>
          <a:prstGeom xmlns:a="http://schemas.openxmlformats.org/drawingml/2006/main" prst="rect">
            <a:avLst/>
          </a:prstGeom>
        </p:spPr>
      </p:pic>
      <p:sp>
        <p:nvSpPr>
          <p:cNvPr id="18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67BB291C-5389-4A18-B1C4-3D8547CA3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Finn spills water.</a:t>
            </a:r>
          </a:p>
        </p:txBody>
      </p:sp>
    </p:spTree>
    <p:extLst>
      <p:ext uri="{BB962C8B-B14F-4D97-AF65-F5344CB8AC3E}">
        <p14:creationId xmlns:p14="http://schemas.microsoft.com/office/powerpoint/2010/main" val="2108592941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" name="Picture 2">
            <a:extLst xmlns:a="http://schemas.openxmlformats.org/drawingml/2006/main">
              <a:ext uri="{FF2B5EF4-FFF2-40B4-BE49-F238E27FC236}">
                <a16:creationId xmlns:a16="http://schemas.microsoft.com/office/drawing/2014/main" id="{46DFDD6A-3558-4784-8ADF-04C2FFE8DAC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881abf416f4020">
            <a:alphaModFix/>
          </a:blip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05ECCFDF-32C6-4A74-A657-F4A7A7F15F7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c965e4992e4d2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332500" y="4549705"/>
            <a:ext cx="3005607" cy="1351433"/>
          </a:xfrm>
          <a:prstGeom xmlns:a="http://schemas.openxmlformats.org/drawingml/2006/main" prst="rect">
            <a:avLst/>
          </a:prstGeom>
        </p:spPr>
      </p:pic>
      <p:pic>
        <p:nvPicPr>
          <p:cNvPr id="6" name="Picture 5">
            <a:extLst xmlns:a="http://schemas.openxmlformats.org/drawingml/2006/main">
              <a:ext uri="{FF2B5EF4-FFF2-40B4-BE49-F238E27FC236}">
                <a16:creationId xmlns:a16="http://schemas.microsoft.com/office/drawing/2014/main" id="{B9C719F4-CAB9-4E11-9D42-533B37CEA1A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f1d2e3b36d416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49301" y="167007"/>
            <a:ext cx="3583199" cy="5737597"/>
          </a:xfrm>
          <a:prstGeom xmlns:a="http://schemas.openxmlformats.org/drawingml/2006/main" prst="rect">
            <a:avLst/>
          </a:prstGeom>
        </p:spPr>
      </p:pic>
      <p:pic>
        <p:nvPicPr>
          <p:cNvPr id="4" name="Picture 3">
            <a:extLst xmlns:a="http://schemas.openxmlformats.org/drawingml/2006/main">
              <a:ext uri="{FF2B5EF4-FFF2-40B4-BE49-F238E27FC236}">
                <a16:creationId xmlns:a16="http://schemas.microsoft.com/office/drawing/2014/main" id="{8FCB8848-7009-4DE3-8E52-1D02F53D040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0c7a14a18244c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390939" y="3636835"/>
            <a:ext cx="1583318" cy="491463"/>
          </a:xfrm>
          <a:prstGeom xmlns:a="http://schemas.openxmlformats.org/drawingml/2006/main" prst="rect">
            <a:avLst/>
          </a:prstGeom>
        </p:spPr>
      </p:pic>
      <p:pic>
        <p:nvPicPr>
          <p:cNvPr id="5" name="Picture 4">
            <a:extLst xmlns:a="http://schemas.openxmlformats.org/drawingml/2006/main">
              <a:ext uri="{FF2B5EF4-FFF2-40B4-BE49-F238E27FC236}">
                <a16:creationId xmlns:a16="http://schemas.microsoft.com/office/drawing/2014/main" id="{ABAD7339-2772-4117-BEA9-DF765A9A9D5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34fa9fd0ff49c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234948" y="3340440"/>
            <a:ext cx="1624230" cy="818808"/>
          </a:xfrm>
          <a:prstGeom xmlns:a="http://schemas.openxmlformats.org/drawingml/2006/main" prst="rect">
            <a:avLst/>
          </a:prstGeom>
        </p:spPr>
      </p:pic>
      <p:pic>
        <p:nvPicPr>
          <p:cNvPr id="13" name="Picture 12">
            <a:extLst xmlns:a="http://schemas.openxmlformats.org/drawingml/2006/main">
              <a:ext uri="{FF2B5EF4-FFF2-40B4-BE49-F238E27FC236}">
                <a16:creationId xmlns:a16="http://schemas.microsoft.com/office/drawing/2014/main" id="{87A04DEC-3D88-4D3F-A960-27E7E62C446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34fa9fd0ff49c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520385" y="3340440"/>
            <a:ext cx="1624230" cy="818808"/>
          </a:xfrm>
          <a:prstGeom xmlns:a="http://schemas.openxmlformats.org/drawingml/2006/main" prst="rect">
            <a:avLst/>
          </a:prstGeom>
        </p:spPr>
      </p:pic>
      <p:sp>
        <p:nvSpPr>
          <p:cNvPr id="14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DDEC9C81-67A0-4A84-A378-141F5FB04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0" rIns="152400" bIns="0" anchor="ctr">
            <a:noAutofit/>
          </a:bodyPr>
          <a:lstStyle xmlns:a="http://schemas.openxmlformats.org/drawingml/2006/main">
            <a:defPPr algn="ctr">
              <a:defRPr sz="27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27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Cleo tells Finn, “I know I could slip on the water you leave on the floor and drop my cookies.”</a:t>
            </a:r>
          </a:p>
        </p:txBody>
      </p:sp>
    </p:spTree>
    <p:extLst>
      <p:ext uri="{BB962C8B-B14F-4D97-AF65-F5344CB8AC3E}">
        <p14:creationId xmlns:p14="http://schemas.microsoft.com/office/powerpoint/2010/main" val="3318043981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" name="Picture 2">
            <a:extLst xmlns:a="http://schemas.openxmlformats.org/drawingml/2006/main">
              <a:ext uri="{FF2B5EF4-FFF2-40B4-BE49-F238E27FC236}">
                <a16:creationId xmlns:a16="http://schemas.microsoft.com/office/drawing/2014/main" id="{46DFDD6A-3558-4784-8ADF-04C2FFE8DAC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1f3c7374dd45a9">
            <a:alphaModFix/>
          </a:blip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05ECCFDF-32C6-4A74-A657-F4A7A7F15F7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8450552d5f4d3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332500" y="4549705"/>
            <a:ext cx="3005607" cy="1351433"/>
          </a:xfrm>
          <a:prstGeom xmlns:a="http://schemas.openxmlformats.org/drawingml/2006/main" prst="rect">
            <a:avLst/>
          </a:prstGeom>
        </p:spPr>
      </p:pic>
      <p:pic>
        <p:nvPicPr>
          <p:cNvPr id="6" name="Picture 5">
            <a:extLst xmlns:a="http://schemas.openxmlformats.org/drawingml/2006/main">
              <a:ext uri="{FF2B5EF4-FFF2-40B4-BE49-F238E27FC236}">
                <a16:creationId xmlns:a16="http://schemas.microsoft.com/office/drawing/2014/main" id="{B9C719F4-CAB9-4E11-9D42-533B37CEA1A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15e2d14fcc4b6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49301" y="167007"/>
            <a:ext cx="3583199" cy="5737597"/>
          </a:xfrm>
          <a:prstGeom xmlns:a="http://schemas.openxmlformats.org/drawingml/2006/main" prst="rect">
            <a:avLst/>
          </a:prstGeom>
        </p:spPr>
      </p:pic>
      <p:pic>
        <p:nvPicPr>
          <p:cNvPr id="4" name="Picture 3">
            <a:extLst xmlns:a="http://schemas.openxmlformats.org/drawingml/2006/main">
              <a:ext uri="{FF2B5EF4-FFF2-40B4-BE49-F238E27FC236}">
                <a16:creationId xmlns:a16="http://schemas.microsoft.com/office/drawing/2014/main" id="{8FCB8848-7009-4DE3-8E52-1D02F53D040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6d06bfedb3442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390939" y="3636835"/>
            <a:ext cx="1583318" cy="491463"/>
          </a:xfrm>
          <a:prstGeom xmlns:a="http://schemas.openxmlformats.org/drawingml/2006/main" prst="rect">
            <a:avLst/>
          </a:prstGeom>
        </p:spPr>
      </p:pic>
      <p:pic>
        <p:nvPicPr>
          <p:cNvPr id="5" name="Picture 4">
            <a:extLst xmlns:a="http://schemas.openxmlformats.org/drawingml/2006/main">
              <a:ext uri="{FF2B5EF4-FFF2-40B4-BE49-F238E27FC236}">
                <a16:creationId xmlns:a16="http://schemas.microsoft.com/office/drawing/2014/main" id="{ABAD7339-2772-4117-BEA9-DF765A9A9D5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284449a1f44fa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234948" y="3340440"/>
            <a:ext cx="1624230" cy="818808"/>
          </a:xfrm>
          <a:prstGeom xmlns:a="http://schemas.openxmlformats.org/drawingml/2006/main" prst="rect">
            <a:avLst/>
          </a:prstGeom>
        </p:spPr>
      </p:pic>
      <p:pic>
        <p:nvPicPr>
          <p:cNvPr id="13" name="Picture 12">
            <a:extLst xmlns:a="http://schemas.openxmlformats.org/drawingml/2006/main">
              <a:ext uri="{FF2B5EF4-FFF2-40B4-BE49-F238E27FC236}">
                <a16:creationId xmlns:a16="http://schemas.microsoft.com/office/drawing/2014/main" id="{87A04DEC-3D88-4D3F-A960-27E7E62C446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284449a1f44fa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520385" y="3340440"/>
            <a:ext cx="1624230" cy="818808"/>
          </a:xfrm>
          <a:prstGeom xmlns:a="http://schemas.openxmlformats.org/drawingml/2006/main" prst="rect">
            <a:avLst/>
          </a:prstGeom>
        </p:spPr>
      </p:pic>
      <p:sp>
        <p:nvSpPr>
          <p:cNvPr id="14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DDEC9C81-67A0-4A84-A378-141F5FB04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Cleo tells Finn, “I’m okay with that.”</a:t>
            </a:r>
          </a:p>
        </p:txBody>
      </p:sp>
    </p:spTree>
    <p:extLst>
      <p:ext uri="{BB962C8B-B14F-4D97-AF65-F5344CB8AC3E}">
        <p14:creationId xmlns:p14="http://schemas.microsoft.com/office/powerpoint/2010/main" val="3318043981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Picture 5">
            <a:extLst xmlns:a="http://schemas.openxmlformats.org/drawingml/2006/main">
              <a:ext uri="{FF2B5EF4-FFF2-40B4-BE49-F238E27FC236}">
                <a16:creationId xmlns:a16="http://schemas.microsoft.com/office/drawing/2014/main" id="{9553AF12-7EA8-4D87-A4CC-2C3419FD9CD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1830c8782f425d">
            <a:alphaModFix/>
          </a:blip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4" name="Picture 3">
            <a:extLst xmlns:a="http://schemas.openxmlformats.org/drawingml/2006/main">
              <a:ext uri="{FF2B5EF4-FFF2-40B4-BE49-F238E27FC236}">
                <a16:creationId xmlns:a16="http://schemas.microsoft.com/office/drawing/2014/main" id="{1689C266-16AB-40BB-AEAC-4D8B2B5C7FA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79e434dcae41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332500" y="4549705"/>
            <a:ext cx="3005607" cy="1351433"/>
          </a:xfrm>
          <a:prstGeom xmlns:a="http://schemas.openxmlformats.org/drawingml/2006/main" prst="rect">
            <a:avLst/>
          </a:prstGeom>
        </p:spPr>
      </p:pic>
      <p:pic>
        <p:nvPicPr>
          <p:cNvPr id="3" name="Picture 2">
            <a:extLst xmlns:a="http://schemas.openxmlformats.org/drawingml/2006/main">
              <a:ext uri="{FF2B5EF4-FFF2-40B4-BE49-F238E27FC236}">
                <a16:creationId xmlns:a16="http://schemas.microsoft.com/office/drawing/2014/main" id="{390AC283-6573-42A3-8D00-1B49E7EBCFE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a777d23cf5418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835303" y="0"/>
            <a:ext cx="4049251" cy="5540111"/>
          </a:xfrm>
          <a:prstGeom xmlns:a="http://schemas.openxmlformats.org/drawingml/2006/main" prst="rect">
            <a:avLst/>
          </a:prstGeom>
        </p:spPr>
      </p:pic>
      <p:sp>
        <p:nvSpPr>
          <p:cNvPr id="7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869D8CAC-0A20-4F3F-8D74-B15BDAD67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Finn doesn’t clean it up and walks away.</a:t>
            </a:r>
          </a:p>
        </p:txBody>
      </p:sp>
    </p:spTree>
    <p:extLst>
      <p:ext uri="{BB962C8B-B14F-4D97-AF65-F5344CB8AC3E}">
        <p14:creationId xmlns:p14="http://schemas.microsoft.com/office/powerpoint/2010/main" val="3462061848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Picture 5">
            <a:extLst xmlns:a="http://schemas.openxmlformats.org/drawingml/2006/main">
              <a:ext uri="{FF2B5EF4-FFF2-40B4-BE49-F238E27FC236}">
                <a16:creationId xmlns:a16="http://schemas.microsoft.com/office/drawing/2014/main" id="{8923EFB3-17F1-4526-8E1E-B74B08F49D3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74f7c15fb9447f">
            <a:alphaModFix/>
          </a:blip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3" name="Picture 2">
            <a:extLst xmlns:a="http://schemas.openxmlformats.org/drawingml/2006/main">
              <a:ext uri="{FF2B5EF4-FFF2-40B4-BE49-F238E27FC236}">
                <a16:creationId xmlns:a16="http://schemas.microsoft.com/office/drawing/2014/main" id="{8F95EFC3-9519-400F-9DF5-F687F124FAA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e131bba82c441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142749" y="197486"/>
            <a:ext cx="4049251" cy="5540111"/>
          </a:xfrm>
          <a:prstGeom xmlns:a="http://schemas.openxmlformats.org/drawingml/2006/main" prst="rect">
            <a:avLst/>
          </a:prstGeom>
        </p:spPr>
      </p:pic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F95C1A34-1C1A-424D-8396-27DF9E0D656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63b821d1de4df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332500" y="4549705"/>
            <a:ext cx="3005607" cy="1351433"/>
          </a:xfrm>
          <a:prstGeom xmlns:a="http://schemas.openxmlformats.org/drawingml/2006/main" prst="rect">
            <a:avLst/>
          </a:prstGeom>
        </p:spPr>
      </p:pic>
      <p:sp>
        <p:nvSpPr>
          <p:cNvPr id="7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50B4F516-8107-4989-BB91-015F88B52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Finn doesn’t clean it up and walks away.</a:t>
            </a:r>
          </a:p>
        </p:txBody>
      </p:sp>
    </p:spTree>
    <p:extLst>
      <p:ext uri="{BB962C8B-B14F-4D97-AF65-F5344CB8AC3E}">
        <p14:creationId xmlns:p14="http://schemas.microsoft.com/office/powerpoint/2010/main" val="2948192366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" name="Picture 2">
            <a:extLst xmlns:a="http://schemas.openxmlformats.org/drawingml/2006/main">
              <a:ext uri="{FF2B5EF4-FFF2-40B4-BE49-F238E27FC236}">
                <a16:creationId xmlns:a16="http://schemas.microsoft.com/office/drawing/2014/main" id="{46DFDD6A-3558-4784-8ADF-04C2FFE8DAC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b9b5ee66e74ec0">
            <a:alphaModFix/>
          </a:blip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05ECCFDF-32C6-4A74-A657-F4A7A7F15F7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6fbc0d552f4d0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332500" y="4549705"/>
            <a:ext cx="3005607" cy="1351433"/>
          </a:xfrm>
          <a:prstGeom xmlns:a="http://schemas.openxmlformats.org/drawingml/2006/main" prst="rect">
            <a:avLst/>
          </a:prstGeom>
        </p:spPr>
      </p:pic>
      <p:pic>
        <p:nvPicPr>
          <p:cNvPr id="6" name="Picture 5">
            <a:extLst xmlns:a="http://schemas.openxmlformats.org/drawingml/2006/main">
              <a:ext uri="{FF2B5EF4-FFF2-40B4-BE49-F238E27FC236}">
                <a16:creationId xmlns:a16="http://schemas.microsoft.com/office/drawing/2014/main" id="{B9C719F4-CAB9-4E11-9D42-533B37CEA1A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b5ca33bbd445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49301" y="167007"/>
            <a:ext cx="3583199" cy="5737597"/>
          </a:xfrm>
          <a:prstGeom xmlns:a="http://schemas.openxmlformats.org/drawingml/2006/main" prst="rect">
            <a:avLst/>
          </a:prstGeom>
        </p:spPr>
      </p:pic>
      <p:pic>
        <p:nvPicPr>
          <p:cNvPr id="4" name="Picture 3">
            <a:extLst xmlns:a="http://schemas.openxmlformats.org/drawingml/2006/main">
              <a:ext uri="{FF2B5EF4-FFF2-40B4-BE49-F238E27FC236}">
                <a16:creationId xmlns:a16="http://schemas.microsoft.com/office/drawing/2014/main" id="{8FCB8848-7009-4DE3-8E52-1D02F53D040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e1e2d94d3d469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390939" y="3636835"/>
            <a:ext cx="1583318" cy="491463"/>
          </a:xfrm>
          <a:prstGeom xmlns:a="http://schemas.openxmlformats.org/drawingml/2006/main" prst="rect">
            <a:avLst/>
          </a:prstGeom>
        </p:spPr>
      </p:pic>
      <p:pic>
        <p:nvPicPr>
          <p:cNvPr id="5" name="Picture 4">
            <a:extLst xmlns:a="http://schemas.openxmlformats.org/drawingml/2006/main">
              <a:ext uri="{FF2B5EF4-FFF2-40B4-BE49-F238E27FC236}">
                <a16:creationId xmlns:a16="http://schemas.microsoft.com/office/drawing/2014/main" id="{ABAD7339-2772-4117-BEA9-DF765A9A9D5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da004dd04242e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234948" y="3340440"/>
            <a:ext cx="1624230" cy="818808"/>
          </a:xfrm>
          <a:prstGeom xmlns:a="http://schemas.openxmlformats.org/drawingml/2006/main" prst="rect">
            <a:avLst/>
          </a:prstGeom>
        </p:spPr>
      </p:pic>
      <p:pic>
        <p:nvPicPr>
          <p:cNvPr id="13" name="Picture 12">
            <a:extLst xmlns:a="http://schemas.openxmlformats.org/drawingml/2006/main">
              <a:ext uri="{FF2B5EF4-FFF2-40B4-BE49-F238E27FC236}">
                <a16:creationId xmlns:a16="http://schemas.microsoft.com/office/drawing/2014/main" id="{87A04DEC-3D88-4D3F-A960-27E7E62C446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da004dd04242e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520385" y="3340440"/>
            <a:ext cx="1624230" cy="818808"/>
          </a:xfrm>
          <a:prstGeom xmlns:a="http://schemas.openxmlformats.org/drawingml/2006/main" prst="rect">
            <a:avLst/>
          </a:prstGeom>
        </p:spPr>
      </p:pic>
      <p:sp>
        <p:nvSpPr>
          <p:cNvPr id="14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DDEC9C81-67A0-4A84-A378-141F5FB04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Cleo walks in.</a:t>
            </a:r>
          </a:p>
        </p:txBody>
      </p:sp>
    </p:spTree>
    <p:extLst>
      <p:ext uri="{BB962C8B-B14F-4D97-AF65-F5344CB8AC3E}">
        <p14:creationId xmlns:p14="http://schemas.microsoft.com/office/powerpoint/2010/main" val="3318043981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" name="Picture 4">
            <a:extLst xmlns:a="http://schemas.openxmlformats.org/drawingml/2006/main">
              <a:ext uri="{FF2B5EF4-FFF2-40B4-BE49-F238E27FC236}">
                <a16:creationId xmlns:a16="http://schemas.microsoft.com/office/drawing/2014/main" id="{711715E7-7EA7-4F2C-8EC4-A073EB00625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a10769b662451b">
            <a:alphaModFix/>
          </a:blip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112CDE9C-D094-43AA-B97E-44A026C70C8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9d1eb76fd4434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332500" y="4549705"/>
            <a:ext cx="3005607" cy="1351433"/>
          </a:xfrm>
          <a:prstGeom xmlns:a="http://schemas.openxmlformats.org/drawingml/2006/main" prst="rect">
            <a:avLst/>
          </a:prstGeom>
        </p:spPr>
      </p:pic>
      <p:pic>
        <p:nvPicPr>
          <p:cNvPr id="4" name="Picture 3">
            <a:extLst xmlns:a="http://schemas.openxmlformats.org/drawingml/2006/main">
              <a:ext uri="{FF2B5EF4-FFF2-40B4-BE49-F238E27FC236}">
                <a16:creationId xmlns:a16="http://schemas.microsoft.com/office/drawing/2014/main" id="{19A78E9C-1F3D-46F3-BCF2-5A2A13D1875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4d857a6338425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318820" y="34979"/>
            <a:ext cx="3464337" cy="5768120"/>
          </a:xfrm>
          <a:prstGeom xmlns:a="http://schemas.openxmlformats.org/drawingml/2006/main" prst="rect">
            <a:avLst/>
          </a:prstGeom>
        </p:spPr>
      </p:pic>
      <p:pic>
        <p:nvPicPr>
          <p:cNvPr id="3" name="Picture 2">
            <a:extLst xmlns:a="http://schemas.openxmlformats.org/drawingml/2006/main">
              <a:ext uri="{FF2B5EF4-FFF2-40B4-BE49-F238E27FC236}">
                <a16:creationId xmlns:a16="http://schemas.microsoft.com/office/drawing/2014/main" id="{D2975BBB-A422-4838-AB03-28C2E9F2875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8f3d4d34d84cb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736574" y="3395503"/>
            <a:ext cx="1583318" cy="491463"/>
          </a:xfrm>
          <a:prstGeom xmlns:a="http://schemas.openxmlformats.org/drawingml/2006/main" prst="rect">
            <a:avLst/>
          </a:prstGeom>
        </p:spPr>
      </p:pic>
      <p:pic>
        <p:nvPicPr>
          <p:cNvPr id="8" name="Picture 7">
            <a:extLst xmlns:a="http://schemas.openxmlformats.org/drawingml/2006/main">
              <a:ext uri="{FF2B5EF4-FFF2-40B4-BE49-F238E27FC236}">
                <a16:creationId xmlns:a16="http://schemas.microsoft.com/office/drawing/2014/main" id="{42387A9E-D05F-4D50-8991-D62587AD162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12681042fd4d1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492045" y="3120730"/>
            <a:ext cx="1624230" cy="818808"/>
          </a:xfrm>
          <a:prstGeom xmlns:a="http://schemas.openxmlformats.org/drawingml/2006/main" prst="rect">
            <a:avLst/>
          </a:prstGeom>
        </p:spPr>
      </p:pic>
      <p:pic>
        <p:nvPicPr>
          <p:cNvPr id="9" name="Picture 8">
            <a:extLst xmlns:a="http://schemas.openxmlformats.org/drawingml/2006/main">
              <a:ext uri="{FF2B5EF4-FFF2-40B4-BE49-F238E27FC236}">
                <a16:creationId xmlns:a16="http://schemas.microsoft.com/office/drawing/2014/main" id="{DDB7C518-9D93-4FC1-AE66-44CB0E3A2EC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12681042fd4d1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858722" y="3068158"/>
            <a:ext cx="1624230" cy="818808"/>
          </a:xfrm>
          <a:prstGeom xmlns:a="http://schemas.openxmlformats.org/drawingml/2006/main" prst="rect">
            <a:avLst/>
          </a:prstGeom>
        </p:spPr>
      </p:pic>
      <p:sp>
        <p:nvSpPr>
          <p:cNvPr id="10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255A1F02-0F45-4937-9227-9E04C8F0C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Oh no! Cleo slips on the water!</a:t>
            </a:r>
          </a:p>
        </p:txBody>
      </p:sp>
    </p:spTree>
    <p:extLst>
      <p:ext uri="{BB962C8B-B14F-4D97-AF65-F5344CB8AC3E}">
        <p14:creationId xmlns:p14="http://schemas.microsoft.com/office/powerpoint/2010/main" val="252429657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Picture 16">
            <a:extLst xmlns:a="http://schemas.openxmlformats.org/drawingml/2006/main">
              <a:ext uri="{FF2B5EF4-FFF2-40B4-BE49-F238E27FC236}">
                <a16:creationId xmlns:a16="http://schemas.microsoft.com/office/drawing/2014/main" id="{16B39E73-EA16-4B84-85F6-30594795787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353d2c08394cb3">
            <a:alphaModFix/>
          </a:blip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C7EACE22-D046-4D4B-9DB6-5B44A3D7CDF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607b9266d04e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332500" y="4549705"/>
            <a:ext cx="3005607" cy="1351433"/>
          </a:xfrm>
          <a:prstGeom xmlns:a="http://schemas.openxmlformats.org/drawingml/2006/main" prst="rect">
            <a:avLst/>
          </a:prstGeom>
        </p:spPr>
      </p:pic>
      <p:pic>
        <p:nvPicPr>
          <p:cNvPr id="4" name="Picture 3">
            <a:extLst xmlns:a="http://schemas.openxmlformats.org/drawingml/2006/main">
              <a:ext uri="{FF2B5EF4-FFF2-40B4-BE49-F238E27FC236}">
                <a16:creationId xmlns:a16="http://schemas.microsoft.com/office/drawing/2014/main" id="{743F0AA0-0AC4-4840-8070-68A2FB21EF6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87b584f4dd49f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318820" y="34979"/>
            <a:ext cx="3464337" cy="5768120"/>
          </a:xfrm>
          <a:prstGeom xmlns:a="http://schemas.openxmlformats.org/drawingml/2006/main" prst="rect">
            <a:avLst/>
          </a:prstGeom>
        </p:spPr>
      </p:pic>
      <p:pic>
        <p:nvPicPr>
          <p:cNvPr id="3" name="Picture 2">
            <a:extLst xmlns:a="http://schemas.openxmlformats.org/drawingml/2006/main">
              <a:ext uri="{FF2B5EF4-FFF2-40B4-BE49-F238E27FC236}">
                <a16:creationId xmlns:a16="http://schemas.microsoft.com/office/drawing/2014/main" id="{6B9CA2F7-CAC3-49B7-8E91-D99F344CC5A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3e7ad5972a462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39528" y="4815881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9" name="Picture 8">
            <a:extLst xmlns:a="http://schemas.openxmlformats.org/drawingml/2006/main">
              <a:ext uri="{FF2B5EF4-FFF2-40B4-BE49-F238E27FC236}">
                <a16:creationId xmlns:a16="http://schemas.microsoft.com/office/drawing/2014/main" id="{109A2BF9-EE03-4838-BDD8-C57834385C3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3e7ad5972a462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84273" y="4982217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6" name="Picture 5">
            <a:extLst xmlns:a="http://schemas.openxmlformats.org/drawingml/2006/main">
              <a:ext uri="{FF2B5EF4-FFF2-40B4-BE49-F238E27FC236}">
                <a16:creationId xmlns:a16="http://schemas.microsoft.com/office/drawing/2014/main" id="{EC74958E-074B-46D2-B3D3-7AE6961D3FF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c99775058049a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736574" y="3395503"/>
            <a:ext cx="1583318" cy="491463"/>
          </a:xfrm>
          <a:prstGeom xmlns:a="http://schemas.openxmlformats.org/drawingml/2006/main" prst="rect">
            <a:avLst/>
          </a:prstGeom>
        </p:spPr>
      </p:pic>
      <p:sp>
        <p:nvSpPr>
          <p:cNvPr id="18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DE40833D-090B-430F-B96E-A81A6E398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2 of Cleo’s cookies fall!</a:t>
            </a:r>
          </a:p>
        </p:txBody>
      </p:sp>
    </p:spTree>
    <p:extLst>
      <p:ext uri="{BB962C8B-B14F-4D97-AF65-F5344CB8AC3E}">
        <p14:creationId xmlns:p14="http://schemas.microsoft.com/office/powerpoint/2010/main" val="364634277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Picture 7">
            <a:extLst xmlns:a="http://schemas.openxmlformats.org/drawingml/2006/main">
              <a:ext uri="{FF2B5EF4-FFF2-40B4-BE49-F238E27FC236}">
                <a16:creationId xmlns:a16="http://schemas.microsoft.com/office/drawing/2014/main" id="{3542D871-19F8-411F-BF3E-8411EA07FB3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8a6a1bb61c4d0d">
            <a:alphaModFix/>
          </a:blip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9F3CC706-F653-4E7C-8F22-A996BDA3089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efdf2c508c472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332500" y="4549705"/>
            <a:ext cx="3005607" cy="1351433"/>
          </a:xfrm>
          <a:prstGeom xmlns:a="http://schemas.openxmlformats.org/drawingml/2006/main" prst="rect">
            <a:avLst/>
          </a:prstGeom>
        </p:spPr>
      </p:pic>
      <p:pic>
        <p:nvPicPr>
          <p:cNvPr id="7" name="Picture 6">
            <a:extLst xmlns:a="http://schemas.openxmlformats.org/drawingml/2006/main">
              <a:ext uri="{FF2B5EF4-FFF2-40B4-BE49-F238E27FC236}">
                <a16:creationId xmlns:a16="http://schemas.microsoft.com/office/drawing/2014/main" id="{D69B34BF-76A8-45D3-A2F8-4FA95E0D171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b8dcbd22bf4e1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07736" y="525447"/>
            <a:ext cx="3165364" cy="5287249"/>
          </a:xfrm>
          <a:prstGeom xmlns:a="http://schemas.openxmlformats.org/drawingml/2006/main" prst="rect">
            <a:avLst/>
          </a:prstGeom>
        </p:spPr>
      </p:pic>
      <p:pic>
        <p:nvPicPr>
          <p:cNvPr id="4" name="Picture 3">
            <a:extLst xmlns:a="http://schemas.openxmlformats.org/drawingml/2006/main">
              <a:ext uri="{FF2B5EF4-FFF2-40B4-BE49-F238E27FC236}">
                <a16:creationId xmlns:a16="http://schemas.microsoft.com/office/drawing/2014/main" id="{F7100357-E8C2-4F3E-BC80-AC6FD3048AF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b5eaf2d4b0412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676823" y="664560"/>
            <a:ext cx="3628511" cy="4972402"/>
          </a:xfrm>
          <a:prstGeom xmlns:a="http://schemas.openxmlformats.org/drawingml/2006/main" prst="rect">
            <a:avLst/>
          </a:prstGeom>
        </p:spPr>
      </p:pic>
      <p:pic>
        <p:nvPicPr>
          <p:cNvPr id="5" name="Picture 4">
            <a:extLst xmlns:a="http://schemas.openxmlformats.org/drawingml/2006/main">
              <a:ext uri="{FF2B5EF4-FFF2-40B4-BE49-F238E27FC236}">
                <a16:creationId xmlns:a16="http://schemas.microsoft.com/office/drawing/2014/main" id="{F0E8125D-C2A7-432D-B7A2-753A60D45BC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3e5e126323485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02584" y="4007248"/>
            <a:ext cx="1330038" cy="412845"/>
          </a:xfrm>
          <a:prstGeom xmlns:a="http://schemas.openxmlformats.org/drawingml/2006/main" prst="rect">
            <a:avLst/>
          </a:prstGeom>
        </p:spPr>
      </p:pic>
      <p:pic>
        <p:nvPicPr>
          <p:cNvPr id="14" name="Picture 13">
            <a:extLst xmlns:a="http://schemas.openxmlformats.org/drawingml/2006/main">
              <a:ext uri="{FF2B5EF4-FFF2-40B4-BE49-F238E27FC236}">
                <a16:creationId xmlns:a16="http://schemas.microsoft.com/office/drawing/2014/main" id="{3F68AAD0-9C5F-4B80-AB6C-F752A1D4505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3e5e126323485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676823" y="4147266"/>
            <a:ext cx="1246853" cy="387024"/>
          </a:xfrm>
          <a:prstGeom xmlns:a="http://schemas.openxmlformats.org/drawingml/2006/main" prst="rect">
            <a:avLst/>
          </a:prstGeom>
        </p:spPr>
      </p:pic>
      <p:pic>
        <p:nvPicPr>
          <p:cNvPr id="3" name="Picture 2">
            <a:extLst xmlns:a="http://schemas.openxmlformats.org/drawingml/2006/main">
              <a:ext uri="{FF2B5EF4-FFF2-40B4-BE49-F238E27FC236}">
                <a16:creationId xmlns:a16="http://schemas.microsoft.com/office/drawing/2014/main" id="{08086BD2-274B-4FC5-9355-B375F8A2DF9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27d1df5ffe47a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39528" y="4815881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6" name="Picture 5">
            <a:extLst xmlns:a="http://schemas.openxmlformats.org/drawingml/2006/main">
              <a:ext uri="{FF2B5EF4-FFF2-40B4-BE49-F238E27FC236}">
                <a16:creationId xmlns:a16="http://schemas.microsoft.com/office/drawing/2014/main" id="{20EEA79E-4EAD-4C68-9D86-72D2B8CF80B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27d1df5ffe47a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84273" y="4982217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1EBD32-62FD-45A3-BCD5-11C992C410B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0b0625d58e4201"/>
          <a:stretch xmlns:a="http://schemas.openxmlformats.org/drawingml/2006/main"/>
        </p:blipFill>
        <p:spPr>
          <a:xfrm xmlns:a="http://schemas.openxmlformats.org/drawingml/2006/main">
            <a:off x="2487492" y="3930901"/>
            <a:ext cx="1279071" cy="644806"/>
          </a:xfrm>
          <a:prstGeom xmlns:a="http://schemas.openxmlformats.org/drawingml/2006/main" prst="rect">
            <a:avLst/>
          </a:prstGeom>
        </p:spPr>
      </p:pic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C03526-F2F1-4E7E-BAD6-C6DBE4EE872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b3d251845b4301"/>
          <a:stretch xmlns:a="http://schemas.openxmlformats.org/drawingml/2006/main"/>
        </p:blipFill>
        <p:spPr>
          <a:xfrm xmlns:a="http://schemas.openxmlformats.org/drawingml/2006/main">
            <a:off x="2388468" y="3828717"/>
            <a:ext cx="1279071" cy="644806"/>
          </a:xfrm>
          <a:prstGeom xmlns:a="http://schemas.openxmlformats.org/drawingml/2006/main" prst="rect">
            <a:avLst/>
          </a:prstGeom>
        </p:spPr>
      </p:pic>
      <p:pic>
        <p:nvPic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6636099-1DAF-43D4-99C7-6B2216B5EA1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a46bd259a243b5"/>
          <a:stretch xmlns:a="http://schemas.openxmlformats.org/drawingml/2006/main"/>
        </p:blipFill>
        <p:spPr>
          <a:xfrm xmlns:a="http://schemas.openxmlformats.org/drawingml/2006/main">
            <a:off x="2833965" y="3824863"/>
            <a:ext cx="1279071" cy="644806"/>
          </a:xfrm>
          <a:prstGeom xmlns:a="http://schemas.openxmlformats.org/drawingml/2006/main" prst="rect">
            <a:avLst/>
          </a:prstGeom>
        </p:spPr>
      </p:pic>
      <p:pic>
        <p:nvPic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04FA58B-00E6-4C31-AC17-F9C4378CADA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1ae2af39ea4c25"/>
          <a:stretch xmlns:a="http://schemas.openxmlformats.org/drawingml/2006/main"/>
        </p:blipFill>
        <p:spPr>
          <a:xfrm xmlns:a="http://schemas.openxmlformats.org/drawingml/2006/main">
            <a:off x="2644605" y="3740185"/>
            <a:ext cx="1279071" cy="644806"/>
          </a:xfrm>
          <a:prstGeom xmlns:a="http://schemas.openxmlformats.org/drawingml/2006/main" prst="rect">
            <a:avLst/>
          </a:prstGeom>
        </p:spPr>
      </p:pic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F1C1184-1A4D-4C78-9F5C-2E5791005DB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51ec49fc384eaf"/>
          <a:stretch xmlns:a="http://schemas.openxmlformats.org/drawingml/2006/main"/>
        </p:blipFill>
        <p:spPr>
          <a:xfrm xmlns:a="http://schemas.openxmlformats.org/drawingml/2006/main">
            <a:off x="2843112" y="3925158"/>
            <a:ext cx="1279071" cy="644806"/>
          </a:xfrm>
          <a:prstGeom xmlns:a="http://schemas.openxmlformats.org/drawingml/2006/main" prst="rect">
            <a:avLst/>
          </a:prstGeom>
        </p:spPr>
      </p:pic>
      <p:pic>
        <p:nvPic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8593DA9-5271-4A68-AA6E-74C420E8349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cc4eb72170416c"/>
          <a:stretch xmlns:a="http://schemas.openxmlformats.org/drawingml/2006/main"/>
        </p:blipFill>
        <p:spPr>
          <a:xfrm xmlns:a="http://schemas.openxmlformats.org/drawingml/2006/main">
            <a:off x="2833936" y="3689240"/>
            <a:ext cx="1279071" cy="644806"/>
          </a:xfrm>
          <a:prstGeom xmlns:a="http://schemas.openxmlformats.org/drawingml/2006/main" prst="rect">
            <a:avLst/>
          </a:prstGeom>
        </p:spPr>
      </p:pic>
      <p:pic>
        <p:nvPic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EF397BE-37FF-4B6A-A043-ABF4D658027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e9db88abeb427d"/>
          <a:stretch xmlns:a="http://schemas.openxmlformats.org/drawingml/2006/main"/>
        </p:blipFill>
        <p:spPr>
          <a:xfrm xmlns:a="http://schemas.openxmlformats.org/drawingml/2006/main">
            <a:off x="2384344" y="3716681"/>
            <a:ext cx="1279071" cy="644806"/>
          </a:xfrm>
          <a:prstGeom xmlns:a="http://schemas.openxmlformats.org/drawingml/2006/main" prst="rect">
            <a:avLst/>
          </a:prstGeom>
        </p:spPr>
      </p:pic>
      <p:sp>
        <p:nvSpPr>
          <p:cNvPr id="22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1990B4BE-FAE3-4388-8D38-74FB4A438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Finn still has 8 cookies. Cleo now has 0 cookies.</a:t>
            </a:r>
          </a:p>
        </p:txBody>
      </p:sp>
    </p:spTree>
    <p:extLst>
      <p:ext uri="{BB962C8B-B14F-4D97-AF65-F5344CB8AC3E}">
        <p14:creationId xmlns:p14="http://schemas.microsoft.com/office/powerpoint/2010/main" val="145169055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2026-10-16T18:04:55.8450000Z</dcterms:created>
  <dcterms:modified xsi:type="dcterms:W3CDTF">2026-10-16T18:04:55.8450000Z</dcterms:modified>
</coreProperties>
</file>