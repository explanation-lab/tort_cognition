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046463a567409c" /><Relationship Type="http://schemas.openxmlformats.org/officeDocument/2006/relationships/extended-properties" Target="/docProps/app.xml" Id="R5273611c8dc14893" /><Relationship Type="http://schemas.openxmlformats.org/officeDocument/2006/relationships/officeDocument" Target="/ppt/presentation.xml" Id="R7f596b6672544c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64ec0e027a4e43"/>
  </p:sldMasterIdLst>
  <p:notesMasterIdLst>
    <p:notesMasterId xmlns:r="http://schemas.openxmlformats.org/officeDocument/2006/relationships" r:id="Rc45119c709b7445f"/>
  </p:notesMasterIdLst>
  <p:sldIdLst>
    <p:sldId xmlns:r="http://schemas.openxmlformats.org/officeDocument/2006/relationships" id="256" r:id="Recf8fca56b184011"/>
    <p:sldId xmlns:r="http://schemas.openxmlformats.org/officeDocument/2006/relationships" id="257" r:id="Red7d58a95f1b46a1"/>
    <p:sldId xmlns:r="http://schemas.openxmlformats.org/officeDocument/2006/relationships" id="258" r:id="R85386f82c57541bb"/>
    <p:sldId xmlns:r="http://schemas.openxmlformats.org/officeDocument/2006/relationships" id="259" r:id="Rb5735b07643d4ca4"/>
    <p:sldId xmlns:r="http://schemas.openxmlformats.org/officeDocument/2006/relationships" id="260" r:id="Rbd5abe795fc04f91"/>
    <p:sldId xmlns:r="http://schemas.openxmlformats.org/officeDocument/2006/relationships" id="261" r:id="Rcf3d7bbececf4e10"/>
    <p:sldId xmlns:r="http://schemas.openxmlformats.org/officeDocument/2006/relationships" id="262" r:id="Re438352acaf84ef6"/>
    <p:sldId xmlns:r="http://schemas.openxmlformats.org/officeDocument/2006/relationships" id="263" r:id="R33cc54a0f02a4e4c"/>
    <p:sldId xmlns:r="http://schemas.openxmlformats.org/officeDocument/2006/relationships" id="264" r:id="Rb1a3f274b9ea489f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e714d9b1a14744" /><Relationship Type="http://schemas.openxmlformats.org/officeDocument/2006/relationships/slideMaster" Target="/ppt/slideMasters/slideMaster1.xml" Id="R4b64ec0e027a4e43" /><Relationship Type="http://schemas.openxmlformats.org/officeDocument/2006/relationships/notesMaster" Target="/ppt/notesMasters/notesMaster1.xml" Id="Rc45119c709b7445f" /><Relationship Type="http://schemas.openxmlformats.org/officeDocument/2006/relationships/presProps" Target="/ppt/presProps.xml" Id="R2014a88c33aa410c" /><Relationship Type="http://schemas.openxmlformats.org/officeDocument/2006/relationships/viewProps" Target="/ppt/viewProps.xml" Id="R1e254f5875c041a1" /><Relationship Type="http://schemas.openxmlformats.org/officeDocument/2006/relationships/tableStyles" Target="/ppt/tableStyles.xml" Id="R1516442228a74383" /><Relationship Type="http://schemas.openxmlformats.org/officeDocument/2006/relationships/slide" Target="/ppt/slides/slide1.xml" Id="Recf8fca56b184011" /><Relationship Type="http://schemas.openxmlformats.org/officeDocument/2006/relationships/slide" Target="/ppt/slides/slide2.xml" Id="Red7d58a95f1b46a1" /><Relationship Type="http://schemas.openxmlformats.org/officeDocument/2006/relationships/slide" Target="/ppt/slides/slide3.xml" Id="R85386f82c57541bb" /><Relationship Type="http://schemas.openxmlformats.org/officeDocument/2006/relationships/slide" Target="/ppt/slides/slide4.xml" Id="Rb5735b07643d4ca4" /><Relationship Type="http://schemas.openxmlformats.org/officeDocument/2006/relationships/slide" Target="/ppt/slides/slide5.xml" Id="Rbd5abe795fc04f91" /><Relationship Type="http://schemas.openxmlformats.org/officeDocument/2006/relationships/slide" Target="/ppt/slides/slide6.xml" Id="Rcf3d7bbececf4e10" /><Relationship Type="http://schemas.openxmlformats.org/officeDocument/2006/relationships/slide" Target="/ppt/slides/slide7.xml" Id="Re438352acaf84ef6" /><Relationship Type="http://schemas.openxmlformats.org/officeDocument/2006/relationships/slide" Target="/ppt/slides/slide8.xml" Id="R33cc54a0f02a4e4c" /><Relationship Type="http://schemas.openxmlformats.org/officeDocument/2006/relationships/slide" Target="/ppt/slides/slide9.xml" Id="Rb1a3f274b9ea48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dae83f1a8945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3ace8d1f144fe1" /><Relationship Type="http://schemas.openxmlformats.org/officeDocument/2006/relationships/notesMaster" Target="/ppt/notesMasters/notesMaster1.xml" Id="R0b5d75331b5a49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25f3d12da2433a" /><Relationship Type="http://schemas.openxmlformats.org/officeDocument/2006/relationships/notesMaster" Target="/ppt/notesMasters/notesMaster1.xml" Id="R9868e9cc16ce4c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40ef062e164995" /><Relationship Type="http://schemas.openxmlformats.org/officeDocument/2006/relationships/notesMaster" Target="/ppt/notesMasters/notesMaster1.xml" Id="Rf9b5fdc5b6164d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a194cbb70e4534" /><Relationship Type="http://schemas.openxmlformats.org/officeDocument/2006/relationships/notesMaster" Target="/ppt/notesMasters/notesMaster1.xml" Id="R20aaa45cd9bc4b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ec68aa0fa44bc1" /><Relationship Type="http://schemas.openxmlformats.org/officeDocument/2006/relationships/notesMaster" Target="/ppt/notesMasters/notesMaster1.xml" Id="Raf7cf11db89a49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f120d0d1644547" /><Relationship Type="http://schemas.openxmlformats.org/officeDocument/2006/relationships/notesMaster" Target="/ppt/notesMasters/notesMaster1.xml" Id="R3e0e93469c7946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2eab0b15cd4c87" /><Relationship Type="http://schemas.openxmlformats.org/officeDocument/2006/relationships/notesMaster" Target="/ppt/notesMasters/notesMaster1.xml" Id="R2d1a6588c8c146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eef5405ee742ea" /><Relationship Type="http://schemas.openxmlformats.org/officeDocument/2006/relationships/notesMaster" Target="/ppt/notesMasters/notesMaster1.xml" Id="R2b54e1801cf04d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67696e77ec4014" /><Relationship Type="http://schemas.openxmlformats.org/officeDocument/2006/relationships/notesMaster" Target="/ppt/notesMasters/notesMaster1.xml" Id="R47c70dc49b7c4e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scene: code/experiments/experiment1/adults/slides/pilot-v3/intentional_throw.pptx, slide 5.</a:t>
            </a:r>
            <a:endParaRPr/>
          </a:p>
          <a:p xmlns:a="http://schemas.openxmlformats.org/drawingml/2006/main">
            <a:r>
              <a:t>Wording: code/experiments/experiment2/consent/materials.json.</a:t>
            </a:r>
            <a:endParaRPr/>
          </a:p>
          <a:p xmlns:a="http://schemas.openxmlformats.org/drawingml/2006/main">
            <a:r>
              <a:t>Rex tells Zoe: I know you’re going to throw my cookies away.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scene: code/experiments/experiment1/adults/slides/pilot-v3/intentional_throw.pptx, slide 5.</a:t>
            </a:r>
            <a:endParaRPr/>
          </a:p>
          <a:p xmlns:a="http://schemas.openxmlformats.org/drawingml/2006/main">
            <a:r>
              <a:t>Wording: code/experiments/experiment2/consent/materials.json.</a:t>
            </a:r>
            <a:endParaRPr/>
          </a:p>
          <a:p xmlns:a="http://schemas.openxmlformats.org/drawingml/2006/main">
            <a:r>
              <a:t>Rex tells Zoe: I’m okay with that.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7e97652062477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a73ccfd43d47a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83d502db994ef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acb2bf31c144f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468d2e2a7f40f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23889ab7574cd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34ac3648bd4ac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61edacad20408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77eb61541c41c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6cadb3af4149d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520dc98ea54f6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107D6A-391A-733D-7146-C47BB54806C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6A7D1CA-5469-E7BD-4C09-06BAF3FAED4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F72DDB0-82DE-9823-99C0-47FDF8D9AB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0AC514-00C7-554D-9581-DF80ECB5DFB1}" type="datetimeFigureOut">
              <a:t>2026/6/25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81574E4-8799-EEFD-BB57-3C391A4F89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C5C81D-87B1-976B-3BD1-D7E6EB1314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EB0DB-ACB7-FA41-B8A5-4570489582B2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274EC01-05D3-E4F3-089D-52A95BC3B4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0AE28F-65DE-C88A-14EF-B254BC9F2F2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3D76CAA-5EE5-80AE-EEF9-348100D10F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0AC514-00C7-554D-9581-DF80ECB5DFB1}" type="datetimeFigureOut">
              <a:t>2026/6/25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5D78E11-EAA8-669C-EDA4-6F8BA7BB9F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54CC635-806B-E9DD-9FE6-BDDD7C1EBE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EB0DB-ACB7-FA41-B8A5-4570489582B2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2B9210-A4D7-1098-C7BF-54C5BA83CA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F34BE45-8269-507D-BA0F-2784356F8A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45BF526-62F8-D184-327D-E83D32B38E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0AC514-00C7-554D-9581-DF80ECB5DFB1}" type="datetimeFigureOut">
              <a:t>2026/6/25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BC7690-3AE0-852E-B587-C0DB567BBB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73FD4D-C796-C917-E4DC-24E0EB06B3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EB0DB-ACB7-FA41-B8A5-4570489582B2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EEB6FD7-5D15-1E44-3008-04B16E6531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35C6F39-C5AD-90B7-C110-D516F8B9D82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7AB8553-EDEE-4372-67E3-3A6E7B4FA81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1E66A18-D3A4-C659-5244-50882AE467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0AC514-00C7-554D-9581-DF80ECB5DFB1}" type="datetimeFigureOut">
              <a:t>2026/6/25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4D2F0C9-E4AF-57D7-2209-5EE94957F1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E08212C-A019-ED64-09EF-71250ECB73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EB0DB-ACB7-FA41-B8A5-4570489582B2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0692DD-2F15-D842-AF8C-78B9C6F4C3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E65883A-7AF3-565F-091C-3CCD34E9E8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B6806D8-49DD-8BDC-E96E-60E01922E6C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438966E-BFD1-E558-73EE-5ACFA860D76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191C91A-69EF-0128-C8AB-00DAD363310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EFBD2C9-4DEF-1298-E73A-5AC055CFBA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0AC514-00C7-554D-9581-DF80ECB5DFB1}" type="datetimeFigureOut">
              <a:t>2026/6/25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A4443073-9130-1537-3BB5-8CFEB2785B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9796712-985F-4544-8CE7-0B27722710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EB0DB-ACB7-FA41-B8A5-4570489582B2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89DA46-D65E-8485-88F5-EA610B5D04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FD4CF7C-9184-9FE1-2B84-39558258B2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0AC514-00C7-554D-9581-DF80ECB5DFB1}" type="datetimeFigureOut">
              <a:t>2026/6/25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3D5862E-9C90-AB28-CE5E-8C65170059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AC13E09-6A4F-3BA2-212C-3998EAB252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EB0DB-ACB7-FA41-B8A5-4570489582B2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721EB7E-1816-7253-EA1D-096D206A2E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0AC514-00C7-554D-9581-DF80ECB5DFB1}" type="datetimeFigureOut">
              <a:t>2026/6/25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55B6FDC-8E39-A90F-8FE6-832324C6B0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A399052-1967-BEA6-AC21-A6D0A7F719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EB0DB-ACB7-FA41-B8A5-4570489582B2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9317794-777D-2727-8E9A-812928710C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CECC44F-7641-96A6-09C6-E167EAB1468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959236E-8D54-FA9D-F6B7-43FB8B3A25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B2E469E-AA93-D6F4-AE71-1CE1D2A76A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0AC514-00C7-554D-9581-DF80ECB5DFB1}" type="datetimeFigureOut">
              <a:t>2026/6/25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37518F9-C15E-995F-9276-FAAA150CEB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0B78669-4272-2528-7735-5E66C2CA4A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EB0DB-ACB7-FA41-B8A5-4570489582B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920BB9-1F0B-5D91-DEE5-3AB3AB2C62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C5F202C-4DE6-2A56-79A0-3995A98C0BF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BCBE42D-57A2-178B-571F-FDD5DFE30F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A9D7C4A-F25F-CB4F-08A9-237693E00F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0AC514-00C7-554D-9581-DF80ECB5DFB1}" type="datetimeFigureOut">
              <a:t>2026/6/25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B538DA9-A8E3-4F6D-A2EA-E2D4FD782F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2D7CE0A-9EE5-174C-0798-E3051FE59B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EB0DB-ACB7-FA41-B8A5-4570489582B2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B2CBC7C-A513-D815-1327-72B466B17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12C8DC6-C8BB-77EC-707D-BD7B96D16C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771B05C-043B-322F-4430-DE3DDA8E08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0AC514-00C7-554D-9581-DF80ECB5DFB1}" type="datetimeFigureOut">
              <a:t>2026/6/25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4FFF545-24DE-8FE6-0F13-64A96AB1B3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BD3BD96-2A70-E31A-0591-EB2CFD9095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EB0DB-ACB7-FA41-B8A5-4570489582B2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100537D-D588-6A23-344C-773BB1AD77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C658D6-BAB6-21CB-B935-3306F3170C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30C506-33D5-E35A-7458-7C89DD20C9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0AC514-00C7-554D-9581-DF80ECB5DFB1}" type="datetimeFigureOut">
              <a:t>2026/6/25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485B2ED-5ABB-0BF7-4F44-551AEE2034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58313E-0EBE-6C0B-26DC-F87C53FAF0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EB0DB-ACB7-FA41-B8A5-4570489582B2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5bda11d69545bf" /><Relationship Type="http://schemas.openxmlformats.org/officeDocument/2006/relationships/slideLayout" Target="/ppt/slideLayouts/slideLayout1.xml" Id="R5d5e7733818344e7" /><Relationship Type="http://schemas.openxmlformats.org/officeDocument/2006/relationships/slideLayout" Target="/ppt/slideLayouts/slideLayout2.xml" Id="R0f1754e43e3a432c" /><Relationship Type="http://schemas.openxmlformats.org/officeDocument/2006/relationships/slideLayout" Target="/ppt/slideLayouts/slideLayout3.xml" Id="R3bb170f3eb6f431c" /><Relationship Type="http://schemas.openxmlformats.org/officeDocument/2006/relationships/slideLayout" Target="/ppt/slideLayouts/slideLayout4.xml" Id="Ree91657cb8fe4af9" /><Relationship Type="http://schemas.openxmlformats.org/officeDocument/2006/relationships/slideLayout" Target="/ppt/slideLayouts/slideLayout5.xml" Id="R80626016dc4a4bf3" /><Relationship Type="http://schemas.openxmlformats.org/officeDocument/2006/relationships/slideLayout" Target="/ppt/slideLayouts/slideLayout6.xml" Id="R1f90aebf091f418c" /><Relationship Type="http://schemas.openxmlformats.org/officeDocument/2006/relationships/slideLayout" Target="/ppt/slideLayouts/slideLayout7.xml" Id="Ra188dc5369bb4c48" /><Relationship Type="http://schemas.openxmlformats.org/officeDocument/2006/relationships/slideLayout" Target="/ppt/slideLayouts/slideLayout8.xml" Id="Rd6cd2d7c213c4654" /><Relationship Type="http://schemas.openxmlformats.org/officeDocument/2006/relationships/slideLayout" Target="/ppt/slideLayouts/slideLayout9.xml" Id="R75a366d0bc8847f3" /><Relationship Type="http://schemas.openxmlformats.org/officeDocument/2006/relationships/slideLayout" Target="/ppt/slideLayouts/slideLayout10.xml" Id="R207388d956a04de2" /><Relationship Type="http://schemas.openxmlformats.org/officeDocument/2006/relationships/slideLayout" Target="/ppt/slideLayouts/slideLayout11.xml" Id="Rd8d910e224df425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3020A56-B924-6961-72F2-AA95B82664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98753A0-6380-B53E-80B2-FDA7E58662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15D4E82-71AE-D17B-9CC4-1EC433C9396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520AC514-00C7-554D-9581-DF80ECB5DFB1}" type="datetimeFigureOut">
              <a:t>2026/6/25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708FC3-E754-39AF-DDD5-5D2216B73E4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ED2B122-0432-25F7-9FF7-01D9C59D787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343EB0DB-ACB7-FA41-B8A5-4570489582B2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5e7733818344e7"/>
    <p:sldLayoutId xmlns:r="http://schemas.openxmlformats.org/officeDocument/2006/relationships" id="2147483650" r:id="R0f1754e43e3a432c"/>
    <p:sldLayoutId xmlns:r="http://schemas.openxmlformats.org/officeDocument/2006/relationships" id="2147483651" r:id="R3bb170f3eb6f431c"/>
    <p:sldLayoutId xmlns:r="http://schemas.openxmlformats.org/officeDocument/2006/relationships" id="2147483652" r:id="Ree91657cb8fe4af9"/>
    <p:sldLayoutId xmlns:r="http://schemas.openxmlformats.org/officeDocument/2006/relationships" id="2147483653" r:id="R80626016dc4a4bf3"/>
    <p:sldLayoutId xmlns:r="http://schemas.openxmlformats.org/officeDocument/2006/relationships" id="2147483654" r:id="R1f90aebf091f418c"/>
    <p:sldLayoutId xmlns:r="http://schemas.openxmlformats.org/officeDocument/2006/relationships" id="2147483655" r:id="Ra188dc5369bb4c48"/>
    <p:sldLayoutId xmlns:r="http://schemas.openxmlformats.org/officeDocument/2006/relationships" id="2147483656" r:id="Rd6cd2d7c213c4654"/>
    <p:sldLayoutId xmlns:r="http://schemas.openxmlformats.org/officeDocument/2006/relationships" id="2147483657" r:id="R75a366d0bc8847f3"/>
    <p:sldLayoutId xmlns:r="http://schemas.openxmlformats.org/officeDocument/2006/relationships" id="2147483658" r:id="R207388d956a04de2"/>
    <p:sldLayoutId xmlns:r="http://schemas.openxmlformats.org/officeDocument/2006/relationships" id="2147483659" r:id="Rd8d910e224df425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b7392e49314031" /><Relationship Type="http://schemas.openxmlformats.org/officeDocument/2006/relationships/image" Target="/ppt/media/image.png" Id="R89868e1aeaff46b4" /><Relationship Type="http://schemas.openxmlformats.org/officeDocument/2006/relationships/image" Target="/ppt/media/image2.png" Id="R1b7c5eb439d64ffe" /><Relationship Type="http://schemas.openxmlformats.org/officeDocument/2006/relationships/notesSlide" Target="/ppt/notesSlides/notesSlide1.xml" Id="Re5a5d69abaa64f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3b3d6fcafa4acd" /><Relationship Type="http://schemas.openxmlformats.org/officeDocument/2006/relationships/image" Target="/ppt/media/image3.png" Id="R961b445d51d94334" /><Relationship Type="http://schemas.openxmlformats.org/officeDocument/2006/relationships/image" Target="/ppt/media/image2.png" Id="R9122211973f8412e" /><Relationship Type="http://schemas.openxmlformats.org/officeDocument/2006/relationships/image" Target="/ppt/media/image4.png" Id="R3d6780d76e9046aa" /><Relationship Type="http://schemas.openxmlformats.org/officeDocument/2006/relationships/image" Target="/ppt/media/image5.png" Id="Rbf6fdb514e0e4cc4" /><Relationship Type="http://schemas.openxmlformats.org/officeDocument/2006/relationships/notesSlide" Target="/ppt/notesSlides/notesSlide2.xml" Id="R1df74087d0694b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91e3171a9244e0" /><Relationship Type="http://schemas.openxmlformats.org/officeDocument/2006/relationships/image" Target="/ppt/media/image6.png" Id="R9dbc4c8494e34952" /><Relationship Type="http://schemas.openxmlformats.org/officeDocument/2006/relationships/image" Target="/ppt/media/image7.png" Id="R56931827199e456a" /><Relationship Type="http://schemas.openxmlformats.org/officeDocument/2006/relationships/image" Target="/ppt/media/image8.png" Id="R798e4dcf06df4893" /><Relationship Type="http://schemas.openxmlformats.org/officeDocument/2006/relationships/notesSlide" Target="/ppt/notesSlides/notesSlide3.xml" Id="R921c3f9152814f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3ed6d6295b431f" /><Relationship Type="http://schemas.openxmlformats.org/officeDocument/2006/relationships/image" Target="/ppt/media/image9.png" Id="R1c9fa97201c04588" /><Relationship Type="http://schemas.openxmlformats.org/officeDocument/2006/relationships/image" Target="/ppt/media/image8.png" Id="R9786e34e16b349d2" /><Relationship Type="http://schemas.openxmlformats.org/officeDocument/2006/relationships/image" Target="/ppt/media/image4.png" Id="R5f7c33e447d445b9" /><Relationship Type="http://schemas.openxmlformats.org/officeDocument/2006/relationships/image" Target="/ppt/media/image5.png" Id="Rfbf95cbf4aac44ff" /><Relationship Type="http://schemas.openxmlformats.org/officeDocument/2006/relationships/notesSlide" Target="/ppt/notesSlides/notesSlide4.xml" Id="Rfdc1e094955741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f453a3a2f2440e" /><Relationship Type="http://schemas.openxmlformats.org/officeDocument/2006/relationships/image" Target="/ppt/media/image10.png" Id="Ra0fb86efe363416f" /><Relationship Type="http://schemas.openxmlformats.org/officeDocument/2006/relationships/image" Target="/ppt/media/image7.png" Id="R543acb7ae34d462c" /><Relationship Type="http://schemas.openxmlformats.org/officeDocument/2006/relationships/image" Target="/ppt/media/image11.png" Id="Re538018d025545e8" /><Relationship Type="http://schemas.openxmlformats.org/officeDocument/2006/relationships/image" Target="/ppt/media/image8.png" Id="Rc345b6dc23884fe8" /><Relationship Type="http://schemas.openxmlformats.org/officeDocument/2006/relationships/image" Target="/ppt/media/image4.png" Id="R41ba61d7867845af" /><Relationship Type="http://schemas.openxmlformats.org/officeDocument/2006/relationships/image" Target="/ppt/media/image5.png" Id="R30020b623b6646d3" /><Relationship Type="http://schemas.openxmlformats.org/officeDocument/2006/relationships/notesSlide" Target="/ppt/notesSlides/notesSlide5.xml" Id="R14269ed0aca44a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e211a694194ff3" /><Relationship Type="http://schemas.openxmlformats.org/officeDocument/2006/relationships/image" Target="/ppt/media/image10.png" Id="R0a617b32e25e490e" /><Relationship Type="http://schemas.openxmlformats.org/officeDocument/2006/relationships/image" Target="/ppt/media/image7.png" Id="Rc2dcaaf830ad4b7b" /><Relationship Type="http://schemas.openxmlformats.org/officeDocument/2006/relationships/image" Target="/ppt/media/image11.png" Id="R0062ebecfe2f43ba" /><Relationship Type="http://schemas.openxmlformats.org/officeDocument/2006/relationships/image" Target="/ppt/media/image8.png" Id="Radd390c84dde463e" /><Relationship Type="http://schemas.openxmlformats.org/officeDocument/2006/relationships/image" Target="/ppt/media/image4.png" Id="R2b8dcf8b0a24479e" /><Relationship Type="http://schemas.openxmlformats.org/officeDocument/2006/relationships/image" Target="/ppt/media/image5.png" Id="R1436ae6092d04b66" /><Relationship Type="http://schemas.openxmlformats.org/officeDocument/2006/relationships/notesSlide" Target="/ppt/notesSlides/notesSlide6.xml" Id="R8d7eea34be9e42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0bd77403a8442a" /><Relationship Type="http://schemas.openxmlformats.org/officeDocument/2006/relationships/image" Target="/ppt/media/image10.png" Id="R0de36de66d6c4618" /><Relationship Type="http://schemas.openxmlformats.org/officeDocument/2006/relationships/image" Target="/ppt/media/image7.png" Id="R3befbf5c378d49cf" /><Relationship Type="http://schemas.openxmlformats.org/officeDocument/2006/relationships/image" Target="/ppt/media/image11.png" Id="R5b264e85166147b3" /><Relationship Type="http://schemas.openxmlformats.org/officeDocument/2006/relationships/image" Target="/ppt/media/image8.png" Id="R44ccd5cd32274360" /><Relationship Type="http://schemas.openxmlformats.org/officeDocument/2006/relationships/image" Target="/ppt/media/image4.png" Id="Rc31ecbc513294373" /><Relationship Type="http://schemas.openxmlformats.org/officeDocument/2006/relationships/image" Target="/ppt/media/image5.png" Id="R9a0896b0be8c4beb" /><Relationship Type="http://schemas.openxmlformats.org/officeDocument/2006/relationships/notesSlide" Target="/ppt/notesSlides/notesSlide7.xml" Id="R1413aaf76c7a46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98291d90604811" /><Relationship Type="http://schemas.openxmlformats.org/officeDocument/2006/relationships/image" Target="/ppt/media/image12.png" Id="R8ce8fe240b654aa6" /><Relationship Type="http://schemas.openxmlformats.org/officeDocument/2006/relationships/image" Target="/ppt/media/image13.png" Id="R0143ef23e63e4ebf" /><Relationship Type="http://schemas.openxmlformats.org/officeDocument/2006/relationships/image" Target="/ppt/media/image14.png" Id="R3bfc163bfbc74262" /><Relationship Type="http://schemas.openxmlformats.org/officeDocument/2006/relationships/image" Target="/ppt/media/image5.png" Id="R6f8fe63d46304c86" /><Relationship Type="http://schemas.openxmlformats.org/officeDocument/2006/relationships/image" Target="/ppt/media/image15.png" Id="R79d4729a5c0b46f3" /><Relationship Type="http://schemas.openxmlformats.org/officeDocument/2006/relationships/image" Target="/ppt/media/image4.png" Id="R364104570f9e461a" /><Relationship Type="http://schemas.openxmlformats.org/officeDocument/2006/relationships/notesSlide" Target="/ppt/notesSlides/notesSlide8.xml" Id="R21044eebb5f144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933c0f4d0b5424e" /><Relationship Type="http://schemas.openxmlformats.org/officeDocument/2006/relationships/image" Target="/ppt/media/image16.png" Id="Red7a481291b34abf" /><Relationship Type="http://schemas.openxmlformats.org/officeDocument/2006/relationships/image" Target="/ppt/media/image8.png" Id="Rf8036ec8e3be4178" /><Relationship Type="http://schemas.openxmlformats.org/officeDocument/2006/relationships/image" Target="/ppt/media/image2.png" Id="Rd4558091462741c5" /><Relationship Type="http://schemas.openxmlformats.org/officeDocument/2006/relationships/image" Target="/ppt/media/image4.png" Id="Re31c2e881f1f4ad2" /><Relationship Type="http://schemas.openxmlformats.org/officeDocument/2006/relationships/image" Target="/ppt/media/image5.png" Id="Rf6e03b45e37748b2" /><Relationship Type="http://schemas.openxmlformats.org/officeDocument/2006/relationships/image" Target="/ppt/media/image17.png" Id="Rceae372a9ddd4907" /><Relationship Type="http://schemas.openxmlformats.org/officeDocument/2006/relationships/notesSlide" Target="/ppt/notesSlides/notesSlide9.xml" Id="Rc4c085aac40e4d5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3000BD8F-6E7D-4DB6-AE9A-3EB3B33A39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68e1aeaff46b4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8A8D7BD9-74B5-40B6-8DD4-169175C53C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7c5eb439d64f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1692" y="647236"/>
            <a:ext cx="4251158" cy="5363959"/>
          </a:xfrm>
          <a:prstGeom xmlns:a="http://schemas.openxmlformats.org/drawingml/2006/main" prst="rect">
            <a:avLst/>
          </a:prstGeom>
        </p:spPr>
      </p:pic>
      <p:sp>
        <p:nvSpPr>
          <p:cNvPr id="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432E87CC-64D4-4EBE-8289-9D26B8E8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Zoe.</a:t>
            </a:r>
          </a:p>
        </p:txBody>
      </p:sp>
    </p:spTree>
    <p:extLst>
      <p:ext uri="{BB962C8B-B14F-4D97-AF65-F5344CB8AC3E}">
        <p14:creationId xmlns:p14="http://schemas.microsoft.com/office/powerpoint/2010/main" val="31102329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DB56A4E6-2124-41A8-9CCB-7DA7BBAEB2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1b445d51d94334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6F3135A8-CF8D-426A-A500-B4D38A14D6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22211973f841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1692" y="647236"/>
            <a:ext cx="4251158" cy="5363959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26E50EEA-7CD6-4365-BA72-813D4AEDE4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780d76e9046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94607" y="4266090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CB3ED74A-3169-4E6D-8EE7-70A585DE6A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fdb514e0e4cc4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44417" y="4288421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62A82C15-5E9F-45B2-B6EE-7789CB20E1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fdb514e0e4cc4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8856" y="4266089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C4E80F88-9014-4B24-9CA4-43D05E29FD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fdb514e0e4cc4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9651" y="4215906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2646C53B-93AC-4506-BE38-710D472EFB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fdb514e0e4cc4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8367" y="4183642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53610EFE-CAF2-4A65-9C6D-B292278FA7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fdb514e0e4cc4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8578" y="4199774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814DAAC4-B96D-47E0-A6C3-57EEE7C777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fdb514e0e4cc4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65948" y="4120919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6D422979-359C-4AFC-81BB-31ED4B4854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fdb514e0e4cc4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30676" y="4087761"/>
            <a:ext cx="457200" cy="224025"/>
          </a:xfrm>
          <a:prstGeom xmlns:a="http://schemas.openxmlformats.org/drawingml/2006/main" prst="rect">
            <a:avLst/>
          </a:prstGeom>
        </p:spPr>
      </p:pic>
      <p:sp>
        <p:nvSpPr>
          <p:cNvPr id="14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57921D45-8EF5-4746-A4B2-3BE762B6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Zoe has 8 cookies.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C512B975-F1C3-4FA2-896E-EA1D4A7A5A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bc4c8494e34952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41A69E90-FF80-48EA-9849-D2417C7A68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931827199e45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56422" y="392428"/>
            <a:ext cx="4101698" cy="5618767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317787CA-170A-4A4E-B0E9-34FC85BED0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8e4dcf06df48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56423" y="391382"/>
            <a:ext cx="4101697" cy="5343860"/>
          </a:xfrm>
          <a:prstGeom xmlns:a="http://schemas.openxmlformats.org/drawingml/2006/main" prst="rect">
            <a:avLst/>
          </a:prstGeom>
        </p:spPr>
      </p:pic>
      <p:sp>
        <p:nvSpPr>
          <p:cNvPr id="6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6AA1A1D3-6766-41C2-9991-D15A42D8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Rex.</a:t>
            </a:r>
          </a:p>
        </p:txBody>
      </p:sp>
    </p:spTree>
    <p:extLst>
      <p:ext uri="{BB962C8B-B14F-4D97-AF65-F5344CB8AC3E}">
        <p14:creationId xmlns:p14="http://schemas.microsoft.com/office/powerpoint/2010/main" val="4288959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89CD410F-0F70-4C03-AA3D-48CF8E02E4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9fa97201c04588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DD4155DA-8392-4A20-A0C6-F22F67DEAC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86e34e16b349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56423" y="391382"/>
            <a:ext cx="4101697" cy="534386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50E5A454-03FA-476D-B2B3-FF33381C68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c33e447d445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56422" y="4192158"/>
            <a:ext cx="1265473" cy="392804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48951CAB-4452-4D9C-BC1E-0660EF9F8B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f95cbf4aac44ff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45816" y="4236479"/>
            <a:ext cx="563206" cy="275967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3B34E870-C2F3-4644-A479-CAD658ADEB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f95cbf4aac44ff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2850" y="4214147"/>
            <a:ext cx="563206" cy="275967"/>
          </a:xfrm>
          <a:prstGeom xmlns:a="http://schemas.openxmlformats.org/drawingml/2006/main" prst="rect">
            <a:avLst/>
          </a:prstGeom>
        </p:spPr>
      </p:pic>
      <p:sp>
        <p:nvSpPr>
          <p:cNvPr id="11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B2010802-5017-42D2-B32A-8A46CB43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Rex has 2 cookies.</a:t>
            </a:r>
          </a:p>
        </p:txBody>
      </p:sp>
    </p:spTree>
    <p:extLst>
      <p:ext uri="{BB962C8B-B14F-4D97-AF65-F5344CB8AC3E}">
        <p14:creationId xmlns:p14="http://schemas.microsoft.com/office/powerpoint/2010/main" val="81409015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9F4ECF61-82FE-4E20-B2C7-A1FAA5DDDD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fb86efe363416f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4CED8C46-E8A7-43AF-8F06-A50299E8F2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3acb7ae34d46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25426" y="219390"/>
            <a:ext cx="4101698" cy="5618767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536064BD-21D4-4255-BCE3-E34AB7E9D9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38018d025545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0498" y="566405"/>
            <a:ext cx="3464364" cy="5271752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6240417B-36D5-42A6-A2BE-592B19EE69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45b6dc23884f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26014" y="230965"/>
            <a:ext cx="4101697" cy="534386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69C53129-DC4B-4447-92DB-77089D3DC0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ba61d7867845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45803" y="4027991"/>
            <a:ext cx="1384165" cy="429646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E68B013A-66D3-4429-B21F-1DEA3C5A2B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020b623b6646d3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31613" y="4060938"/>
            <a:ext cx="616031" cy="301851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ACB7FBCD-CC3E-45E6-BC6C-19A9A6F5D6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020b623b6646d3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18098" y="4060938"/>
            <a:ext cx="616031" cy="301851"/>
          </a:xfrm>
          <a:prstGeom xmlns:a="http://schemas.openxmlformats.org/drawingml/2006/main" prst="rect">
            <a:avLst/>
          </a:prstGeom>
        </p:spPr>
      </p:pic>
      <p:sp>
        <p:nvSpPr>
          <p:cNvPr id="11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2DA8A96C-F9A2-4BA2-84B1-CB0F1E01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Zoe wants Rex to have fewer cookies.</a:t>
            </a:r>
          </a:p>
        </p:txBody>
      </p:sp>
    </p:spTree>
    <p:extLst>
      <p:ext uri="{BB962C8B-B14F-4D97-AF65-F5344CB8AC3E}">
        <p14:creationId xmlns:p14="http://schemas.microsoft.com/office/powerpoint/2010/main" val="349988126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9F4ECF61-82FE-4E20-B2C7-A1FAA5DDDD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617b32e25e490e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4CED8C46-E8A7-43AF-8F06-A50299E8F2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dcaaf830ad4b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25426" y="219390"/>
            <a:ext cx="4101698" cy="5618767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536064BD-21D4-4255-BCE3-E34AB7E9D9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2ebecfe2f43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0498" y="566405"/>
            <a:ext cx="3464364" cy="5271752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6240417B-36D5-42A6-A2BE-592B19EE69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d390c84dde46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26014" y="230965"/>
            <a:ext cx="4101697" cy="534386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69C53129-DC4B-4447-92DB-77089D3DC0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dcf8b0a2447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45803" y="4027991"/>
            <a:ext cx="1384165" cy="429646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E68B013A-66D3-4429-B21F-1DEA3C5A2B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36ae6092d04b66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31613" y="4060938"/>
            <a:ext cx="616031" cy="301851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ACB7FBCD-CC3E-45E6-BC6C-19A9A6F5D6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36ae6092d04b66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18098" y="4060938"/>
            <a:ext cx="616031" cy="301851"/>
          </a:xfrm>
          <a:prstGeom xmlns:a="http://schemas.openxmlformats.org/drawingml/2006/main" prst="rect">
            <a:avLst/>
          </a:prstGeom>
        </p:spPr>
      </p:pic>
      <p:sp>
        <p:nvSpPr>
          <p:cNvPr id="11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2DA8A96C-F9A2-4BA2-84B1-CB0F1E01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0" rIns="152400" bIns="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Rex tells Zoe, “I know you’re going to throw my cookies away.”</a:t>
            </a:r>
          </a:p>
        </p:txBody>
      </p:sp>
    </p:spTree>
    <p:extLst>
      <p:ext uri="{BB962C8B-B14F-4D97-AF65-F5344CB8AC3E}">
        <p14:creationId xmlns:p14="http://schemas.microsoft.com/office/powerpoint/2010/main" val="349988126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9F4ECF61-82FE-4E20-B2C7-A1FAA5DDDD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36de66d6c4618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4CED8C46-E8A7-43AF-8F06-A50299E8F2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efbf5c378d49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25426" y="219390"/>
            <a:ext cx="4101698" cy="5618767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536064BD-21D4-4255-BCE3-E34AB7E9D9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264e85166147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0498" y="566405"/>
            <a:ext cx="3464364" cy="5271752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6240417B-36D5-42A6-A2BE-592B19EE69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ccd5cd322743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26014" y="230965"/>
            <a:ext cx="4101697" cy="534386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69C53129-DC4B-4447-92DB-77089D3DC0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1ecbc5132943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45803" y="4027991"/>
            <a:ext cx="1384165" cy="429646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E68B013A-66D3-4429-B21F-1DEA3C5A2B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0896b0be8c4beb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31613" y="4060938"/>
            <a:ext cx="616031" cy="301851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ACB7FBCD-CC3E-45E6-BC6C-19A9A6F5D6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0896b0be8c4beb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18098" y="4060938"/>
            <a:ext cx="616031" cy="301851"/>
          </a:xfrm>
          <a:prstGeom xmlns:a="http://schemas.openxmlformats.org/drawingml/2006/main" prst="rect">
            <a:avLst/>
          </a:prstGeom>
        </p:spPr>
      </p:pic>
      <p:sp>
        <p:nvSpPr>
          <p:cNvPr id="11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2DA8A96C-F9A2-4BA2-84B1-CB0F1E01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Rex tells Zoe, “I’m okay with that.”</a:t>
            </a:r>
          </a:p>
        </p:txBody>
      </p:sp>
    </p:spTree>
    <p:extLst>
      <p:ext uri="{BB962C8B-B14F-4D97-AF65-F5344CB8AC3E}">
        <p14:creationId xmlns:p14="http://schemas.microsoft.com/office/powerpoint/2010/main" val="349988126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2EF7AD61-A7B9-43CC-9B70-C0886ECDB6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e8fe240b654aa6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BF17BC0D-2ABE-404B-BA3F-9E5D744AF6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43ef23e63e4e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19748" y="0"/>
            <a:ext cx="4469350" cy="5625892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BFD12852-777F-49EF-B5D5-5843E429D7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fc163bfbc742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25411" y="212265"/>
            <a:ext cx="4101727" cy="5625892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0683874B-9F38-4E97-B745-147CA6B91E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8fe63d46304c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881285">
            <a:off x="6623832" y="2285536"/>
            <a:ext cx="1513411" cy="762942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E99456FC-79F8-4ADB-878B-8F72E88D2E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d4729a5c0b46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06380" y="318445"/>
            <a:ext cx="3034947" cy="5185176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17D588D3-E5DE-40EF-9D03-324D4171EE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4104570f9e46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02680" y="3993267"/>
            <a:ext cx="1027288" cy="41807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2EFA9318-F1EC-4D85-AAA0-FC558C7796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8fe63d46304c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881285">
            <a:off x="6756263" y="2741578"/>
            <a:ext cx="1513411" cy="762942"/>
          </a:xfrm>
          <a:prstGeom xmlns:a="http://schemas.openxmlformats.org/drawingml/2006/main" prst="rect">
            <a:avLst/>
          </a:prstGeom>
        </p:spPr>
      </p:pic>
      <p:sp>
        <p:nvSpPr>
          <p:cNvPr id="19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DD9DE746-C169-48EA-9F9D-C01A74F6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Oh no! Zoe throws 2 of Rex’s cookies!</a:t>
            </a:r>
          </a:p>
        </p:txBody>
      </p:sp>
    </p:spTree>
    <p:extLst>
      <p:ext uri="{BB962C8B-B14F-4D97-AF65-F5344CB8AC3E}">
        <p14:creationId xmlns:p14="http://schemas.microsoft.com/office/powerpoint/2010/main" val="345632798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Picture 22">
            <a:extLst xmlns:a="http://schemas.openxmlformats.org/drawingml/2006/main">
              <a:ext uri="{FF2B5EF4-FFF2-40B4-BE49-F238E27FC236}">
                <a16:creationId xmlns:a16="http://schemas.microsoft.com/office/drawing/2014/main" id="{BFC2B685-122F-4ECF-AC9D-9FCC6EE5C8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7a481291b34abf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AF1BD9C7-2439-4540-A9CD-163A282885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036ec8e3be41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0807" y="285732"/>
            <a:ext cx="4101697" cy="534386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80544A9F-3123-4ED9-A235-144AA0E84E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558091462741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22900" y="405646"/>
            <a:ext cx="4251158" cy="5363959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103131FD-239A-4386-9B61-8D4D98A48D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c2e881f1f4a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35815" y="4024500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F6728BDA-2B44-439F-A760-9B7645D663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e03b45e37748b2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85625" y="4046831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F0DDBC84-3BFF-49CC-956B-A38A5FDA1D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e03b45e37748b2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10064" y="4024499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8285D28C-D4CA-44D7-9F82-C20A7743D8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e03b45e37748b2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20859" y="3974316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9A22EAE2-0DE6-42BB-9E1E-5B20C142FA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e03b45e37748b2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09575" y="3942052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21" name="Picture 20">
            <a:extLst xmlns:a="http://schemas.openxmlformats.org/drawingml/2006/main">
              <a:ext uri="{FF2B5EF4-FFF2-40B4-BE49-F238E27FC236}">
                <a16:creationId xmlns:a16="http://schemas.microsoft.com/office/drawing/2014/main" id="{C36A7999-A7F4-4334-BC62-0D62D34041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e03b45e37748b2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89786" y="3958184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3F77D35A-E34C-42D8-AEBF-A8B7E0DDA2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e372a9ddd49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6304720" y="5050421"/>
            <a:ext cx="812666" cy="411363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C9B466AE-AC8C-4353-A839-83CEAD77F6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e372a9ddd49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5956284" y="4915409"/>
            <a:ext cx="812666" cy="411363"/>
          </a:xfrm>
          <a:prstGeom xmlns:a="http://schemas.openxmlformats.org/drawingml/2006/main" prst="rect">
            <a:avLst/>
          </a:prstGeom>
        </p:spPr>
      </p:pic>
      <p:pic>
        <p:nvPicPr>
          <p:cNvPr id="24" name="Picture 23">
            <a:extLst xmlns:a="http://schemas.openxmlformats.org/drawingml/2006/main">
              <a:ext uri="{FF2B5EF4-FFF2-40B4-BE49-F238E27FC236}">
                <a16:creationId xmlns:a16="http://schemas.microsoft.com/office/drawing/2014/main" id="{072EBF92-DA32-424B-ABC8-3E38CF0BD5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c2e881f1f4a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6849" y="4036689"/>
            <a:ext cx="1027288" cy="433137"/>
          </a:xfrm>
          <a:prstGeom xmlns:a="http://schemas.openxmlformats.org/drawingml/2006/main" prst="rect">
            <a:avLst/>
          </a:prstGeom>
        </p:spPr>
      </p:pic>
      <p:pic>
        <p:nvPicPr>
          <p:cNvPr id="32" name="Picture 31">
            <a:extLst xmlns:a="http://schemas.openxmlformats.org/drawingml/2006/main">
              <a:ext uri="{FF2B5EF4-FFF2-40B4-BE49-F238E27FC236}">
                <a16:creationId xmlns:a16="http://schemas.microsoft.com/office/drawing/2014/main" id="{7C9E9AA7-DC3A-4471-80C9-B62ABCE126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e03b45e37748b2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07796" y="3867313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33" name="Picture 32">
            <a:extLst xmlns:a="http://schemas.openxmlformats.org/drawingml/2006/main">
              <a:ext uri="{FF2B5EF4-FFF2-40B4-BE49-F238E27FC236}">
                <a16:creationId xmlns:a16="http://schemas.microsoft.com/office/drawing/2014/main" id="{0FC9705B-E446-47E7-B769-A60F86D42F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e03b45e37748b2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70103" y="3835049"/>
            <a:ext cx="457200" cy="224025"/>
          </a:xfrm>
          <a:prstGeom xmlns:a="http://schemas.openxmlformats.org/drawingml/2006/main" prst="rect">
            <a:avLst/>
          </a:prstGeom>
        </p:spPr>
      </p:pic>
      <p:sp>
        <p:nvSpPr>
          <p:cNvPr id="34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FF672A8B-3E4C-4AFE-82E6-82F0BD52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Zoe still has 8 cookies. Rex now has 0 cookies.</a:t>
            </a:r>
          </a:p>
        </p:txBody>
      </p:sp>
    </p:spTree>
    <p:extLst>
      <p:ext uri="{BB962C8B-B14F-4D97-AF65-F5344CB8AC3E}">
        <p14:creationId xmlns:p14="http://schemas.microsoft.com/office/powerpoint/2010/main" val="145169055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2026-10-16T18:05:10.0370000Z</dcterms:created>
  <dcterms:modified xsi:type="dcterms:W3CDTF">2026-10-16T18:05:10.0370000Z</dcterms:modified>
</coreProperties>
</file>