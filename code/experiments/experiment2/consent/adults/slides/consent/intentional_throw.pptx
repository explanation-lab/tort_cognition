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buNone/>
    </a:defPPr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48"/>
  </p:normalViewPr>
  <p:slideViewPr>
    <p:cSldViewPr snapToGrid="0">
      <p:cViewPr varScale="1">
        <p:scale>
          <a:sx n="112" d="100"/>
          <a:sy n="112" d="100"/>
        </p:scale>
        <p:origin x="76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07D6A-391A-733D-7146-C47BB54806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A7D1CA-5469-E7BD-4C09-06BAF3FAED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72DDB0-82DE-9823-99C0-47FDF8D9AB3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20AC514-00C7-554D-9581-DF80ECB5DFB1}" type="datetimeFigureOut">
              <a:t>10/17/26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1574E4-8799-EEFD-BB57-3C391A4F89C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C5C81D-87B1-976B-3BD1-D7E6EB1314F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43EB0DB-ACB7-FA41-B8A5-4570489582B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74EC01-05D3-E4F3-089D-52A95BC3B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E28F-65DE-C88A-14EF-B254BC9F2F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D76CAA-5EE5-80AE-EEF9-348100D10F6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20AC514-00C7-554D-9581-DF80ECB5DFB1}" type="datetimeFigureOut">
              <a:t>10/17/26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D78E11-EAA8-669C-EDA4-6F8BA7BB9F2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4CC635-806B-E9DD-9FE6-BDDD7C1EBE2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43EB0DB-ACB7-FA41-B8A5-4570489582B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B9210-A4D7-1098-C7BF-54C5BA83C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34BE45-8269-507D-BA0F-2784356F8A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5BF526-62F8-D184-327D-E83D32B38ED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20AC514-00C7-554D-9581-DF80ECB5DFB1}" type="datetimeFigureOut">
              <a:t>10/17/26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BC7690-3AE0-852E-B587-C0DB567BBBD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73FD4D-C796-C917-E4DC-24E0EB06B35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43EB0DB-ACB7-FA41-B8A5-4570489582B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EB6FD7-5D15-1E44-3008-04B16E653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5C6F39-C5AD-90B7-C110-D516F8B9D8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AB8553-EDEE-4372-67E3-3A6E7B4FA819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E66A18-D3A4-C659-5244-50882AE467B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20AC514-00C7-554D-9581-DF80ECB5DFB1}" type="datetimeFigureOut">
              <a:t>10/17/26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D2F0C9-E4AF-57D7-2209-5EE94957F17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08212C-A019-ED64-09EF-71250ECB736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43EB0DB-ACB7-FA41-B8A5-4570489582B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692DD-2F15-D842-AF8C-78B9C6F4C3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65883A-7AF3-565F-091C-3CCD34E9E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6806D8-49DD-8BDC-E96E-60E01922E6CD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38966E-BFD1-E558-73EE-5ACFA860D761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91C91A-69EF-0128-C8AB-00DAD3633105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EFBD2C9-4DEF-1298-E73A-5AC055CFBA0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20AC514-00C7-554D-9581-DF80ECB5DFB1}" type="datetimeFigureOut">
              <a:t>10/17/26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4443073-9130-1537-3BB5-8CFEB2785BC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796712-985F-4544-8CE7-0B277227106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43EB0DB-ACB7-FA41-B8A5-4570489582B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89DA46-D65E-8485-88F5-EA610B5D04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FD4CF7C-9184-9FE1-2B84-39558258B20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20AC514-00C7-554D-9581-DF80ECB5DFB1}" type="datetimeFigureOut">
              <a:t>10/17/26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D5862E-9C90-AB28-CE5E-8C651700591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C13E09-6A4F-3BA2-212C-3998EAB2521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43EB0DB-ACB7-FA41-B8A5-4570489582B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21EB7E-1816-7253-EA1D-096D206A2EE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20AC514-00C7-554D-9581-DF80ECB5DFB1}" type="datetimeFigureOut">
              <a:t>10/17/26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55B6FDC-8E39-A90F-8FE6-832324C6B0A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399052-1967-BEA6-AC21-A6D0A7F7192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43EB0DB-ACB7-FA41-B8A5-4570489582B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317794-777D-2727-8E9A-812928710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ECC44F-7641-96A6-09C6-E167EAB146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59236E-8D54-FA9D-F6B7-43FB8B3A2531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2E469E-AA93-D6F4-AE71-1CE1D2A76A5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20AC514-00C7-554D-9581-DF80ECB5DFB1}" type="datetimeFigureOut">
              <a:t>10/17/26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7518F9-C15E-995F-9276-FAAA150CEB1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B78669-4272-2528-7735-5E66C2CA4A8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43EB0DB-ACB7-FA41-B8A5-4570489582B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920BB9-1F0B-5D91-DEE5-3AB3AB2C6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5F202C-4DE6-2A56-79A0-3995A98C0BF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CBE42D-57A2-178B-571F-FDD5DFE30FFA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9D7C4A-F25F-CB4F-08A9-237693E00FA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20AC514-00C7-554D-9581-DF80ECB5DFB1}" type="datetimeFigureOut">
              <a:t>10/17/26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538DA9-A8E3-4F6D-A2EA-E2D4FD782FE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D7CE0A-9EE5-174C-0798-E3051FE59B1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43EB0DB-ACB7-FA41-B8A5-4570489582B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CBC7C-A513-D815-1327-72B466B17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2C8DC6-C8BB-77EC-707D-BD7B96D16C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71B05C-043B-322F-4430-DE3DDA8E081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20AC514-00C7-554D-9581-DF80ECB5DFB1}" type="datetimeFigureOut">
              <a:t>10/17/26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FFF545-24DE-8FE6-0F13-64A96AB1B3A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D3BD96-2A70-E31A-0591-EB2CFD9095E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43EB0DB-ACB7-FA41-B8A5-4570489582B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100537D-D588-6A23-344C-773BB1AD7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C658D6-BAB6-21CB-B935-3306F3170C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30C506-33D5-E35A-7458-7C89DD20C9F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20AC514-00C7-554D-9581-DF80ECB5DFB1}" type="datetimeFigureOut">
              <a:t>10/17/26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85B2ED-5ABB-0BF7-4F44-551AEE20343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58313E-0EBE-6C0B-26DC-F87C53FAF0C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43EB0DB-ACB7-FA41-B8A5-4570489582B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3020A56-B924-6961-72F2-AA95B8266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8753A0-6380-B53E-80B2-FDA7E58662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5D4E82-71AE-D17B-9CC4-1EC433C9396A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0AC514-00C7-554D-9581-DF80ECB5DFB1}" type="datetimeFigureOut">
              <a:t>10/17/26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708FC3-E754-39AF-DDD5-5D2216B73E4C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D2B122-0432-25F7-9FF7-01D9C59D7879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43EB0DB-ACB7-FA41-B8A5-4570489582B2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1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000BD8F-6E7D-4DB6-AE9A-3EB3B33A398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A8D7BD9-74B5-40B6-8DD4-169175C53C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81692" y="647236"/>
            <a:ext cx="4251158" cy="5363959"/>
          </a:xfrm>
          <a:prstGeom prst="rect">
            <a:avLst/>
          </a:prstGeom>
        </p:spPr>
      </p:pic>
      <p:sp>
        <p:nvSpPr>
          <p:cNvPr id="5" name="Study story caption">
            <a:extLst>
              <a:ext uri="{FF2B5EF4-FFF2-40B4-BE49-F238E27FC236}">
                <a16:creationId xmlns:a16="http://schemas.microsoft.com/office/drawing/2014/main" id="{432E87CC-64D4-4EBE-8289-9D26B8E86A1F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This is Zoe.</a:t>
            </a:r>
          </a:p>
        </p:txBody>
      </p:sp>
    </p:spTree>
    <p:extLst>
      <p:ext uri="{BB962C8B-B14F-4D97-AF65-F5344CB8AC3E}">
        <p14:creationId xmlns:p14="http://schemas.microsoft.com/office/powerpoint/2010/main" val="31102329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DB56A4E6-2124-41A8-9CCB-7DA7BBAEB23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F3135A8-CF8D-426A-A500-B4D38A14D6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81692" y="647236"/>
            <a:ext cx="4251158" cy="536395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6E50EEA-7CD6-4365-BA72-813D4AEDE4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4607" y="4266090"/>
            <a:ext cx="1027288" cy="3188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B3ED74A-3169-4E6D-8EE7-70A585DE6AB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4444417" y="4288421"/>
            <a:ext cx="457200" cy="2240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2A82C15-5E9F-45B2-B6EE-7789CB20E18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4768856" y="4266089"/>
            <a:ext cx="457200" cy="22402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4E80F88-9014-4B24-9CA4-43D05E29FD3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4579651" y="4215906"/>
            <a:ext cx="457200" cy="2240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646C53B-93AC-4506-BE38-710D472EFB8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4768367" y="4183642"/>
            <a:ext cx="457200" cy="22402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3610EFE-CAF2-4A65-9C6D-B292278FA74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4348578" y="4199774"/>
            <a:ext cx="457200" cy="22402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14DAAC4-B96D-47E0-A6C3-57EEE7C777D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4465948" y="4120919"/>
            <a:ext cx="457200" cy="22402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D422979-359C-4AFC-81BB-31ED4B48548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4630676" y="4087761"/>
            <a:ext cx="457200" cy="224025"/>
          </a:xfrm>
          <a:prstGeom prst="rect">
            <a:avLst/>
          </a:prstGeom>
        </p:spPr>
      </p:pic>
      <p:sp>
        <p:nvSpPr>
          <p:cNvPr id="14" name="Study story caption">
            <a:extLst>
              <a:ext uri="{FF2B5EF4-FFF2-40B4-BE49-F238E27FC236}">
                <a16:creationId xmlns:a16="http://schemas.microsoft.com/office/drawing/2014/main" id="{57921D45-8EF5-4746-A4B2-3BE762B6DE77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Zoe has 8 cookies.</a:t>
            </a:r>
          </a:p>
        </p:txBody>
      </p:sp>
    </p:spTree>
    <p:extLst>
      <p:ext uri="{BB962C8B-B14F-4D97-AF65-F5344CB8AC3E}">
        <p14:creationId xmlns:p14="http://schemas.microsoft.com/office/powerpoint/2010/main" val="19128438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512B975-F1C3-4FA2-896E-EA1D4A7A5A7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1A69E90-FF80-48EA-9849-D2417C7A68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6422" y="392428"/>
            <a:ext cx="4101698" cy="561876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17787CA-170A-4A4E-B0E9-34FC85BED0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56423" y="391382"/>
            <a:ext cx="4101697" cy="5343860"/>
          </a:xfrm>
          <a:prstGeom prst="rect">
            <a:avLst/>
          </a:prstGeom>
        </p:spPr>
      </p:pic>
      <p:sp>
        <p:nvSpPr>
          <p:cNvPr id="6" name="Study story caption">
            <a:extLst>
              <a:ext uri="{FF2B5EF4-FFF2-40B4-BE49-F238E27FC236}">
                <a16:creationId xmlns:a16="http://schemas.microsoft.com/office/drawing/2014/main" id="{6AA1A1D3-6766-41C2-9991-D15A42D827B9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This is Rex.</a:t>
            </a:r>
          </a:p>
        </p:txBody>
      </p:sp>
    </p:spTree>
    <p:extLst>
      <p:ext uri="{BB962C8B-B14F-4D97-AF65-F5344CB8AC3E}">
        <p14:creationId xmlns:p14="http://schemas.microsoft.com/office/powerpoint/2010/main" val="4288959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9CD410F-0F70-4C03-AA3D-48CF8E02E42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D4155DA-8392-4A20-A0C6-F22F67DEAC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6423" y="391382"/>
            <a:ext cx="4101697" cy="534386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0E5A454-03FA-476D-B2B3-FF33381C68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56422" y="4192158"/>
            <a:ext cx="1265473" cy="39280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8951CAB-4452-4D9C-BC1E-0660EF9F8B3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4245816" y="4236479"/>
            <a:ext cx="563206" cy="27596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B34E870-C2F3-4644-A479-CAD658ADEB7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4662850" y="4214147"/>
            <a:ext cx="563206" cy="275967"/>
          </a:xfrm>
          <a:prstGeom prst="rect">
            <a:avLst/>
          </a:prstGeom>
        </p:spPr>
      </p:pic>
      <p:sp>
        <p:nvSpPr>
          <p:cNvPr id="11" name="Study story caption">
            <a:extLst>
              <a:ext uri="{FF2B5EF4-FFF2-40B4-BE49-F238E27FC236}">
                <a16:creationId xmlns:a16="http://schemas.microsoft.com/office/drawing/2014/main" id="{B2010802-5017-42D2-B32A-8A46CB436667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Rex has 2 cookies.</a:t>
            </a:r>
          </a:p>
        </p:txBody>
      </p:sp>
    </p:spTree>
    <p:extLst>
      <p:ext uri="{BB962C8B-B14F-4D97-AF65-F5344CB8AC3E}">
        <p14:creationId xmlns:p14="http://schemas.microsoft.com/office/powerpoint/2010/main" val="8140901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4ECF61-82FE-4E20-B2C7-A1FAA5DDDDB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CED8C46-E8A7-43AF-8F06-A50299E8F2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5426" y="219390"/>
            <a:ext cx="4101698" cy="56187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36064BD-21D4-4255-BCE3-E34AB7E9D9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0498" y="566405"/>
            <a:ext cx="3464364" cy="527175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240417B-36D5-42A6-A2BE-592B19EE69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26014" y="230965"/>
            <a:ext cx="4101697" cy="534386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9C53129-DC4B-4447-92DB-77089D3DC0A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45803" y="4027991"/>
            <a:ext cx="1384165" cy="42964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68B013A-66D3-4429-B21F-1DEA3C5A2BA8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31309" t="37775" r="29949" b="24568"/>
          <a:stretch>
            <a:fillRect/>
          </a:stretch>
        </p:blipFill>
        <p:spPr>
          <a:xfrm>
            <a:off x="7931613" y="4060938"/>
            <a:ext cx="616031" cy="30185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CB7FBCD-CC3E-45E6-BC6C-19A9A6F5D63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31309" t="37775" r="29949" b="24568"/>
          <a:stretch>
            <a:fillRect/>
          </a:stretch>
        </p:blipFill>
        <p:spPr>
          <a:xfrm>
            <a:off x="8418098" y="4060938"/>
            <a:ext cx="616031" cy="301851"/>
          </a:xfrm>
          <a:prstGeom prst="rect">
            <a:avLst/>
          </a:prstGeom>
        </p:spPr>
      </p:pic>
      <p:sp>
        <p:nvSpPr>
          <p:cNvPr id="11" name="Study story caption">
            <a:extLst>
              <a:ext uri="{FF2B5EF4-FFF2-40B4-BE49-F238E27FC236}">
                <a16:creationId xmlns:a16="http://schemas.microsoft.com/office/drawing/2014/main" id="{2DA8A96C-F9A2-4BA2-84B1-CB0F1E01DE01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Zoe wants Rex to have fewer cookies.</a:t>
            </a:r>
          </a:p>
        </p:txBody>
      </p:sp>
    </p:spTree>
    <p:extLst>
      <p:ext uri="{BB962C8B-B14F-4D97-AF65-F5344CB8AC3E}">
        <p14:creationId xmlns:p14="http://schemas.microsoft.com/office/powerpoint/2010/main" val="34998812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4ECF61-82FE-4E20-B2C7-A1FAA5DDDDB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CED8C46-E8A7-43AF-8F06-A50299E8F2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5426" y="219390"/>
            <a:ext cx="4101698" cy="56187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36064BD-21D4-4255-BCE3-E34AB7E9D9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0498" y="566405"/>
            <a:ext cx="3464364" cy="527175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240417B-36D5-42A6-A2BE-592B19EE69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26014" y="230965"/>
            <a:ext cx="4101697" cy="534386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9C53129-DC4B-4447-92DB-77089D3DC0A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45803" y="4027991"/>
            <a:ext cx="1384165" cy="42964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68B013A-66D3-4429-B21F-1DEA3C5A2BA8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31309" t="37775" r="29949" b="24568"/>
          <a:stretch>
            <a:fillRect/>
          </a:stretch>
        </p:blipFill>
        <p:spPr>
          <a:xfrm>
            <a:off x="7931613" y="4060938"/>
            <a:ext cx="616031" cy="30185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CB7FBCD-CC3E-45E6-BC6C-19A9A6F5D63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31309" t="37775" r="29949" b="24568"/>
          <a:stretch>
            <a:fillRect/>
          </a:stretch>
        </p:blipFill>
        <p:spPr>
          <a:xfrm>
            <a:off x="8418098" y="4060938"/>
            <a:ext cx="616031" cy="301851"/>
          </a:xfrm>
          <a:prstGeom prst="rect">
            <a:avLst/>
          </a:prstGeom>
        </p:spPr>
      </p:pic>
      <p:sp>
        <p:nvSpPr>
          <p:cNvPr id="11" name="Study story caption">
            <a:extLst>
              <a:ext uri="{FF2B5EF4-FFF2-40B4-BE49-F238E27FC236}">
                <a16:creationId xmlns:a16="http://schemas.microsoft.com/office/drawing/2014/main" id="{2DA8A96C-F9A2-4BA2-84B1-CB0F1E01DE01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0" rIns="152400" bIns="0" anchor="ctr">
            <a:noAutofit/>
          </a:bodyPr>
          <a:lstStyle>
            <a:defPPr algn="ctr">
              <a:defRPr sz="27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27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Rex tells Zoe, “I know you’re going to throw my cookies.”</a:t>
            </a:r>
          </a:p>
        </p:txBody>
      </p:sp>
    </p:spTree>
    <p:extLst>
      <p:ext uri="{BB962C8B-B14F-4D97-AF65-F5344CB8AC3E}">
        <p14:creationId xmlns:p14="http://schemas.microsoft.com/office/powerpoint/2010/main" val="34998812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4ECF61-82FE-4E20-B2C7-A1FAA5DDDDB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CED8C46-E8A7-43AF-8F06-A50299E8F2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5426" y="219390"/>
            <a:ext cx="4101698" cy="56187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36064BD-21D4-4255-BCE3-E34AB7E9D9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0498" y="566405"/>
            <a:ext cx="3464364" cy="527175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240417B-36D5-42A6-A2BE-592B19EE69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26014" y="230965"/>
            <a:ext cx="4101697" cy="534386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9C53129-DC4B-4447-92DB-77089D3DC0A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45803" y="4027991"/>
            <a:ext cx="1384165" cy="42964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68B013A-66D3-4429-B21F-1DEA3C5A2BA8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31309" t="37775" r="29949" b="24568"/>
          <a:stretch>
            <a:fillRect/>
          </a:stretch>
        </p:blipFill>
        <p:spPr>
          <a:xfrm>
            <a:off x="7931613" y="4060938"/>
            <a:ext cx="616031" cy="30185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CB7FBCD-CC3E-45E6-BC6C-19A9A6F5D63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31309" t="37775" r="29949" b="24568"/>
          <a:stretch>
            <a:fillRect/>
          </a:stretch>
        </p:blipFill>
        <p:spPr>
          <a:xfrm>
            <a:off x="8418098" y="4060938"/>
            <a:ext cx="616031" cy="301851"/>
          </a:xfrm>
          <a:prstGeom prst="rect">
            <a:avLst/>
          </a:prstGeom>
        </p:spPr>
      </p:pic>
      <p:sp>
        <p:nvSpPr>
          <p:cNvPr id="11" name="Study story caption">
            <a:extLst>
              <a:ext uri="{FF2B5EF4-FFF2-40B4-BE49-F238E27FC236}">
                <a16:creationId xmlns:a16="http://schemas.microsoft.com/office/drawing/2014/main" id="{2DA8A96C-F9A2-4BA2-84B1-CB0F1E01DE01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Rex tells Zoe, “I’m okay with that.”</a:t>
            </a:r>
          </a:p>
        </p:txBody>
      </p:sp>
    </p:spTree>
    <p:extLst>
      <p:ext uri="{BB962C8B-B14F-4D97-AF65-F5344CB8AC3E}">
        <p14:creationId xmlns:p14="http://schemas.microsoft.com/office/powerpoint/2010/main" val="34998812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2EF7AD61-A7B9-43CC-9B70-C0886ECDB69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F17BC0D-2ABE-404B-BA3F-9E5D744AF6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9748" y="0"/>
            <a:ext cx="4469350" cy="562589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FD12852-777F-49EF-B5D5-5843E429D7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5411" y="212265"/>
            <a:ext cx="4101727" cy="562589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683874B-9F38-4E97-B745-147CA6B91E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881285">
            <a:off x="6623832" y="2285536"/>
            <a:ext cx="1513411" cy="76294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99456FC-79F8-4ADB-878B-8F72E88D2E5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06380" y="318445"/>
            <a:ext cx="3034947" cy="518517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7D588D3-E5DE-40EF-9D03-324D4171EE5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02680" y="3993267"/>
            <a:ext cx="1027288" cy="41807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EFA9318-F1EC-4D85-AAA0-FC558C7796F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881285">
            <a:off x="6756263" y="2741578"/>
            <a:ext cx="1513411" cy="762942"/>
          </a:xfrm>
          <a:prstGeom prst="rect">
            <a:avLst/>
          </a:prstGeom>
        </p:spPr>
      </p:pic>
      <p:sp>
        <p:nvSpPr>
          <p:cNvPr id="19" name="Study story caption">
            <a:extLst>
              <a:ext uri="{FF2B5EF4-FFF2-40B4-BE49-F238E27FC236}">
                <a16:creationId xmlns:a16="http://schemas.microsoft.com/office/drawing/2014/main" id="{DD9DE746-C169-48EA-9F9D-C01A74F6D054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Oh no! Zoe throws 2 of Rex’s cookies!</a:t>
            </a:r>
          </a:p>
        </p:txBody>
      </p:sp>
    </p:spTree>
    <p:extLst>
      <p:ext uri="{BB962C8B-B14F-4D97-AF65-F5344CB8AC3E}">
        <p14:creationId xmlns:p14="http://schemas.microsoft.com/office/powerpoint/2010/main" val="34563279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BFC2B685-122F-4ECF-AC9D-9FCC6EE5C8D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F1BD9C7-2439-4540-A9CD-163A282885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0807" y="285732"/>
            <a:ext cx="4101697" cy="534386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0544A9F-3123-4ED9-A235-144AA0E84E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22900" y="405646"/>
            <a:ext cx="4251158" cy="536395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03131FD-239A-4386-9B61-8D4D98A48DC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35815" y="4024500"/>
            <a:ext cx="1027288" cy="31887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6728BDA-2B44-439F-A760-9B7645D663C9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1309" t="37775" r="29949" b="24568"/>
          <a:stretch>
            <a:fillRect/>
          </a:stretch>
        </p:blipFill>
        <p:spPr>
          <a:xfrm>
            <a:off x="2185625" y="4046831"/>
            <a:ext cx="457200" cy="22402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0DDBC84-3BFF-49CC-956B-A38A5FDA1D3D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1309" t="37775" r="29949" b="24568"/>
          <a:stretch>
            <a:fillRect/>
          </a:stretch>
        </p:blipFill>
        <p:spPr>
          <a:xfrm>
            <a:off x="2510064" y="4024499"/>
            <a:ext cx="457200" cy="2240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285D28C-D4CA-44D7-9F82-C20A7743D85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1309" t="37775" r="29949" b="24568"/>
          <a:stretch>
            <a:fillRect/>
          </a:stretch>
        </p:blipFill>
        <p:spPr>
          <a:xfrm>
            <a:off x="2320859" y="3974316"/>
            <a:ext cx="457200" cy="22402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A22EAE2-0DE6-42BB-9E1E-5B20C142FAA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1309" t="37775" r="29949" b="24568"/>
          <a:stretch>
            <a:fillRect/>
          </a:stretch>
        </p:blipFill>
        <p:spPr>
          <a:xfrm>
            <a:off x="2509575" y="3942052"/>
            <a:ext cx="457200" cy="22402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C36A7999-A7F4-4334-BC62-0D62D34041BC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1309" t="37775" r="29949" b="24568"/>
          <a:stretch>
            <a:fillRect/>
          </a:stretch>
        </p:blipFill>
        <p:spPr>
          <a:xfrm>
            <a:off x="2089786" y="3958184"/>
            <a:ext cx="457200" cy="2240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F77D35A-E34C-42D8-AEBF-A8B7E0DDA29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flipH="1">
            <a:off x="6304720" y="5050421"/>
            <a:ext cx="812666" cy="41136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9B466AE-AC8C-4353-A839-83CEAD77F6F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flipH="1">
            <a:off x="5956284" y="4915409"/>
            <a:ext cx="812666" cy="411363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72EBF92-DA32-424B-ABC8-3E38CF0BD5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26849" y="4036689"/>
            <a:ext cx="1027288" cy="433137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7C9E9AA7-DC3A-4471-80C9-B62ABCE12692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1309" t="37775" r="29949" b="24568"/>
          <a:stretch>
            <a:fillRect/>
          </a:stretch>
        </p:blipFill>
        <p:spPr>
          <a:xfrm>
            <a:off x="2207796" y="3867313"/>
            <a:ext cx="457200" cy="224025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0FC9705B-E446-47E7-B769-A60F86D42F5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1309" t="37775" r="29949" b="24568"/>
          <a:stretch>
            <a:fillRect/>
          </a:stretch>
        </p:blipFill>
        <p:spPr>
          <a:xfrm>
            <a:off x="2370103" y="3835049"/>
            <a:ext cx="457200" cy="224025"/>
          </a:xfrm>
          <a:prstGeom prst="rect">
            <a:avLst/>
          </a:prstGeom>
        </p:spPr>
      </p:pic>
      <p:sp>
        <p:nvSpPr>
          <p:cNvPr id="34" name="Study story caption">
            <a:extLst>
              <a:ext uri="{FF2B5EF4-FFF2-40B4-BE49-F238E27FC236}">
                <a16:creationId xmlns:a16="http://schemas.microsoft.com/office/drawing/2014/main" id="{FF672A8B-3E4C-4AFE-82E6-82F0BD525C6B}"/>
              </a:ext>
            </a:extLst>
          </p:cNvPr>
          <p:cNvSpPr>
            <a:spLocks noGrp="1"/>
          </p:cNvSpPr>
          <p:nvPr/>
        </p:nvSpPr>
        <p:spPr>
          <a:xfrm>
            <a:off x="762000" y="5753100"/>
            <a:ext cx="10668000" cy="914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wrap="square" lIns="152400" tIns="76200" rIns="152400" bIns="76200" anchor="ctr">
            <a:noAutofit/>
          </a:bodyPr>
          <a:lstStyle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Zoe still has 8 cookies. Rex now has 0 cookies.</a:t>
            </a:r>
          </a:p>
        </p:txBody>
      </p:sp>
    </p:spTree>
    <p:extLst>
      <p:ext uri="{BB962C8B-B14F-4D97-AF65-F5344CB8AC3E}">
        <p14:creationId xmlns:p14="http://schemas.microsoft.com/office/powerpoint/2010/main" val="14516905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72</Words>
  <Application>Microsoft Macintosh PowerPoint</Application>
  <DocSecurity>0</DocSecurity>
  <PresentationFormat>Widescreen</PresentationFormat>
  <Paragraphs>9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David Rose</cp:lastModifiedBy>
  <cp:revision>1</cp:revision>
  <dcterms:created xsi:type="dcterms:W3CDTF">2026-10-16T18:05:10Z</dcterms:created>
  <dcterms:modified xsi:type="dcterms:W3CDTF">2026-10-17T12:50:28Z</dcterms:modified>
</cp:coreProperties>
</file>