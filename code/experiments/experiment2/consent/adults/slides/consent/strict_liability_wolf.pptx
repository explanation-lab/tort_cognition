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48"/>
  </p:normalViewPr>
  <p:slideViewPr>
    <p:cSldViewPr snapToGrid="0">
      <p:cViewPr varScale="1">
        <p:scale>
          <a:sx n="112" d="100"/>
          <a:sy n="112" d="100"/>
        </p:scale>
        <p:origin x="76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EBA73AB-51F9-4D5B-A5FA-8C283132A8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7B0DAE0-2529-4CD4-B302-EAA4F90405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0128C8F1-94B5-4D12-830C-482A87378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D121DF7-35B3-4FEA-8B00-6857F2EC60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28D6B1F7-339D-4876-9216-E1FC90A0C7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08B3489-A2AC-4A9F-8F6A-9E0D5B5D5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14D2DAF-785D-4C84-A82A-A8EB6A96D9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646CBEA3-1659-4CF5-8391-9D7F5CBB0C7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0AA6D56-01C2-44CD-B79B-1FAA87843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A033B53-A84D-4DFE-A30E-356949DC5F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9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A7B7ECD-B47E-45CC-81FB-89E2562D7DC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846485F-7F88-4578-A727-B0277262AD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667250" y="1125476"/>
            <a:ext cx="2667000" cy="4035548"/>
          </a:xfrm>
          <a:prstGeom prst="rect">
            <a:avLst/>
          </a:prstGeom>
        </p:spPr>
      </p:pic>
      <p:sp>
        <p:nvSpPr>
          <p:cNvPr id="5" name="Study story caption">
            <a:extLst>
              <a:ext uri="{FF2B5EF4-FFF2-40B4-BE49-F238E27FC236}">
                <a16:creationId xmlns:a16="http://schemas.microsoft.com/office/drawing/2014/main" id="{4B875F00-5315-461D-AA15-1846BCB232DA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Catherine.</a:t>
            </a:r>
          </a:p>
        </p:txBody>
      </p:sp>
    </p:spTree>
    <p:extLst>
      <p:ext uri="{BB962C8B-B14F-4D97-AF65-F5344CB8AC3E}">
        <p14:creationId xmlns:p14="http://schemas.microsoft.com/office/powerpoint/2010/main" val="17439096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C7682278-7A58-4C3F-9AB9-062B8E9230B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DB2D7BD-A0C5-47F3-BCE5-EFDBB02F85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667250" y="1125476"/>
            <a:ext cx="2667000" cy="403554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75426B8-D38E-4B63-BEE6-97F9A537BC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7904" y="3907051"/>
            <a:ext cx="1027288" cy="3188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13697F1-69C2-491A-9611-FDF1B3A85D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1913" y="3728787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B069AC6-8E02-4D75-AAF0-F667E3BCB2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0327" y="3644597"/>
            <a:ext cx="1053833" cy="53125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B31C65B-3187-46CB-8624-8E61CBD619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7374" y="3641422"/>
            <a:ext cx="1053833" cy="53125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74ED68B-26CB-4D2F-9E17-1E012937C3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1359" y="3571655"/>
            <a:ext cx="1053833" cy="53125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674F7E0-BC7B-445C-8CE6-BBB5934178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4910" y="3724055"/>
            <a:ext cx="1053833" cy="53125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9DC4512-C396-4576-B738-ABA4A65835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7350" y="3529681"/>
            <a:ext cx="1053833" cy="53125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C52B617-4627-4B57-9346-44977DE379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6929" y="3552290"/>
            <a:ext cx="1053833" cy="531259"/>
          </a:xfrm>
          <a:prstGeom prst="rect">
            <a:avLst/>
          </a:prstGeom>
        </p:spPr>
      </p:pic>
      <p:sp>
        <p:nvSpPr>
          <p:cNvPr id="21" name="Study story caption">
            <a:extLst>
              <a:ext uri="{FF2B5EF4-FFF2-40B4-BE49-F238E27FC236}">
                <a16:creationId xmlns:a16="http://schemas.microsoft.com/office/drawing/2014/main" id="{BA8F1081-1A7E-4D7C-93AC-CF7AE9D39466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Catherine has 8 cookies.</a:t>
            </a:r>
          </a:p>
        </p:txBody>
      </p:sp>
    </p:spTree>
    <p:extLst>
      <p:ext uri="{BB962C8B-B14F-4D97-AF65-F5344CB8AC3E}">
        <p14:creationId xmlns:p14="http://schemas.microsoft.com/office/powerpoint/2010/main" val="229791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B0CD520-F496-4F96-A0FA-87A210B2118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C9B1461-5972-4E68-8C02-F7E17D24B4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441536" y="3190875"/>
            <a:ext cx="2166428" cy="21907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5280790-09FB-479A-99C1-60C2F31F8B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4667250" y="1125476"/>
            <a:ext cx="2667000" cy="403554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58E1861-6F84-408E-85B5-2CAD06EDD4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7904" y="3907051"/>
            <a:ext cx="1027288" cy="31887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2AB560B-537B-4123-BEDA-D3198C6288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1913" y="3728787"/>
            <a:ext cx="1053833" cy="53125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8A99F38-DC17-458C-8EB1-DF2CB829A2B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20327" y="3644597"/>
            <a:ext cx="1053833" cy="53125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7575749-5C19-4A90-891D-F34EF0F5D71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7374" y="3641422"/>
            <a:ext cx="1053833" cy="53125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32F04C3-F35A-4390-BF83-45EA729998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1359" y="3571655"/>
            <a:ext cx="1053833" cy="53125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19F03EB-C331-44D8-AD7F-D1B4043115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4910" y="3724055"/>
            <a:ext cx="1053833" cy="53125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E9D5012-A346-4137-BB2C-CE1DB1AC59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7350" y="3529681"/>
            <a:ext cx="1053833" cy="53125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CF06515-6E2D-48D3-B862-74848535035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16929" y="3552290"/>
            <a:ext cx="1053833" cy="531259"/>
          </a:xfrm>
          <a:prstGeom prst="rect">
            <a:avLst/>
          </a:prstGeom>
        </p:spPr>
      </p:pic>
      <p:sp>
        <p:nvSpPr>
          <p:cNvPr id="23" name="Study story caption">
            <a:extLst>
              <a:ext uri="{FF2B5EF4-FFF2-40B4-BE49-F238E27FC236}">
                <a16:creationId xmlns:a16="http://schemas.microsoft.com/office/drawing/2014/main" id="{3FF8678A-8CD7-4584-AC35-F4C61532C59C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Catherine has a pet wolf.</a:t>
            </a:r>
          </a:p>
        </p:txBody>
      </p:sp>
    </p:spTree>
    <p:extLst>
      <p:ext uri="{BB962C8B-B14F-4D97-AF65-F5344CB8AC3E}">
        <p14:creationId xmlns:p14="http://schemas.microsoft.com/office/powerpoint/2010/main" val="1117389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48EDCA-746E-4ED3-807B-EDCEF12375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FF424E2-4B16-4283-BE7F-9D39439B52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05810" y="1000125"/>
            <a:ext cx="2589879" cy="4286250"/>
          </a:xfrm>
          <a:prstGeom prst="rect">
            <a:avLst/>
          </a:prstGeom>
        </p:spPr>
      </p:pic>
      <p:sp>
        <p:nvSpPr>
          <p:cNvPr id="5" name="Study story caption">
            <a:extLst>
              <a:ext uri="{FF2B5EF4-FFF2-40B4-BE49-F238E27FC236}">
                <a16:creationId xmlns:a16="http://schemas.microsoft.com/office/drawing/2014/main" id="{66D0980A-4809-45BD-BAD9-827006C9BC99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Andy.</a:t>
            </a:r>
          </a:p>
        </p:txBody>
      </p:sp>
    </p:spTree>
    <p:extLst>
      <p:ext uri="{BB962C8B-B14F-4D97-AF65-F5344CB8AC3E}">
        <p14:creationId xmlns:p14="http://schemas.microsoft.com/office/powerpoint/2010/main" val="21380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8659D1E-85A3-4BDC-82D5-CEF76A2B7C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5333BCE-172B-4E9A-A2C6-4C8E47DED9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05810" y="1000125"/>
            <a:ext cx="2589879" cy="42862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1D16371-697B-4311-8C24-C7C55C33F3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5315" y="3683161"/>
            <a:ext cx="1276132" cy="3961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3C6198E-69EF-449D-AD53-147C5A1EB6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9324" y="3450274"/>
            <a:ext cx="1309107" cy="6599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AC94965-DDBB-4736-A477-C17EF280BC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5149" y="3458848"/>
            <a:ext cx="1309107" cy="659948"/>
          </a:xfrm>
          <a:prstGeom prst="rect">
            <a:avLst/>
          </a:prstGeom>
        </p:spPr>
      </p:pic>
      <p:sp>
        <p:nvSpPr>
          <p:cNvPr id="11" name="Study story caption">
            <a:extLst>
              <a:ext uri="{FF2B5EF4-FFF2-40B4-BE49-F238E27FC236}">
                <a16:creationId xmlns:a16="http://schemas.microsoft.com/office/drawing/2014/main" id="{16C9B2BA-400D-43D6-84A9-1141AADBC0B6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Andy has 2 cookies.</a:t>
            </a:r>
          </a:p>
        </p:txBody>
      </p:sp>
    </p:spTree>
    <p:extLst>
      <p:ext uri="{BB962C8B-B14F-4D97-AF65-F5344CB8AC3E}">
        <p14:creationId xmlns:p14="http://schemas.microsoft.com/office/powerpoint/2010/main" val="10866554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FCFE200-F064-4202-A116-AA70D966E5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F62B0FF-892C-417C-BE58-BB430EE9BE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77305" y="2809875"/>
            <a:ext cx="2637390" cy="2667000"/>
          </a:xfrm>
          <a:prstGeom prst="rect">
            <a:avLst/>
          </a:prstGeom>
        </p:spPr>
      </p:pic>
      <p:sp>
        <p:nvSpPr>
          <p:cNvPr id="5" name="Study story caption">
            <a:extLst>
              <a:ext uri="{FF2B5EF4-FFF2-40B4-BE49-F238E27FC236}">
                <a16:creationId xmlns:a16="http://schemas.microsoft.com/office/drawing/2014/main" id="{312D3163-825E-4A76-92A3-86C6F2EF174B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Catherine puts her wolf inside the garage.</a:t>
            </a:r>
          </a:p>
        </p:txBody>
      </p:sp>
    </p:spTree>
    <p:extLst>
      <p:ext uri="{BB962C8B-B14F-4D97-AF65-F5344CB8AC3E}">
        <p14:creationId xmlns:p14="http://schemas.microsoft.com/office/powerpoint/2010/main" val="9360012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B465325-684D-47CE-AE32-7E91946CB2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95D8D8E-2EC3-412F-ABCC-A532E680CB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81550" y="2047137"/>
            <a:ext cx="1097280" cy="16588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C3AF22E-524F-451C-9B03-56377AD005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8957770" y="1000125"/>
            <a:ext cx="2589879" cy="42862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74E8DA1-7D6C-41C7-A0F6-7CE6981D1A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27275" y="3683161"/>
            <a:ext cx="1276132" cy="39611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6752EBA-6948-48F8-8D60-CF4D24AE796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1284" y="3450274"/>
            <a:ext cx="1309107" cy="6599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A0046FF-3148-4414-A567-1EC9D13EA1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97109" y="3458848"/>
            <a:ext cx="1309107" cy="659948"/>
          </a:xfrm>
          <a:prstGeom prst="rect">
            <a:avLst/>
          </a:prstGeom>
        </p:spPr>
      </p:pic>
      <p:sp>
        <p:nvSpPr>
          <p:cNvPr id="13" name="Study story caption">
            <a:extLst>
              <a:ext uri="{FF2B5EF4-FFF2-40B4-BE49-F238E27FC236}">
                <a16:creationId xmlns:a16="http://schemas.microsoft.com/office/drawing/2014/main" id="{022D5D06-26B9-4935-81BC-41935A7312E4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Catherine locks the door and checks the lock.</a:t>
            </a:r>
          </a:p>
        </p:txBody>
      </p:sp>
    </p:spTree>
    <p:extLst>
      <p:ext uri="{BB962C8B-B14F-4D97-AF65-F5344CB8AC3E}">
        <p14:creationId xmlns:p14="http://schemas.microsoft.com/office/powerpoint/2010/main" val="19130311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B465325-684D-47CE-AE32-7E91946CB2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95D8D8E-2EC3-412F-ABCC-A532E680CB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81550" y="2047137"/>
            <a:ext cx="1097280" cy="16588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C3AF22E-524F-451C-9B03-56377AD005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8957770" y="1000125"/>
            <a:ext cx="2589879" cy="42862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74E8DA1-7D6C-41C7-A0F6-7CE6981D1A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27275" y="3683161"/>
            <a:ext cx="1276132" cy="39611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6752EBA-6948-48F8-8D60-CF4D24AE796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1284" y="3450274"/>
            <a:ext cx="1309107" cy="6599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A0046FF-3148-4414-A567-1EC9D13EA1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97109" y="3458848"/>
            <a:ext cx="1309107" cy="659948"/>
          </a:xfrm>
          <a:prstGeom prst="rect">
            <a:avLst/>
          </a:prstGeom>
        </p:spPr>
      </p:pic>
      <p:sp>
        <p:nvSpPr>
          <p:cNvPr id="13" name="Study story caption">
            <a:extLst>
              <a:ext uri="{FF2B5EF4-FFF2-40B4-BE49-F238E27FC236}">
                <a16:creationId xmlns:a16="http://schemas.microsoft.com/office/drawing/2014/main" id="{022D5D06-26B9-4935-81BC-41935A7312E4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0" rIns="152400" bIns="0" anchor="ctr">
            <a:noAutofit/>
          </a:bodyPr>
          <a:lstStyle>
            <a:defPPr algn="ctr"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Andy tells Catherine, “I know your wolf could escape from the garage and eat my cookies.”</a:t>
            </a:r>
          </a:p>
        </p:txBody>
      </p:sp>
    </p:spTree>
    <p:extLst>
      <p:ext uri="{BB962C8B-B14F-4D97-AF65-F5344CB8AC3E}">
        <p14:creationId xmlns:p14="http://schemas.microsoft.com/office/powerpoint/2010/main" val="19130311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B465325-684D-47CE-AE32-7E91946CB2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95D8D8E-2EC3-412F-ABCC-A532E680CB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81550" y="2047137"/>
            <a:ext cx="1097280" cy="16588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C3AF22E-524F-451C-9B03-56377AD005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8957770" y="1000125"/>
            <a:ext cx="2589879" cy="42862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74E8DA1-7D6C-41C7-A0F6-7CE6981D1A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27275" y="3683161"/>
            <a:ext cx="1276132" cy="39611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6752EBA-6948-48F8-8D60-CF4D24AE796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1284" y="3450274"/>
            <a:ext cx="1309107" cy="6599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A0046FF-3148-4414-A567-1EC9D13EA1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97109" y="3458848"/>
            <a:ext cx="1309107" cy="659948"/>
          </a:xfrm>
          <a:prstGeom prst="rect">
            <a:avLst/>
          </a:prstGeom>
        </p:spPr>
      </p:pic>
      <p:sp>
        <p:nvSpPr>
          <p:cNvPr id="13" name="Study story caption">
            <a:extLst>
              <a:ext uri="{FF2B5EF4-FFF2-40B4-BE49-F238E27FC236}">
                <a16:creationId xmlns:a16="http://schemas.microsoft.com/office/drawing/2014/main" id="{022D5D06-26B9-4935-81BC-41935A7312E4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Andy tells Catherine, “I’m okay with that.”</a:t>
            </a:r>
          </a:p>
        </p:txBody>
      </p:sp>
    </p:spTree>
    <p:extLst>
      <p:ext uri="{BB962C8B-B14F-4D97-AF65-F5344CB8AC3E}">
        <p14:creationId xmlns:p14="http://schemas.microsoft.com/office/powerpoint/2010/main" val="19130311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B898094C-D92C-4438-834F-1B2976C689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A934AEC-BCBC-4BA7-8B77-AD7F3F142F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98132" y="3238500"/>
            <a:ext cx="2072235" cy="20955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1CC5C2A-1D43-43E3-B954-7CA3A3A716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8957770" y="1000125"/>
            <a:ext cx="2589879" cy="428625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F1236CA-B71D-408C-AA64-63E9EACCCA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27275" y="3683161"/>
            <a:ext cx="1276132" cy="39611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1C82107-3C6E-4240-AA3E-E0F45FD141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1284" y="3450274"/>
            <a:ext cx="1309107" cy="65994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EC51DCB-4095-4358-A1B9-8FA850219E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97109" y="3458848"/>
            <a:ext cx="1309107" cy="65994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B50B2E03-B848-483B-A95F-4FCF6B1ADDD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2129790" y="1125476"/>
            <a:ext cx="2667000" cy="4035548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80335C5-F89A-4700-A40E-FA67F58CEF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0444" y="3907051"/>
            <a:ext cx="1027288" cy="31887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9228C1C-E7BF-456A-AD66-A7D365C4A47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4453" y="3728787"/>
            <a:ext cx="1053833" cy="53125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1326B157-47CE-4BCE-AA28-07706919C1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82867" y="3644597"/>
            <a:ext cx="1053833" cy="53125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01D898C-3AB2-4DCB-8958-47F5E06496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49914" y="3641422"/>
            <a:ext cx="1053833" cy="53125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994B7181-CE39-47F6-B9FF-65D232A0471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93899" y="3571655"/>
            <a:ext cx="1053833" cy="531259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885030C1-8D0D-4DC8-B535-D91DDD25673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57450" y="3724055"/>
            <a:ext cx="1053833" cy="531259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5D7A1769-34B7-445A-BEEB-9E99598311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49890" y="3529681"/>
            <a:ext cx="1053833" cy="531259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324AC1E9-ECDB-46D8-B658-9B5C4C35F8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79469" y="3552290"/>
            <a:ext cx="1053833" cy="531259"/>
          </a:xfrm>
          <a:prstGeom prst="rect">
            <a:avLst/>
          </a:prstGeom>
        </p:spPr>
      </p:pic>
      <p:sp>
        <p:nvSpPr>
          <p:cNvPr id="31" name="Study story caption">
            <a:extLst>
              <a:ext uri="{FF2B5EF4-FFF2-40B4-BE49-F238E27FC236}">
                <a16:creationId xmlns:a16="http://schemas.microsoft.com/office/drawing/2014/main" id="{D22D53EC-4D36-4FC3-9CC2-4C820BBC61C0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Oh no! The wolf breaks out of the garage!</a:t>
            </a:r>
          </a:p>
        </p:txBody>
      </p:sp>
    </p:spTree>
    <p:extLst>
      <p:ext uri="{BB962C8B-B14F-4D97-AF65-F5344CB8AC3E}">
        <p14:creationId xmlns:p14="http://schemas.microsoft.com/office/powerpoint/2010/main" val="790890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0A51C335-730C-4AE0-9D13-25EDA7491B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1C11D5D-20A1-4AC3-AF71-43643DAFCF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385578" y="3238500"/>
            <a:ext cx="1992843" cy="20955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A9A81E1-3AC1-4116-98AE-BE4B5E1A44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8957770" y="1000125"/>
            <a:ext cx="2589879" cy="4286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DB2A0CA-CCA9-4795-83EC-DDC3B4A0B6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27275" y="3683161"/>
            <a:ext cx="1276132" cy="39611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AD1BDE8-6F0F-4371-B281-0E313434912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2129790" y="1125476"/>
            <a:ext cx="2667000" cy="403554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9811A75-8E51-4193-9C5E-94278AB7F9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0444" y="3907051"/>
            <a:ext cx="1027288" cy="31887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0F8DD83-59D2-4130-B5F8-BEA7EC444D4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64453" y="3728787"/>
            <a:ext cx="1053833" cy="53125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C2D31BD-94CE-47EC-998A-28DFAB901A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82867" y="3644597"/>
            <a:ext cx="1053833" cy="53125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233F96C5-9EE7-409C-950D-9CC7B78F285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49914" y="3641422"/>
            <a:ext cx="1053833" cy="53125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B47408B-19A3-4EFC-A973-897DEA97189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93899" y="3571655"/>
            <a:ext cx="1053833" cy="53125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20133C3-6DA7-41C3-BCD2-BA8327E769C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57450" y="3724055"/>
            <a:ext cx="1053833" cy="53125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F7D3973-C238-4AEE-ACBB-A41847557E4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49890" y="3529681"/>
            <a:ext cx="1053833" cy="53125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C8FE17EB-CDD9-4DC0-9147-BAC945E0942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79469" y="3552290"/>
            <a:ext cx="1053833" cy="531259"/>
          </a:xfrm>
          <a:prstGeom prst="rect">
            <a:avLst/>
          </a:prstGeom>
        </p:spPr>
      </p:pic>
      <p:sp>
        <p:nvSpPr>
          <p:cNvPr id="28" name="Study story caption">
            <a:extLst>
              <a:ext uri="{FF2B5EF4-FFF2-40B4-BE49-F238E27FC236}">
                <a16:creationId xmlns:a16="http://schemas.microsoft.com/office/drawing/2014/main" id="{9C02EE76-CF53-46BD-B331-4BDDF3FEEBBC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wolf eats 2 of Andy’s cookies!</a:t>
            </a:r>
          </a:p>
        </p:txBody>
      </p:sp>
    </p:spTree>
    <p:extLst>
      <p:ext uri="{BB962C8B-B14F-4D97-AF65-F5344CB8AC3E}">
        <p14:creationId xmlns:p14="http://schemas.microsoft.com/office/powerpoint/2010/main" val="475325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E6D5CFE0-07BB-4E79-AD0B-FF94AC69AA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9F2F3CF-9B52-40FC-8F0D-2B116FEC5C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8957770" y="1000125"/>
            <a:ext cx="2589879" cy="4286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39F7661-96F6-400F-803B-BF0B4A0C14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7275" y="3683161"/>
            <a:ext cx="1276132" cy="39611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E5478B4-997B-4C7D-8AB1-F6AF84AA72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7385578" y="3238500"/>
            <a:ext cx="1992843" cy="20955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8B72268-0338-4876-AF84-F955B3C25F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2129790" y="1125476"/>
            <a:ext cx="2667000" cy="403554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9C74FF4-ABC1-4419-AA27-3F54437EC8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0444" y="3907051"/>
            <a:ext cx="1027288" cy="31887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15A08B8-4A79-49D4-8A51-A1C31FC66F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64453" y="3728787"/>
            <a:ext cx="1053833" cy="53125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B2C7061-25BA-449A-A211-613B1E33097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82867" y="3644597"/>
            <a:ext cx="1053833" cy="53125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B695BE52-F2AC-42E7-ADDE-D1FAEF91D56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49914" y="3641422"/>
            <a:ext cx="1053833" cy="53125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AB0A10B-C7D0-40D3-8142-D725D3446DB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93899" y="3571655"/>
            <a:ext cx="1053833" cy="53125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E123BA0-19C1-4C12-8ED2-BE30656F905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57450" y="3724055"/>
            <a:ext cx="1053833" cy="53125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45D3C863-C68C-461D-9F48-2EC2BF8565F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49890" y="3529681"/>
            <a:ext cx="1053833" cy="53125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219F1FF5-A148-4333-86F1-E77BFB0B3C9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79469" y="3552290"/>
            <a:ext cx="1053833" cy="531259"/>
          </a:xfrm>
          <a:prstGeom prst="rect">
            <a:avLst/>
          </a:prstGeom>
        </p:spPr>
      </p:pic>
      <p:sp>
        <p:nvSpPr>
          <p:cNvPr id="27" name="Study story caption">
            <a:extLst>
              <a:ext uri="{FF2B5EF4-FFF2-40B4-BE49-F238E27FC236}">
                <a16:creationId xmlns:a16="http://schemas.microsoft.com/office/drawing/2014/main" id="{2FF16421-15A2-4BEC-BB28-C1F0F6547823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Catherine still has 8 cookies. Andy now has 0 cookies.</a:t>
            </a:r>
          </a:p>
        </p:txBody>
      </p:sp>
    </p:spTree>
    <p:extLst>
      <p:ext uri="{BB962C8B-B14F-4D97-AF65-F5344CB8AC3E}">
        <p14:creationId xmlns:p14="http://schemas.microsoft.com/office/powerpoint/2010/main" val="26108469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</Words>
  <Application>Microsoft Macintosh PowerPoint</Application>
  <DocSecurity>0</DocSecurity>
  <PresentationFormat>Widescreen</PresentationFormat>
  <Paragraphs>12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Aptos</vt:lpstr>
      <vt:lpstr>Arial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David Rose</cp:lastModifiedBy>
  <cp:revision>1</cp:revision>
  <dcterms:created xsi:type="dcterms:W3CDTF">2026-10-16T18:05:27Z</dcterms:created>
  <dcterms:modified xsi:type="dcterms:W3CDTF">2026-10-17T12:54:36Z</dcterms:modified>
</cp:coreProperties>
</file>