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0f52654b224c0b" /><Relationship Type="http://schemas.openxmlformats.org/officeDocument/2006/relationships/extended-properties" Target="/docProps/app.xml" Id="Rd0b5ab0c33f04dde" /><Relationship Type="http://schemas.openxmlformats.org/officeDocument/2006/relationships/officeDocument" Target="/ppt/presentation.xml" Id="R6acda9bbebe743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800a79d6b64c94"/>
  </p:sldMasterIdLst>
  <p:notesMasterIdLst>
    <p:notesMasterId xmlns:r="http://schemas.openxmlformats.org/officeDocument/2006/relationships" r:id="R25092cc0fb8e4466"/>
  </p:notesMasterIdLst>
  <p:sldIdLst>
    <p:sldId xmlns:r="http://schemas.openxmlformats.org/officeDocument/2006/relationships" id="256" r:id="R0eb0d6b1406b4d34"/>
    <p:sldId xmlns:r="http://schemas.openxmlformats.org/officeDocument/2006/relationships" id="257" r:id="Rc4ac5b65a5d244cd"/>
    <p:sldId xmlns:r="http://schemas.openxmlformats.org/officeDocument/2006/relationships" id="258" r:id="R4e8d4b0d668349a5"/>
    <p:sldId xmlns:r="http://schemas.openxmlformats.org/officeDocument/2006/relationships" id="259" r:id="R9c1e1cb4fb254b76"/>
    <p:sldId xmlns:r="http://schemas.openxmlformats.org/officeDocument/2006/relationships" id="260" r:id="R2e509b6665a24d58"/>
    <p:sldId xmlns:r="http://schemas.openxmlformats.org/officeDocument/2006/relationships" id="261" r:id="R62e12cb76e6a4165"/>
    <p:sldId xmlns:r="http://schemas.openxmlformats.org/officeDocument/2006/relationships" id="262" r:id="Rfdb9091be0de4e9f"/>
    <p:sldId xmlns:r="http://schemas.openxmlformats.org/officeDocument/2006/relationships" id="263" r:id="R42b29cac3b2249c7"/>
    <p:sldId xmlns:r="http://schemas.openxmlformats.org/officeDocument/2006/relationships" id="264" r:id="Rdcde00a0715f420f"/>
    <p:sldId xmlns:r="http://schemas.openxmlformats.org/officeDocument/2006/relationships" id="265" r:id="R159717f7a04a4ce3"/>
    <p:sldId xmlns:r="http://schemas.openxmlformats.org/officeDocument/2006/relationships" id="266" r:id="R4aab9102761e4a64"/>
    <p:sldId xmlns:r="http://schemas.openxmlformats.org/officeDocument/2006/relationships" id="267" r:id="R6b8b69d038e6434b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9b3f3e81eb49f1" /><Relationship Type="http://schemas.openxmlformats.org/officeDocument/2006/relationships/slideMaster" Target="/ppt/slideMasters/slideMaster1.xml" Id="R6b800a79d6b64c94" /><Relationship Type="http://schemas.openxmlformats.org/officeDocument/2006/relationships/notesMaster" Target="/ppt/notesMasters/notesMaster1.xml" Id="R25092cc0fb8e4466" /><Relationship Type="http://schemas.openxmlformats.org/officeDocument/2006/relationships/presProps" Target="/ppt/presProps.xml" Id="R35c67144bd3b463b" /><Relationship Type="http://schemas.openxmlformats.org/officeDocument/2006/relationships/viewProps" Target="/ppt/viewProps.xml" Id="Rb515a178c8ef4d17" /><Relationship Type="http://schemas.openxmlformats.org/officeDocument/2006/relationships/tableStyles" Target="/ppt/tableStyles.xml" Id="Raf60980932d74e11" /><Relationship Type="http://schemas.openxmlformats.org/officeDocument/2006/relationships/slide" Target="/ppt/slides/slide1.xml" Id="R0eb0d6b1406b4d34" /><Relationship Type="http://schemas.openxmlformats.org/officeDocument/2006/relationships/slide" Target="/ppt/slides/slide2.xml" Id="Rc4ac5b65a5d244cd" /><Relationship Type="http://schemas.openxmlformats.org/officeDocument/2006/relationships/slide" Target="/ppt/slides/slide3.xml" Id="R4e8d4b0d668349a5" /><Relationship Type="http://schemas.openxmlformats.org/officeDocument/2006/relationships/slide" Target="/ppt/slides/slide4.xml" Id="R9c1e1cb4fb254b76" /><Relationship Type="http://schemas.openxmlformats.org/officeDocument/2006/relationships/slide" Target="/ppt/slides/slide5.xml" Id="R2e509b6665a24d58" /><Relationship Type="http://schemas.openxmlformats.org/officeDocument/2006/relationships/slide" Target="/ppt/slides/slide6.xml" Id="R62e12cb76e6a4165" /><Relationship Type="http://schemas.openxmlformats.org/officeDocument/2006/relationships/slide" Target="/ppt/slides/slide7.xml" Id="Rfdb9091be0de4e9f" /><Relationship Type="http://schemas.openxmlformats.org/officeDocument/2006/relationships/slide" Target="/ppt/slides/slide8.xml" Id="R42b29cac3b2249c7" /><Relationship Type="http://schemas.openxmlformats.org/officeDocument/2006/relationships/slide" Target="/ppt/slides/slide9.xml" Id="Rdcde00a0715f420f" /><Relationship Type="http://schemas.openxmlformats.org/officeDocument/2006/relationships/slide" Target="/ppt/slides/slide10.xml" Id="R159717f7a04a4ce3" /><Relationship Type="http://schemas.openxmlformats.org/officeDocument/2006/relationships/slide" Target="/ppt/slides/slide11.xml" Id="R4aab9102761e4a64" /><Relationship Type="http://schemas.openxmlformats.org/officeDocument/2006/relationships/slide" Target="/ppt/slides/slide12.xml" Id="R6b8b69d038e643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8ad78a3cb947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6fe8e039a2422f" /><Relationship Type="http://schemas.openxmlformats.org/officeDocument/2006/relationships/notesMaster" Target="/ppt/notesMasters/notesMaster1.xml" Id="Rd4382cf9634343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375c5f40594678" /><Relationship Type="http://schemas.openxmlformats.org/officeDocument/2006/relationships/notesMaster" Target="/ppt/notesMasters/notesMaster1.xml" Id="Readbca003a0649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4d97b8251240b8" /><Relationship Type="http://schemas.openxmlformats.org/officeDocument/2006/relationships/notesMaster" Target="/ppt/notesMasters/notesMaster1.xml" Id="Re1d6d24b74df4b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7a9364dd814f68" /><Relationship Type="http://schemas.openxmlformats.org/officeDocument/2006/relationships/notesMaster" Target="/ppt/notesMasters/notesMaster1.xml" Id="Rddf4dd00e6f94c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58704e05874539" /><Relationship Type="http://schemas.openxmlformats.org/officeDocument/2006/relationships/notesMaster" Target="/ppt/notesMasters/notesMaster1.xml" Id="Rb764ffe9d54b4d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5ffa04c336403f" /><Relationship Type="http://schemas.openxmlformats.org/officeDocument/2006/relationships/notesMaster" Target="/ppt/notesMasters/notesMaster1.xml" Id="R7f9a9f4234a042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446aa720074db2" /><Relationship Type="http://schemas.openxmlformats.org/officeDocument/2006/relationships/notesMaster" Target="/ppt/notesMasters/notesMaster1.xml" Id="R1b8a993f42784e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ae1daa0ecd45c3" /><Relationship Type="http://schemas.openxmlformats.org/officeDocument/2006/relationships/notesMaster" Target="/ppt/notesMasters/notesMaster1.xml" Id="R16157ad342774e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203792e195495e" /><Relationship Type="http://schemas.openxmlformats.org/officeDocument/2006/relationships/notesMaster" Target="/ppt/notesMasters/notesMaster1.xml" Id="R0f354c68b6114c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90287970c34d41" /><Relationship Type="http://schemas.openxmlformats.org/officeDocument/2006/relationships/notesMaster" Target="/ppt/notesMasters/notesMaster1.xml" Id="Rbd5100baaac34e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9a904672f94c97" /><Relationship Type="http://schemas.openxmlformats.org/officeDocument/2006/relationships/notesMaster" Target="/ppt/notesMasters/notesMaster1.xml" Id="Rf9a6f621c881442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5d652ae21d54a2c" /><Relationship Type="http://schemas.openxmlformats.org/officeDocument/2006/relationships/notesMaster" Target="/ppt/notesMasters/notesMaster1.xml" Id="R4660b213ae2a40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scene: code/experiments/experiment1/adults/slides/pilot-v3/strict_liability_wolf.pptx, slide 7.</a:t>
            </a:r>
            <a:endParaRPr/>
          </a:p>
          <a:p xmlns:a="http://schemas.openxmlformats.org/drawingml/2006/main">
            <a:r>
              <a:t>Wording: code/experiments/experiment2/consent/materials.json.</a:t>
            </a:r>
            <a:endParaRPr/>
          </a:p>
          <a:p xmlns:a="http://schemas.openxmlformats.org/drawingml/2006/main">
            <a:r>
              <a:t>Andy tells Catherine: I know your wolf could escape from the garage and eat my cookies.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scene: code/experiments/experiment1/adults/slides/pilot-v3/strict_liability_wolf.pptx, slide 7.</a:t>
            </a:r>
            <a:endParaRPr/>
          </a:p>
          <a:p xmlns:a="http://schemas.openxmlformats.org/drawingml/2006/main">
            <a:r>
              <a:t>Wording: code/experiments/experiment2/consent/materials.json.</a:t>
            </a:r>
            <a:endParaRPr/>
          </a:p>
          <a:p xmlns:a="http://schemas.openxmlformats.org/drawingml/2006/main">
            <a:r>
              <a:t>Andy tells Catherine: I’m okay with that.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f8df8d5104437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58ba8e58de420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63cf68b32e4e7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b1b2dfacd6428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12e3b2e5c744f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f946a033b946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BA73AB-51F9-4D5B-A5FA-8C283132A8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7B0DAE0-2529-4CD4-B302-EAA4F90405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128C8F1-94B5-4D12-830C-482A873789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121DF7-35B3-4FEA-8B00-6857F2EC60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8D6B1F7-339D-4876-9216-E1FC90A0C7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08B3489-A2AC-4A9F-8F6A-9E0D5B5D56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4D2DAF-785D-4C84-A82A-A8EB6A96D9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46CBEA3-1659-4CF5-8391-9D7F5CBB0C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AA6D56-01C2-44CD-B79B-1FAA878431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033B53-A84D-4DFE-A30E-356949DC5F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01f7a86bc64c4f" /><Relationship Type="http://schemas.openxmlformats.org/officeDocument/2006/relationships/slideLayout" Target="/ppt/slideLayouts/slideLayout1.xml" Id="R1a12a7a656594823" /><Relationship Type="http://schemas.openxmlformats.org/officeDocument/2006/relationships/slideLayout" Target="/ppt/slideLayouts/slideLayout2.xml" Id="R75af493d109644d1" /><Relationship Type="http://schemas.openxmlformats.org/officeDocument/2006/relationships/slideLayout" Target="/ppt/slideLayouts/slideLayout3.xml" Id="Ra1a2f0ff8cc442cc" /><Relationship Type="http://schemas.openxmlformats.org/officeDocument/2006/relationships/slideLayout" Target="/ppt/slideLayouts/slideLayout4.xml" Id="R3ed807130dcb4dfb" /><Relationship Type="http://schemas.openxmlformats.org/officeDocument/2006/relationships/slideLayout" Target="/ppt/slideLayouts/slideLayout5.xml" Id="R7417910333ed4051" /><Relationship Type="http://schemas.openxmlformats.org/officeDocument/2006/relationships/slideLayout" Target="/ppt/slideLayouts/slideLayout6.xml" Id="Rd8ffcbf8fc4c4b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12a7a656594823"/>
    <p:sldLayoutId xmlns:r="http://schemas.openxmlformats.org/officeDocument/2006/relationships" id="2147483650" r:id="R75af493d109644d1"/>
    <p:sldLayoutId xmlns:r="http://schemas.openxmlformats.org/officeDocument/2006/relationships" id="2147483651" r:id="Ra1a2f0ff8cc442cc"/>
    <p:sldLayoutId xmlns:r="http://schemas.openxmlformats.org/officeDocument/2006/relationships" id="2147483652" r:id="R3ed807130dcb4dfb"/>
    <p:sldLayoutId xmlns:r="http://schemas.openxmlformats.org/officeDocument/2006/relationships" id="2147483653" r:id="R7417910333ed4051"/>
    <p:sldLayoutId xmlns:r="http://schemas.openxmlformats.org/officeDocument/2006/relationships" id="2147483654" r:id="Rd8ffcbf8fc4c4b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f7dc5f711943d0" /><Relationship Type="http://schemas.openxmlformats.org/officeDocument/2006/relationships/image" Target="/ppt/media/image.png" Id="R29e58ece213e4b29" /><Relationship Type="http://schemas.openxmlformats.org/officeDocument/2006/relationships/image" Target="/ppt/media/image2.png" Id="Rc9908191b91844ee" /><Relationship Type="http://schemas.openxmlformats.org/officeDocument/2006/relationships/notesSlide" Target="/ppt/notesSlides/notesSlide1.xml" Id="Rd1545f60f82f46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cdf191cf584612" /><Relationship Type="http://schemas.openxmlformats.org/officeDocument/2006/relationships/image" Target="/ppt/media/image.png" Id="Re4cb51a08543424a" /><Relationship Type="http://schemas.openxmlformats.org/officeDocument/2006/relationships/image" Target="/ppt/media/image2.png" Id="R48d5a61695c54454" /><Relationship Type="http://schemas.openxmlformats.org/officeDocument/2006/relationships/image" Target="/ppt/media/image3.png" Id="R2e18e9e514544776" /><Relationship Type="http://schemas.openxmlformats.org/officeDocument/2006/relationships/image" Target="/ppt/media/image4.png" Id="R84804eeb056c4013" /><Relationship Type="http://schemas.openxmlformats.org/officeDocument/2006/relationships/notesSlide" Target="/ppt/notesSlides/notesSlide2.xml" Id="Reeb9511c934f4c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239e9b09d84649" /><Relationship Type="http://schemas.openxmlformats.org/officeDocument/2006/relationships/image" Target="/ppt/media/image.png" Id="R3b704101c5234fb4" /><Relationship Type="http://schemas.openxmlformats.org/officeDocument/2006/relationships/image" Target="/ppt/media/image5.png" Id="Rf80450b709d845b6" /><Relationship Type="http://schemas.openxmlformats.org/officeDocument/2006/relationships/image" Target="/ppt/media/image2.png" Id="R713a2d5bd6124608" /><Relationship Type="http://schemas.openxmlformats.org/officeDocument/2006/relationships/image" Target="/ppt/media/image3.png" Id="R148a3b4ea4a24ed8" /><Relationship Type="http://schemas.openxmlformats.org/officeDocument/2006/relationships/image" Target="/ppt/media/image4.png" Id="R548485dd688348ec" /><Relationship Type="http://schemas.openxmlformats.org/officeDocument/2006/relationships/notesSlide" Target="/ppt/notesSlides/notesSlide3.xml" Id="R79128a77f2fa4c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cda086cfd34b6e" /><Relationship Type="http://schemas.openxmlformats.org/officeDocument/2006/relationships/image" Target="/ppt/media/image.png" Id="R65263a366b8a41a6" /><Relationship Type="http://schemas.openxmlformats.org/officeDocument/2006/relationships/image" Target="/ppt/media/image6.png" Id="R2b20c7898df84d07" /><Relationship Type="http://schemas.openxmlformats.org/officeDocument/2006/relationships/notesSlide" Target="/ppt/notesSlides/notesSlide4.xml" Id="Re5ac84ef501243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5ec3ef7eaa40c8" /><Relationship Type="http://schemas.openxmlformats.org/officeDocument/2006/relationships/image" Target="/ppt/media/image.png" Id="R5e8e5d38836c40e6" /><Relationship Type="http://schemas.openxmlformats.org/officeDocument/2006/relationships/image" Target="/ppt/media/image6.png" Id="Rb44ace5aed1f4b36" /><Relationship Type="http://schemas.openxmlformats.org/officeDocument/2006/relationships/image" Target="/ppt/media/image3.png" Id="R8e463144f0b24656" /><Relationship Type="http://schemas.openxmlformats.org/officeDocument/2006/relationships/image" Target="/ppt/media/image4.png" Id="R59b2dac789394c65" /><Relationship Type="http://schemas.openxmlformats.org/officeDocument/2006/relationships/notesSlide" Target="/ppt/notesSlides/notesSlide5.xml" Id="R372624110ce94f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04a11d129b4537" /><Relationship Type="http://schemas.openxmlformats.org/officeDocument/2006/relationships/image" Target="/ppt/media/image7.png" Id="R1829892b63bc4b7c" /><Relationship Type="http://schemas.openxmlformats.org/officeDocument/2006/relationships/image" Target="/ppt/media/image5.png" Id="R8c961e5a6db3461d" /><Relationship Type="http://schemas.openxmlformats.org/officeDocument/2006/relationships/notesSlide" Target="/ppt/notesSlides/notesSlide6.xml" Id="R569188a66e7348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6940fc62ae4d1d" /><Relationship Type="http://schemas.openxmlformats.org/officeDocument/2006/relationships/image" Target="/ppt/media/image.png" Id="Rc0167fea65b74f15" /><Relationship Type="http://schemas.openxmlformats.org/officeDocument/2006/relationships/image" Target="/ppt/media/image8.png" Id="Rb892f1df8fc84545" /><Relationship Type="http://schemas.openxmlformats.org/officeDocument/2006/relationships/image" Target="/ppt/media/image6.png" Id="R0a0ead0efd9e4f42" /><Relationship Type="http://schemas.openxmlformats.org/officeDocument/2006/relationships/image" Target="/ppt/media/image3.png" Id="R26565dbc75a34955" /><Relationship Type="http://schemas.openxmlformats.org/officeDocument/2006/relationships/image" Target="/ppt/media/image4.png" Id="Rd0b99d61c9694808" /><Relationship Type="http://schemas.openxmlformats.org/officeDocument/2006/relationships/notesSlide" Target="/ppt/notesSlides/notesSlide7.xml" Id="R3f1d0c0f34aa4f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47a2b58253485a" /><Relationship Type="http://schemas.openxmlformats.org/officeDocument/2006/relationships/image" Target="/ppt/media/image.png" Id="R85e31a096f4c4802" /><Relationship Type="http://schemas.openxmlformats.org/officeDocument/2006/relationships/image" Target="/ppt/media/image8.png" Id="R2824e1c95f314c5a" /><Relationship Type="http://schemas.openxmlformats.org/officeDocument/2006/relationships/image" Target="/ppt/media/image6.png" Id="Rcb6692476d3a4cd0" /><Relationship Type="http://schemas.openxmlformats.org/officeDocument/2006/relationships/image" Target="/ppt/media/image3.png" Id="R1827fa6d100046b6" /><Relationship Type="http://schemas.openxmlformats.org/officeDocument/2006/relationships/image" Target="/ppt/media/image4.png" Id="R22d7600d1f8f457d" /><Relationship Type="http://schemas.openxmlformats.org/officeDocument/2006/relationships/notesSlide" Target="/ppt/notesSlides/notesSlide8.xml" Id="R52ee09312a7f4f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3ca1f8fe3f453d" /><Relationship Type="http://schemas.openxmlformats.org/officeDocument/2006/relationships/image" Target="/ppt/media/image.png" Id="Rd35634926864436f" /><Relationship Type="http://schemas.openxmlformats.org/officeDocument/2006/relationships/image" Target="/ppt/media/image8.png" Id="R4cb597d844674b81" /><Relationship Type="http://schemas.openxmlformats.org/officeDocument/2006/relationships/image" Target="/ppt/media/image6.png" Id="Rdb6f9b3dc8f14fe8" /><Relationship Type="http://schemas.openxmlformats.org/officeDocument/2006/relationships/image" Target="/ppt/media/image3.png" Id="R3b10c6a2e08b478d" /><Relationship Type="http://schemas.openxmlformats.org/officeDocument/2006/relationships/image" Target="/ppt/media/image4.png" Id="Re7d7d18095a64e76" /><Relationship Type="http://schemas.openxmlformats.org/officeDocument/2006/relationships/notesSlide" Target="/ppt/notesSlides/notesSlide9.xml" Id="R4cdb728c87ed49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7a4abfcfdd46eb" /><Relationship Type="http://schemas.openxmlformats.org/officeDocument/2006/relationships/image" Target="/ppt/media/image9.png" Id="R5108b6ee0c02489f" /><Relationship Type="http://schemas.openxmlformats.org/officeDocument/2006/relationships/image" Target="/ppt/media/image5.png" Id="R41320cded6154924" /><Relationship Type="http://schemas.openxmlformats.org/officeDocument/2006/relationships/image" Target="/ppt/media/image6.png" Id="R7b2a9dea24ac4d0f" /><Relationship Type="http://schemas.openxmlformats.org/officeDocument/2006/relationships/image" Target="/ppt/media/image3.png" Id="Re8ccee4948334bc5" /><Relationship Type="http://schemas.openxmlformats.org/officeDocument/2006/relationships/image" Target="/ppt/media/image4.png" Id="Racd2ce0c04274e6a" /><Relationship Type="http://schemas.openxmlformats.org/officeDocument/2006/relationships/image" Target="/ppt/media/image2.png" Id="Re3817b6f95aa4d3c" /><Relationship Type="http://schemas.openxmlformats.org/officeDocument/2006/relationships/notesSlide" Target="/ppt/notesSlides/notesSlide10.xml" Id="R0ca9ad6f1baa42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bc9a7b440240b6" /><Relationship Type="http://schemas.openxmlformats.org/officeDocument/2006/relationships/image" Target="/ppt/media/image9.png" Id="R09509f5111e24e86" /><Relationship Type="http://schemas.openxmlformats.org/officeDocument/2006/relationships/image" Target="/ppt/media/image10.png" Id="Rd06313c24b414383" /><Relationship Type="http://schemas.openxmlformats.org/officeDocument/2006/relationships/image" Target="/ppt/media/image6.png" Id="R5f8eb45d124d4701" /><Relationship Type="http://schemas.openxmlformats.org/officeDocument/2006/relationships/image" Target="/ppt/media/image3.png" Id="R3d8049e4838d4c43" /><Relationship Type="http://schemas.openxmlformats.org/officeDocument/2006/relationships/image" Target="/ppt/media/image2.png" Id="R3b12f056f40a4380" /><Relationship Type="http://schemas.openxmlformats.org/officeDocument/2006/relationships/image" Target="/ppt/media/image4.png" Id="R54d9e344f71c4dfc" /><Relationship Type="http://schemas.openxmlformats.org/officeDocument/2006/relationships/notesSlide" Target="/ppt/notesSlides/notesSlide11.xml" Id="Rdc0cbf058de944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8d172269474c80" /><Relationship Type="http://schemas.openxmlformats.org/officeDocument/2006/relationships/image" Target="/ppt/media/image9.png" Id="R41852bd2f52e4444" /><Relationship Type="http://schemas.openxmlformats.org/officeDocument/2006/relationships/image" Target="/ppt/media/image6.png" Id="R498529bae036497d" /><Relationship Type="http://schemas.openxmlformats.org/officeDocument/2006/relationships/image" Target="/ppt/media/image3.png" Id="Rcd6d0764e6b74100" /><Relationship Type="http://schemas.openxmlformats.org/officeDocument/2006/relationships/image" Target="/ppt/media/image10.png" Id="R1f22f83f85f64108" /><Relationship Type="http://schemas.openxmlformats.org/officeDocument/2006/relationships/image" Target="/ppt/media/image2.png" Id="R6303b4e1af6c485f" /><Relationship Type="http://schemas.openxmlformats.org/officeDocument/2006/relationships/image" Target="/ppt/media/image4.png" Id="R41dae9e5d2224a61" /><Relationship Type="http://schemas.openxmlformats.org/officeDocument/2006/relationships/notesSlide" Target="/ppt/notesSlides/notesSlide12.xml" Id="Re61b0405249a426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FA7B7ECD-B47E-45CC-81FB-89E2562D7D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58ece213e4b2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8846485F-7F88-4578-A727-B0277262AD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908191b91844ee"/>
          <a:stretch xmlns:a="http://schemas.openxmlformats.org/drawingml/2006/main"/>
        </p:blipFill>
        <p:spPr>
          <a:xfrm xmlns:a="http://schemas.openxmlformats.org/drawingml/2006/main">
            <a:off x="4667250" y="1125476"/>
            <a:ext cx="2667000" cy="4035548"/>
          </a:xfrm>
          <a:prstGeom xmlns:a="http://schemas.openxmlformats.org/drawingml/2006/main" prst="rect">
            <a:avLst/>
          </a:prstGeom>
        </p:spPr>
      </p:pic>
      <p:sp>
        <p:nvSpPr>
          <p:cNvPr id="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4B875F00-5315-461D-AA15-1846BCB2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Catherine.</a:t>
            </a:r>
          </a:p>
        </p:txBody>
      </p:sp>
    </p:spTree>
    <p:extLst>
      <p:ext uri="{BB962C8B-B14F-4D97-AF65-F5344CB8AC3E}">
        <p14:creationId xmlns:p14="http://schemas.microsoft.com/office/powerpoint/2010/main" val="17439096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C7682278-7A58-4C3F-9AB9-062B8E9230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cb51a08543424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1DB2D7BD-A0C5-47F3-BCE5-EFDBB02F85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d5a61695c54454"/>
          <a:stretch xmlns:a="http://schemas.openxmlformats.org/drawingml/2006/main"/>
        </p:blipFill>
        <p:spPr>
          <a:xfrm xmlns:a="http://schemas.openxmlformats.org/drawingml/2006/main">
            <a:off x="4667250" y="1125476"/>
            <a:ext cx="2667000" cy="403554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275426B8-D38E-4B63-BEE6-97F9A537BC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18e9e5145447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7904" y="390705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713697F1-69C2-491A-9611-FDF1B3A85D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04eeb056c40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1913" y="372878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2B069AC6-8E02-4D75-AAF0-F667E3BCB2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04eeb056c40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20327" y="364459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6" name="Picture 15">
            <a:extLst xmlns:a="http://schemas.openxmlformats.org/drawingml/2006/main">
              <a:ext uri="{FF2B5EF4-FFF2-40B4-BE49-F238E27FC236}">
                <a16:creationId xmlns:a16="http://schemas.microsoft.com/office/drawing/2014/main" id="{5B31C65B-3187-46CB-8624-8E61CBD619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04eeb056c40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87374" y="364142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274ED68B-26CB-4D2F-9E17-1E012937C3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04eeb056c40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31359" y="357165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B674F7E0-BC7B-445C-8CE6-BBB5934178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04eeb056c40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94910" y="372405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9" name="Picture 18">
            <a:extLst xmlns:a="http://schemas.openxmlformats.org/drawingml/2006/main">
              <a:ext uri="{FF2B5EF4-FFF2-40B4-BE49-F238E27FC236}">
                <a16:creationId xmlns:a16="http://schemas.microsoft.com/office/drawing/2014/main" id="{79DC4512-C396-4576-B738-ABA4A65835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04eeb056c40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87350" y="352968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0" name="Picture 19">
            <a:extLst xmlns:a="http://schemas.openxmlformats.org/drawingml/2006/main">
              <a:ext uri="{FF2B5EF4-FFF2-40B4-BE49-F238E27FC236}">
                <a16:creationId xmlns:a16="http://schemas.microsoft.com/office/drawing/2014/main" id="{1C52B617-4627-4B57-9346-44977DE379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04eeb056c40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29" y="3552290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2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BA8F1081-1A7E-4D7C-93AC-CF7AE9D3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Catherine has 8 cookies.</a:t>
            </a:r>
          </a:p>
        </p:txBody>
      </p:sp>
    </p:spTree>
    <p:extLst>
      <p:ext uri="{BB962C8B-B14F-4D97-AF65-F5344CB8AC3E}">
        <p14:creationId xmlns:p14="http://schemas.microsoft.com/office/powerpoint/2010/main" val="2297916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0B0CD520-F496-4F96-A0FA-87A210B211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04101c5234fb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9C9B1461-5972-4E68-8C02-F7E17D24B4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0450b709d845b6"/>
          <a:stretch xmlns:a="http://schemas.openxmlformats.org/drawingml/2006/main"/>
        </p:blipFill>
        <p:spPr>
          <a:xfrm xmlns:a="http://schemas.openxmlformats.org/drawingml/2006/main">
            <a:off x="6441536" y="3190875"/>
            <a:ext cx="2166428" cy="2190750"/>
          </a:xfrm>
          <a:prstGeom xmlns:a="http://schemas.openxmlformats.org/drawingml/2006/main" prst="rect">
            <a:avLst/>
          </a:prstGeom>
        </p:spPr>
      </p:pic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D5280790-09FB-479A-99C1-60C2F31F8B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a2d5bd6124608"/>
          <a:stretch xmlns:a="http://schemas.openxmlformats.org/drawingml/2006/main"/>
        </p:blipFill>
        <p:spPr>
          <a:xfrm xmlns:a="http://schemas.openxmlformats.org/drawingml/2006/main">
            <a:off x="4667250" y="1125476"/>
            <a:ext cx="2667000" cy="4035548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A58E1861-6F84-408E-85B5-2CAD06EDD4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8a3b4ea4a24e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7904" y="390705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16" name="Picture 15">
            <a:extLst xmlns:a="http://schemas.openxmlformats.org/drawingml/2006/main">
              <a:ext uri="{FF2B5EF4-FFF2-40B4-BE49-F238E27FC236}">
                <a16:creationId xmlns:a16="http://schemas.microsoft.com/office/drawing/2014/main" id="{92AB560B-537B-4123-BEDA-D3198C6288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8485dd688348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1913" y="372878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08A99F38-DC17-458C-8EB1-DF2CB829A2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8485dd688348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20327" y="364459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97575749-5C19-4A90-891D-F34EF0F5D7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8485dd688348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87374" y="364142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9" name="Picture 18">
            <a:extLst xmlns:a="http://schemas.openxmlformats.org/drawingml/2006/main">
              <a:ext uri="{FF2B5EF4-FFF2-40B4-BE49-F238E27FC236}">
                <a16:creationId xmlns:a16="http://schemas.microsoft.com/office/drawing/2014/main" id="{932F04C3-F35A-4390-BF83-45EA729998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8485dd688348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31359" y="357165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0" name="Picture 19">
            <a:extLst xmlns:a="http://schemas.openxmlformats.org/drawingml/2006/main">
              <a:ext uri="{FF2B5EF4-FFF2-40B4-BE49-F238E27FC236}">
                <a16:creationId xmlns:a16="http://schemas.microsoft.com/office/drawing/2014/main" id="{119F03EB-C331-44D8-AD7F-D1B4043115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8485dd688348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94910" y="372405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1" name="Picture 20">
            <a:extLst xmlns:a="http://schemas.openxmlformats.org/drawingml/2006/main">
              <a:ext uri="{FF2B5EF4-FFF2-40B4-BE49-F238E27FC236}">
                <a16:creationId xmlns:a16="http://schemas.microsoft.com/office/drawing/2014/main" id="{4E9D5012-A346-4137-BB2C-CE1DB1AC59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8485dd688348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87350" y="352968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2" name="Picture 21">
            <a:extLst xmlns:a="http://schemas.openxmlformats.org/drawingml/2006/main">
              <a:ext uri="{FF2B5EF4-FFF2-40B4-BE49-F238E27FC236}">
                <a16:creationId xmlns:a16="http://schemas.microsoft.com/office/drawing/2014/main" id="{DCF06515-6E2D-48D3-B862-7484853503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8485dd688348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29" y="3552290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23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3FF8678A-8CD7-4584-AC35-F4C61532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Catherine has a pet wolf.</a:t>
            </a:r>
          </a:p>
        </p:txBody>
      </p:sp>
    </p:spTree>
    <p:extLst>
      <p:ext uri="{BB962C8B-B14F-4D97-AF65-F5344CB8AC3E}">
        <p14:creationId xmlns:p14="http://schemas.microsoft.com/office/powerpoint/2010/main" val="111738964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8348EDCA-746E-4ED3-807B-EDCEF12375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263a366b8a41a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BFF424E2-4B16-4283-BE7F-9D39439B52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0c7898df84d07"/>
          <a:stretch xmlns:a="http://schemas.openxmlformats.org/drawingml/2006/main"/>
        </p:blipFill>
        <p:spPr>
          <a:xfrm xmlns:a="http://schemas.openxmlformats.org/drawingml/2006/main">
            <a:off x="4705810" y="1000125"/>
            <a:ext cx="2589879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66D0980A-4809-45BD-BAD9-827006C9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Andy.</a:t>
            </a:r>
          </a:p>
        </p:txBody>
      </p:sp>
    </p:spTree>
    <p:extLst>
      <p:ext uri="{BB962C8B-B14F-4D97-AF65-F5344CB8AC3E}">
        <p14:creationId xmlns:p14="http://schemas.microsoft.com/office/powerpoint/2010/main" val="2138025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48659D1E-85A3-4BDC-82D5-CEF76A2B7C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8e5d38836c40e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65333BCE-172B-4E9A-A2C6-4C8E47DED9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4ace5aed1f4b36"/>
          <a:stretch xmlns:a="http://schemas.openxmlformats.org/drawingml/2006/main"/>
        </p:blipFill>
        <p:spPr>
          <a:xfrm xmlns:a="http://schemas.openxmlformats.org/drawingml/2006/main">
            <a:off x="4705810" y="1000125"/>
            <a:ext cx="2589879" cy="4286250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11D16371-697B-4311-8C24-C7C55C33F3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463144f0b246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75315" y="3683161"/>
            <a:ext cx="1276132" cy="396112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43C6198E-69EF-449D-AD53-147C5A1EB6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b2dac789394c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9324" y="3450274"/>
            <a:ext cx="1309107" cy="659948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4AC94965-DDBB-4736-A477-C17EF280BC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b2dac789394c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45149" y="3458848"/>
            <a:ext cx="1309107" cy="659948"/>
          </a:xfrm>
          <a:prstGeom xmlns:a="http://schemas.openxmlformats.org/drawingml/2006/main" prst="rect">
            <a:avLst/>
          </a:prstGeom>
        </p:spPr>
      </p:pic>
      <p:sp>
        <p:nvSpPr>
          <p:cNvPr id="1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16C9B2BA-400D-43D6-84A9-1141AADB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Andy has 2 cookies.</a:t>
            </a:r>
          </a:p>
        </p:txBody>
      </p:sp>
    </p:spTree>
    <p:extLst>
      <p:ext uri="{BB962C8B-B14F-4D97-AF65-F5344CB8AC3E}">
        <p14:creationId xmlns:p14="http://schemas.microsoft.com/office/powerpoint/2010/main" val="10866554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BFCFE200-F064-4202-A116-AA70D966E5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9892b63bc4b7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CF62B0FF-892C-417C-BE58-BB430EE9BE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961e5a6db3461d"/>
          <a:stretch xmlns:a="http://schemas.openxmlformats.org/drawingml/2006/main"/>
        </p:blipFill>
        <p:spPr>
          <a:xfrm xmlns:a="http://schemas.openxmlformats.org/drawingml/2006/main">
            <a:off x="4777305" y="2809875"/>
            <a:ext cx="2637390" cy="2667000"/>
          </a:xfrm>
          <a:prstGeom xmlns:a="http://schemas.openxmlformats.org/drawingml/2006/main" prst="rect">
            <a:avLst/>
          </a:prstGeom>
        </p:spPr>
      </p:pic>
      <p:sp>
        <p:nvSpPr>
          <p:cNvPr id="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312D3163-825E-4A76-92A3-86C6F2EF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Catherine puts her wolf inside the garage.</a:t>
            </a:r>
          </a:p>
        </p:txBody>
      </p:sp>
    </p:spTree>
    <p:extLst>
      <p:ext uri="{BB962C8B-B14F-4D97-AF65-F5344CB8AC3E}">
        <p14:creationId xmlns:p14="http://schemas.microsoft.com/office/powerpoint/2010/main" val="93600126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4B465325-684D-47CE-AE32-7E91946CB2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167fea65b74f1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F95D8D8E-2EC3-412F-ABCC-A532E680CB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92f1df8fc84545"/>
          <a:stretch xmlns:a="http://schemas.openxmlformats.org/drawingml/2006/main"/>
        </p:blipFill>
        <p:spPr>
          <a:xfrm xmlns:a="http://schemas.openxmlformats.org/drawingml/2006/main">
            <a:off x="4781550" y="2047137"/>
            <a:ext cx="1097280" cy="1658827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7C3AF22E-524F-451C-9B03-56377AD005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0ead0efd9e4f42"/>
          <a:stretch xmlns:a="http://schemas.openxmlformats.org/drawingml/2006/main"/>
        </p:blipFill>
        <p:spPr>
          <a:xfrm xmlns:a="http://schemas.openxmlformats.org/drawingml/2006/main">
            <a:off x="8957770" y="1000125"/>
            <a:ext cx="2589879" cy="4286250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774E8DA1-7D6C-41C7-A0F6-7CE6981D1A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565dbc75a349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27275" y="3683161"/>
            <a:ext cx="1276132" cy="396112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86752EBA-6948-48F8-8D60-CF4D24AE79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99d61c9694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1284" y="3450274"/>
            <a:ext cx="1309107" cy="659948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CA0046FF-3148-4414-A567-1EC9D13EA1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99d61c9694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97109" y="3458848"/>
            <a:ext cx="1309107" cy="659948"/>
          </a:xfrm>
          <a:prstGeom xmlns:a="http://schemas.openxmlformats.org/drawingml/2006/main" prst="rect">
            <a:avLst/>
          </a:prstGeom>
        </p:spPr>
      </p:pic>
      <p:sp>
        <p:nvSpPr>
          <p:cNvPr id="13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022D5D06-26B9-4935-81BC-41935A73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Catherine locks the door and checks the lock.</a:t>
            </a:r>
          </a:p>
        </p:txBody>
      </p:sp>
    </p:spTree>
    <p:extLst>
      <p:ext uri="{BB962C8B-B14F-4D97-AF65-F5344CB8AC3E}">
        <p14:creationId xmlns:p14="http://schemas.microsoft.com/office/powerpoint/2010/main" val="191303117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4B465325-684D-47CE-AE32-7E91946CB2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e31a096f4c480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F95D8D8E-2EC3-412F-ABCC-A532E680CB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24e1c95f314c5a"/>
          <a:stretch xmlns:a="http://schemas.openxmlformats.org/drawingml/2006/main"/>
        </p:blipFill>
        <p:spPr>
          <a:xfrm xmlns:a="http://schemas.openxmlformats.org/drawingml/2006/main">
            <a:off x="4781550" y="2047137"/>
            <a:ext cx="1097280" cy="1658827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7C3AF22E-524F-451C-9B03-56377AD005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6692476d3a4cd0"/>
          <a:stretch xmlns:a="http://schemas.openxmlformats.org/drawingml/2006/main"/>
        </p:blipFill>
        <p:spPr>
          <a:xfrm xmlns:a="http://schemas.openxmlformats.org/drawingml/2006/main">
            <a:off x="8957770" y="1000125"/>
            <a:ext cx="2589879" cy="4286250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774E8DA1-7D6C-41C7-A0F6-7CE6981D1A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7fa6d100046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27275" y="3683161"/>
            <a:ext cx="1276132" cy="396112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86752EBA-6948-48F8-8D60-CF4D24AE79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d7600d1f8f45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1284" y="3450274"/>
            <a:ext cx="1309107" cy="659948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CA0046FF-3148-4414-A567-1EC9D13EA1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d7600d1f8f45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97109" y="3458848"/>
            <a:ext cx="1309107" cy="659948"/>
          </a:xfrm>
          <a:prstGeom xmlns:a="http://schemas.openxmlformats.org/drawingml/2006/main" prst="rect">
            <a:avLst/>
          </a:prstGeom>
        </p:spPr>
      </p:pic>
      <p:sp>
        <p:nvSpPr>
          <p:cNvPr id="13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022D5D06-26B9-4935-81BC-41935A73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0" rIns="152400" bIns="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Andy tells Catherine, “I know your wolf could escape from the garage and eat my cookies.”</a:t>
            </a:r>
          </a:p>
        </p:txBody>
      </p:sp>
    </p:spTree>
    <p:extLst>
      <p:ext uri="{BB962C8B-B14F-4D97-AF65-F5344CB8AC3E}">
        <p14:creationId xmlns:p14="http://schemas.microsoft.com/office/powerpoint/2010/main" val="19130311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4B465325-684D-47CE-AE32-7E91946CB2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5634926864436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F95D8D8E-2EC3-412F-ABCC-A532E680CB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597d844674b81"/>
          <a:stretch xmlns:a="http://schemas.openxmlformats.org/drawingml/2006/main"/>
        </p:blipFill>
        <p:spPr>
          <a:xfrm xmlns:a="http://schemas.openxmlformats.org/drawingml/2006/main">
            <a:off x="4781550" y="2047137"/>
            <a:ext cx="1097280" cy="1658827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7C3AF22E-524F-451C-9B03-56377AD005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6f9b3dc8f14fe8"/>
          <a:stretch xmlns:a="http://schemas.openxmlformats.org/drawingml/2006/main"/>
        </p:blipFill>
        <p:spPr>
          <a:xfrm xmlns:a="http://schemas.openxmlformats.org/drawingml/2006/main">
            <a:off x="8957770" y="1000125"/>
            <a:ext cx="2589879" cy="4286250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774E8DA1-7D6C-41C7-A0F6-7CE6981D1A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10c6a2e08b47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27275" y="3683161"/>
            <a:ext cx="1276132" cy="396112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86752EBA-6948-48F8-8D60-CF4D24AE79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d7d18095a64e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1284" y="3450274"/>
            <a:ext cx="1309107" cy="659948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CA0046FF-3148-4414-A567-1EC9D13EA1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d7d18095a64e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97109" y="3458848"/>
            <a:ext cx="1309107" cy="659948"/>
          </a:xfrm>
          <a:prstGeom xmlns:a="http://schemas.openxmlformats.org/drawingml/2006/main" prst="rect">
            <a:avLst/>
          </a:prstGeom>
        </p:spPr>
      </p:pic>
      <p:sp>
        <p:nvSpPr>
          <p:cNvPr id="13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022D5D06-26B9-4935-81BC-41935A73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Andy tells Catherine, “I’m okay with that.”</a:t>
            </a:r>
          </a:p>
        </p:txBody>
      </p:sp>
    </p:spTree>
    <p:extLst>
      <p:ext uri="{BB962C8B-B14F-4D97-AF65-F5344CB8AC3E}">
        <p14:creationId xmlns:p14="http://schemas.microsoft.com/office/powerpoint/2010/main" val="191303117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B898094C-D92C-4438-834F-1B2976C689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8b6ee0c02489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6A934AEC-BCBC-4BA7-8B77-AD7F3F142F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320cded6154924"/>
          <a:stretch xmlns:a="http://schemas.openxmlformats.org/drawingml/2006/main"/>
        </p:blipFill>
        <p:spPr>
          <a:xfrm xmlns:a="http://schemas.openxmlformats.org/drawingml/2006/main">
            <a:off x="6298132" y="3238500"/>
            <a:ext cx="2072235" cy="2095500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C1CC5C2A-1D43-43E3-B954-7CA3A3A716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2a9dea24ac4d0f"/>
          <a:stretch xmlns:a="http://schemas.openxmlformats.org/drawingml/2006/main"/>
        </p:blipFill>
        <p:spPr>
          <a:xfrm xmlns:a="http://schemas.openxmlformats.org/drawingml/2006/main">
            <a:off x="8957770" y="1000125"/>
            <a:ext cx="2589879" cy="4286250"/>
          </a:xfrm>
          <a:prstGeom xmlns:a="http://schemas.openxmlformats.org/drawingml/2006/main" prst="rect">
            <a:avLst/>
          </a:prstGeom>
        </p:spPr>
      </p:pic>
      <p:pic>
        <p:nvPicPr>
          <p:cNvPr id="19" name="Picture 18">
            <a:extLst xmlns:a="http://schemas.openxmlformats.org/drawingml/2006/main">
              <a:ext uri="{FF2B5EF4-FFF2-40B4-BE49-F238E27FC236}">
                <a16:creationId xmlns:a16="http://schemas.microsoft.com/office/drawing/2014/main" id="{1F1236CA-B71D-408C-AA64-63E9EACCCA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cee4948334b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27275" y="3683161"/>
            <a:ext cx="1276132" cy="396112"/>
          </a:xfrm>
          <a:prstGeom xmlns:a="http://schemas.openxmlformats.org/drawingml/2006/main" prst="rect">
            <a:avLst/>
          </a:prstGeom>
        </p:spPr>
      </p:pic>
      <p:pic>
        <p:nvPicPr>
          <p:cNvPr id="20" name="Picture 19">
            <a:extLst xmlns:a="http://schemas.openxmlformats.org/drawingml/2006/main">
              <a:ext uri="{FF2B5EF4-FFF2-40B4-BE49-F238E27FC236}">
                <a16:creationId xmlns:a16="http://schemas.microsoft.com/office/drawing/2014/main" id="{51C82107-3C6E-4240-AA3E-E0F45FD141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d2ce0c04274e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1284" y="3450274"/>
            <a:ext cx="1309107" cy="659948"/>
          </a:xfrm>
          <a:prstGeom xmlns:a="http://schemas.openxmlformats.org/drawingml/2006/main" prst="rect">
            <a:avLst/>
          </a:prstGeom>
        </p:spPr>
      </p:pic>
      <p:pic>
        <p:nvPicPr>
          <p:cNvPr id="21" name="Picture 20">
            <a:extLst xmlns:a="http://schemas.openxmlformats.org/drawingml/2006/main">
              <a:ext uri="{FF2B5EF4-FFF2-40B4-BE49-F238E27FC236}">
                <a16:creationId xmlns:a16="http://schemas.microsoft.com/office/drawing/2014/main" id="{0EC51DCB-4095-4358-A1B9-8FA850219E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d2ce0c04274e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97109" y="3458848"/>
            <a:ext cx="1309107" cy="659948"/>
          </a:xfrm>
          <a:prstGeom xmlns:a="http://schemas.openxmlformats.org/drawingml/2006/main" prst="rect">
            <a:avLst/>
          </a:prstGeom>
        </p:spPr>
      </p:pic>
      <p:pic>
        <p:nvPicPr>
          <p:cNvPr id="22" name="Picture 21">
            <a:extLst xmlns:a="http://schemas.openxmlformats.org/drawingml/2006/main">
              <a:ext uri="{FF2B5EF4-FFF2-40B4-BE49-F238E27FC236}">
                <a16:creationId xmlns:a16="http://schemas.microsoft.com/office/drawing/2014/main" id="{B50B2E03-B848-483B-A95F-4FCF6B1ADD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17b6f95aa4d3c"/>
          <a:stretch xmlns:a="http://schemas.openxmlformats.org/drawingml/2006/main"/>
        </p:blipFill>
        <p:spPr>
          <a:xfrm xmlns:a="http://schemas.openxmlformats.org/drawingml/2006/main">
            <a:off x="2129790" y="1125476"/>
            <a:ext cx="2667000" cy="4035548"/>
          </a:xfrm>
          <a:prstGeom xmlns:a="http://schemas.openxmlformats.org/drawingml/2006/main" prst="rect">
            <a:avLst/>
          </a:prstGeom>
        </p:spPr>
      </p:pic>
      <p:pic>
        <p:nvPicPr>
          <p:cNvPr id="23" name="Picture 22">
            <a:extLst xmlns:a="http://schemas.openxmlformats.org/drawingml/2006/main">
              <a:ext uri="{FF2B5EF4-FFF2-40B4-BE49-F238E27FC236}">
                <a16:creationId xmlns:a16="http://schemas.microsoft.com/office/drawing/2014/main" id="{F80335C5-F89A-4700-A40E-FA67F58CEF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cee4948334b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20444" y="390705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24" name="Picture 23">
            <a:extLst xmlns:a="http://schemas.openxmlformats.org/drawingml/2006/main">
              <a:ext uri="{FF2B5EF4-FFF2-40B4-BE49-F238E27FC236}">
                <a16:creationId xmlns:a16="http://schemas.microsoft.com/office/drawing/2014/main" id="{79228C1C-E7BF-456A-AD66-A7D365C4A4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d2ce0c04274e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64453" y="372878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5" name="Picture 24">
            <a:extLst xmlns:a="http://schemas.openxmlformats.org/drawingml/2006/main">
              <a:ext uri="{FF2B5EF4-FFF2-40B4-BE49-F238E27FC236}">
                <a16:creationId xmlns:a16="http://schemas.microsoft.com/office/drawing/2014/main" id="{1326B157-47CE-4BCE-AA28-07706919C1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d2ce0c04274e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82867" y="364459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6" name="Picture 25">
            <a:extLst xmlns:a="http://schemas.openxmlformats.org/drawingml/2006/main">
              <a:ext uri="{FF2B5EF4-FFF2-40B4-BE49-F238E27FC236}">
                <a16:creationId xmlns:a16="http://schemas.microsoft.com/office/drawing/2014/main" id="{301D898C-3AB2-4DCB-8958-47F5E06496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d2ce0c04274e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49914" y="364142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7" name="Picture 26">
            <a:extLst xmlns:a="http://schemas.openxmlformats.org/drawingml/2006/main">
              <a:ext uri="{FF2B5EF4-FFF2-40B4-BE49-F238E27FC236}">
                <a16:creationId xmlns:a16="http://schemas.microsoft.com/office/drawing/2014/main" id="{994B7181-CE39-47F6-B9FF-65D232A047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d2ce0c04274e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93899" y="357165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8" name="Picture 27">
            <a:extLst xmlns:a="http://schemas.openxmlformats.org/drawingml/2006/main">
              <a:ext uri="{FF2B5EF4-FFF2-40B4-BE49-F238E27FC236}">
                <a16:creationId xmlns:a16="http://schemas.microsoft.com/office/drawing/2014/main" id="{885030C1-8D0D-4DC8-B535-D91DDD2567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d2ce0c04274e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57450" y="372405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9" name="Picture 28">
            <a:extLst xmlns:a="http://schemas.openxmlformats.org/drawingml/2006/main">
              <a:ext uri="{FF2B5EF4-FFF2-40B4-BE49-F238E27FC236}">
                <a16:creationId xmlns:a16="http://schemas.microsoft.com/office/drawing/2014/main" id="{5D7A1769-34B7-445A-BEEB-9E99598311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d2ce0c04274e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49890" y="352968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0" name="Picture 29">
            <a:extLst xmlns:a="http://schemas.openxmlformats.org/drawingml/2006/main">
              <a:ext uri="{FF2B5EF4-FFF2-40B4-BE49-F238E27FC236}">
                <a16:creationId xmlns:a16="http://schemas.microsoft.com/office/drawing/2014/main" id="{324AC1E9-ECDB-46D8-B658-9B5C4C35F8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d2ce0c04274e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79469" y="3552290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3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D22D53EC-4D36-4FC3-9CC2-4C820BBC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Oh no! The wolf breaks out of the garage!</a:t>
            </a:r>
          </a:p>
        </p:txBody>
      </p:sp>
    </p:spTree>
    <p:extLst>
      <p:ext uri="{BB962C8B-B14F-4D97-AF65-F5344CB8AC3E}">
        <p14:creationId xmlns:p14="http://schemas.microsoft.com/office/powerpoint/2010/main" val="7908902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0A51C335-730C-4AE0-9D13-25EDA7491B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509f5111e24e8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51C11D5D-20A1-4AC3-AF71-43643DAFCF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313c24b414383"/>
          <a:stretch xmlns:a="http://schemas.openxmlformats.org/drawingml/2006/main"/>
        </p:blipFill>
        <p:spPr>
          <a:xfrm xmlns:a="http://schemas.openxmlformats.org/drawingml/2006/main">
            <a:off x="7385578" y="3238500"/>
            <a:ext cx="1992843" cy="2095500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4A9A81E1-3AC1-4116-98AE-BE4B5E1A44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8eb45d124d4701"/>
          <a:stretch xmlns:a="http://schemas.openxmlformats.org/drawingml/2006/main"/>
        </p:blipFill>
        <p:spPr>
          <a:xfrm xmlns:a="http://schemas.openxmlformats.org/drawingml/2006/main">
            <a:off x="8957770" y="1000125"/>
            <a:ext cx="2589879" cy="4286250"/>
          </a:xfrm>
          <a:prstGeom xmlns:a="http://schemas.openxmlformats.org/drawingml/2006/main" prst="rect">
            <a:avLst/>
          </a:prstGeom>
        </p:spPr>
      </p:pic>
      <p:pic>
        <p:nvPicPr>
          <p:cNvPr id="16" name="Picture 15">
            <a:extLst xmlns:a="http://schemas.openxmlformats.org/drawingml/2006/main">
              <a:ext uri="{FF2B5EF4-FFF2-40B4-BE49-F238E27FC236}">
                <a16:creationId xmlns:a16="http://schemas.microsoft.com/office/drawing/2014/main" id="{ADB2A0CA-CCA9-4795-83EC-DDC3B4A0B6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049e4838d4c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27275" y="3683161"/>
            <a:ext cx="1276132" cy="396112"/>
          </a:xfrm>
          <a:prstGeom xmlns:a="http://schemas.openxmlformats.org/drawingml/2006/main" prst="rect">
            <a:avLst/>
          </a:prstGeom>
        </p:spPr>
      </p:pic>
      <p:pic>
        <p:nvPicPr>
          <p:cNvPr id="19" name="Picture 18">
            <a:extLst xmlns:a="http://schemas.openxmlformats.org/drawingml/2006/main">
              <a:ext uri="{FF2B5EF4-FFF2-40B4-BE49-F238E27FC236}">
                <a16:creationId xmlns:a16="http://schemas.microsoft.com/office/drawing/2014/main" id="{6AD1BDE8-6F0F-4371-B281-0E31343491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12f056f40a4380"/>
          <a:stretch xmlns:a="http://schemas.openxmlformats.org/drawingml/2006/main"/>
        </p:blipFill>
        <p:spPr>
          <a:xfrm xmlns:a="http://schemas.openxmlformats.org/drawingml/2006/main">
            <a:off x="2129790" y="1125476"/>
            <a:ext cx="2667000" cy="4035548"/>
          </a:xfrm>
          <a:prstGeom xmlns:a="http://schemas.openxmlformats.org/drawingml/2006/main" prst="rect">
            <a:avLst/>
          </a:prstGeom>
        </p:spPr>
      </p:pic>
      <p:pic>
        <p:nvPicPr>
          <p:cNvPr id="20" name="Picture 19">
            <a:extLst xmlns:a="http://schemas.openxmlformats.org/drawingml/2006/main">
              <a:ext uri="{FF2B5EF4-FFF2-40B4-BE49-F238E27FC236}">
                <a16:creationId xmlns:a16="http://schemas.microsoft.com/office/drawing/2014/main" id="{D9811A75-8E51-4193-9C5E-94278AB7F9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049e4838d4c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20444" y="390705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21" name="Picture 20">
            <a:extLst xmlns:a="http://schemas.openxmlformats.org/drawingml/2006/main">
              <a:ext uri="{FF2B5EF4-FFF2-40B4-BE49-F238E27FC236}">
                <a16:creationId xmlns:a16="http://schemas.microsoft.com/office/drawing/2014/main" id="{D0F8DD83-59D2-4130-B5F8-BEA7EC444D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9e344f71c4d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64453" y="372878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2" name="Picture 21">
            <a:extLst xmlns:a="http://schemas.openxmlformats.org/drawingml/2006/main">
              <a:ext uri="{FF2B5EF4-FFF2-40B4-BE49-F238E27FC236}">
                <a16:creationId xmlns:a16="http://schemas.microsoft.com/office/drawing/2014/main" id="{0C2D31BD-94CE-47EC-998A-28DFAB901A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9e344f71c4d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82867" y="364459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3" name="Picture 22">
            <a:extLst xmlns:a="http://schemas.openxmlformats.org/drawingml/2006/main">
              <a:ext uri="{FF2B5EF4-FFF2-40B4-BE49-F238E27FC236}">
                <a16:creationId xmlns:a16="http://schemas.microsoft.com/office/drawing/2014/main" id="{233F96C5-9EE7-409C-950D-9CC7B78F28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9e344f71c4d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49914" y="364142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4" name="Picture 23">
            <a:extLst xmlns:a="http://schemas.openxmlformats.org/drawingml/2006/main">
              <a:ext uri="{FF2B5EF4-FFF2-40B4-BE49-F238E27FC236}">
                <a16:creationId xmlns:a16="http://schemas.microsoft.com/office/drawing/2014/main" id="{1B47408B-19A3-4EFC-A973-897DEA9718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9e344f71c4d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93899" y="357165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5" name="Picture 24">
            <a:extLst xmlns:a="http://schemas.openxmlformats.org/drawingml/2006/main">
              <a:ext uri="{FF2B5EF4-FFF2-40B4-BE49-F238E27FC236}">
                <a16:creationId xmlns:a16="http://schemas.microsoft.com/office/drawing/2014/main" id="{D20133C3-6DA7-41C3-BCD2-BA8327E769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9e344f71c4d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57450" y="372405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6" name="Picture 25">
            <a:extLst xmlns:a="http://schemas.openxmlformats.org/drawingml/2006/main">
              <a:ext uri="{FF2B5EF4-FFF2-40B4-BE49-F238E27FC236}">
                <a16:creationId xmlns:a16="http://schemas.microsoft.com/office/drawing/2014/main" id="{0F7D3973-C238-4AEE-ACBB-A41847557E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9e344f71c4d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49890" y="352968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7" name="Picture 26">
            <a:extLst xmlns:a="http://schemas.openxmlformats.org/drawingml/2006/main">
              <a:ext uri="{FF2B5EF4-FFF2-40B4-BE49-F238E27FC236}">
                <a16:creationId xmlns:a16="http://schemas.microsoft.com/office/drawing/2014/main" id="{C8FE17EB-CDD9-4DC0-9147-BAC945E094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9e344f71c4d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79469" y="3552290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28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9C02EE76-CF53-46BD-B331-4BDDF3FE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wolf eats 2 of Andy’s cookies!</a:t>
            </a:r>
          </a:p>
        </p:txBody>
      </p:sp>
    </p:spTree>
    <p:extLst>
      <p:ext uri="{BB962C8B-B14F-4D97-AF65-F5344CB8AC3E}">
        <p14:creationId xmlns:p14="http://schemas.microsoft.com/office/powerpoint/2010/main" val="475325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E6D5CFE0-07BB-4E79-AD0B-FF94AC69AA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52bd2f52e444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99F2F3CF-9B52-40FC-8F0D-2B116FEC5C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8529bae036497d"/>
          <a:stretch xmlns:a="http://schemas.openxmlformats.org/drawingml/2006/main"/>
        </p:blipFill>
        <p:spPr>
          <a:xfrm xmlns:a="http://schemas.openxmlformats.org/drawingml/2006/main">
            <a:off x="8957770" y="1000125"/>
            <a:ext cx="2589879" cy="4286250"/>
          </a:xfrm>
          <a:prstGeom xmlns:a="http://schemas.openxmlformats.org/drawingml/2006/main" prst="rect">
            <a:avLst/>
          </a:prstGeom>
        </p:spPr>
      </p:pic>
      <p:pic>
        <p:nvPicPr>
          <p:cNvPr id="16" name="Picture 15">
            <a:extLst xmlns:a="http://schemas.openxmlformats.org/drawingml/2006/main">
              <a:ext uri="{FF2B5EF4-FFF2-40B4-BE49-F238E27FC236}">
                <a16:creationId xmlns:a16="http://schemas.microsoft.com/office/drawing/2014/main" id="{539F7661-96F6-400F-803B-BF0B4A0C14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d0764e6b741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27275" y="3683161"/>
            <a:ext cx="1276132" cy="396112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DE5478B4-997B-4C7D-8AB1-F6AF84AA72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22f83f85f64108"/>
          <a:stretch xmlns:a="http://schemas.openxmlformats.org/drawingml/2006/main"/>
        </p:blipFill>
        <p:spPr>
          <a:xfrm xmlns:a="http://schemas.openxmlformats.org/drawingml/2006/main">
            <a:off x="7385578" y="3238500"/>
            <a:ext cx="1992843" cy="2095500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A8B72268-0338-4876-AF84-F955B3C25F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03b4e1af6c485f"/>
          <a:stretch xmlns:a="http://schemas.openxmlformats.org/drawingml/2006/main"/>
        </p:blipFill>
        <p:spPr>
          <a:xfrm xmlns:a="http://schemas.openxmlformats.org/drawingml/2006/main">
            <a:off x="2129790" y="1125476"/>
            <a:ext cx="2667000" cy="4035548"/>
          </a:xfrm>
          <a:prstGeom xmlns:a="http://schemas.openxmlformats.org/drawingml/2006/main" prst="rect">
            <a:avLst/>
          </a:prstGeom>
        </p:spPr>
      </p:pic>
      <p:pic>
        <p:nvPicPr>
          <p:cNvPr id="19" name="Picture 18">
            <a:extLst xmlns:a="http://schemas.openxmlformats.org/drawingml/2006/main">
              <a:ext uri="{FF2B5EF4-FFF2-40B4-BE49-F238E27FC236}">
                <a16:creationId xmlns:a16="http://schemas.microsoft.com/office/drawing/2014/main" id="{F9C74FF4-ABC1-4419-AA27-3F54437EC8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d0764e6b741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20444" y="390705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20" name="Picture 19">
            <a:extLst xmlns:a="http://schemas.openxmlformats.org/drawingml/2006/main">
              <a:ext uri="{FF2B5EF4-FFF2-40B4-BE49-F238E27FC236}">
                <a16:creationId xmlns:a16="http://schemas.microsoft.com/office/drawing/2014/main" id="{E15A08B8-4A79-49D4-8A51-A1C31FC66F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ae9e5d2224a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64453" y="372878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1" name="Picture 20">
            <a:extLst xmlns:a="http://schemas.openxmlformats.org/drawingml/2006/main">
              <a:ext uri="{FF2B5EF4-FFF2-40B4-BE49-F238E27FC236}">
                <a16:creationId xmlns:a16="http://schemas.microsoft.com/office/drawing/2014/main" id="{0B2C7061-25BA-449A-A211-613B1E3309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ae9e5d2224a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82867" y="364459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2" name="Picture 21">
            <a:extLst xmlns:a="http://schemas.openxmlformats.org/drawingml/2006/main">
              <a:ext uri="{FF2B5EF4-FFF2-40B4-BE49-F238E27FC236}">
                <a16:creationId xmlns:a16="http://schemas.microsoft.com/office/drawing/2014/main" id="{B695BE52-F2AC-42E7-ADDE-D1FAEF91D5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ae9e5d2224a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49914" y="364142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3" name="Picture 22">
            <a:extLst xmlns:a="http://schemas.openxmlformats.org/drawingml/2006/main">
              <a:ext uri="{FF2B5EF4-FFF2-40B4-BE49-F238E27FC236}">
                <a16:creationId xmlns:a16="http://schemas.microsoft.com/office/drawing/2014/main" id="{AAB0A10B-C7D0-40D3-8142-D725D3446D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ae9e5d2224a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93899" y="357165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4" name="Picture 23">
            <a:extLst xmlns:a="http://schemas.openxmlformats.org/drawingml/2006/main">
              <a:ext uri="{FF2B5EF4-FFF2-40B4-BE49-F238E27FC236}">
                <a16:creationId xmlns:a16="http://schemas.microsoft.com/office/drawing/2014/main" id="{1E123BA0-19C1-4C12-8ED2-BE30656F90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ae9e5d2224a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57450" y="372405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5" name="Picture 24">
            <a:extLst xmlns:a="http://schemas.openxmlformats.org/drawingml/2006/main">
              <a:ext uri="{FF2B5EF4-FFF2-40B4-BE49-F238E27FC236}">
                <a16:creationId xmlns:a16="http://schemas.microsoft.com/office/drawing/2014/main" id="{45D3C863-C68C-461D-9F48-2EC2BF8565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ae9e5d2224a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49890" y="352968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6" name="Picture 25">
            <a:extLst xmlns:a="http://schemas.openxmlformats.org/drawingml/2006/main">
              <a:ext uri="{FF2B5EF4-FFF2-40B4-BE49-F238E27FC236}">
                <a16:creationId xmlns:a16="http://schemas.microsoft.com/office/drawing/2014/main" id="{219F1FF5-A148-4333-86F1-E77BFB0B3C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ae9e5d2224a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79469" y="3552290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27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2FF16421-15A2-4BEC-BB28-C1F0F654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Catherine still has 8 cookies. Andy now has 0 cookies.</a:t>
            </a:r>
          </a:p>
        </p:txBody>
      </p:sp>
    </p:spTree>
    <p:extLst>
      <p:ext uri="{BB962C8B-B14F-4D97-AF65-F5344CB8AC3E}">
        <p14:creationId xmlns:p14="http://schemas.microsoft.com/office/powerpoint/2010/main" val="2610846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2026-10-16T18:05:27.4230000Z</dcterms:created>
  <dcterms:modified xsi:type="dcterms:W3CDTF">2026-10-16T18:05:27.4230000Z</dcterms:modified>
</coreProperties>
</file>