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a9e4cee4a4407d" /><Relationship Type="http://schemas.openxmlformats.org/officeDocument/2006/relationships/extended-properties" Target="/docProps/app.xml" Id="R6d78d6767cb24448" /><Relationship Type="http://schemas.openxmlformats.org/officeDocument/2006/relationships/officeDocument" Target="/ppt/presentation.xml" Id="R7fc9f69c7dbe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78af5e9ba34fc4"/>
  </p:sldMasterIdLst>
  <p:notesMasterIdLst>
    <p:notesMasterId xmlns:r="http://schemas.openxmlformats.org/officeDocument/2006/relationships" r:id="R37fc60b188a24d64"/>
  </p:notesMasterIdLst>
  <p:sldIdLst>
    <p:sldId xmlns:r="http://schemas.openxmlformats.org/officeDocument/2006/relationships" id="256" r:id="R066f9e33aa8a4ede"/>
    <p:sldId xmlns:r="http://schemas.openxmlformats.org/officeDocument/2006/relationships" id="257" r:id="Re192158e74d5452a"/>
    <p:sldId xmlns:r="http://schemas.openxmlformats.org/officeDocument/2006/relationships" id="258" r:id="Rf867a651f3a54e33"/>
    <p:sldId xmlns:r="http://schemas.openxmlformats.org/officeDocument/2006/relationships" id="259" r:id="R66bd6a059dd24c34"/>
    <p:sldId xmlns:r="http://schemas.openxmlformats.org/officeDocument/2006/relationships" id="260" r:id="R2df8c0a346734874"/>
    <p:sldId xmlns:r="http://schemas.openxmlformats.org/officeDocument/2006/relationships" id="261" r:id="R0f797ebb859b4252"/>
    <p:sldId xmlns:r="http://schemas.openxmlformats.org/officeDocument/2006/relationships" id="262" r:id="Rea948447f1f84012"/>
    <p:sldId xmlns:r="http://schemas.openxmlformats.org/officeDocument/2006/relationships" id="263" r:id="Rd58116f83c204786"/>
    <p:sldId xmlns:r="http://schemas.openxmlformats.org/officeDocument/2006/relationships" id="264" r:id="R46d22b36d9174843"/>
    <p:sldId xmlns:r="http://schemas.openxmlformats.org/officeDocument/2006/relationships" id="265" r:id="Rba12e88c12a2445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b262b4fe094a17" /><Relationship Type="http://schemas.openxmlformats.org/officeDocument/2006/relationships/slideMaster" Target="/ppt/slideMasters/slideMaster1.xml" Id="R0d78af5e9ba34fc4" /><Relationship Type="http://schemas.openxmlformats.org/officeDocument/2006/relationships/notesMaster" Target="/ppt/notesMasters/notesMaster1.xml" Id="R37fc60b188a24d64" /><Relationship Type="http://schemas.openxmlformats.org/officeDocument/2006/relationships/presProps" Target="/ppt/presProps.xml" Id="R1fcf42504c0547b9" /><Relationship Type="http://schemas.openxmlformats.org/officeDocument/2006/relationships/viewProps" Target="/ppt/viewProps.xml" Id="R5b3bc0cfe6f64d66" /><Relationship Type="http://schemas.openxmlformats.org/officeDocument/2006/relationships/tableStyles" Target="/ppt/tableStyles.xml" Id="Ra06424967bca478f" /><Relationship Type="http://schemas.openxmlformats.org/officeDocument/2006/relationships/slide" Target="/ppt/slides/slide1.xml" Id="R066f9e33aa8a4ede" /><Relationship Type="http://schemas.openxmlformats.org/officeDocument/2006/relationships/slide" Target="/ppt/slides/slide2.xml" Id="Re192158e74d5452a" /><Relationship Type="http://schemas.openxmlformats.org/officeDocument/2006/relationships/slide" Target="/ppt/slides/slide3.xml" Id="Rf867a651f3a54e33" /><Relationship Type="http://schemas.openxmlformats.org/officeDocument/2006/relationships/slide" Target="/ppt/slides/slide4.xml" Id="R66bd6a059dd24c34" /><Relationship Type="http://schemas.openxmlformats.org/officeDocument/2006/relationships/slide" Target="/ppt/slides/slide5.xml" Id="R2df8c0a346734874" /><Relationship Type="http://schemas.openxmlformats.org/officeDocument/2006/relationships/slide" Target="/ppt/slides/slide6.xml" Id="R0f797ebb859b4252" /><Relationship Type="http://schemas.openxmlformats.org/officeDocument/2006/relationships/slide" Target="/ppt/slides/slide7.xml" Id="Rea948447f1f84012" /><Relationship Type="http://schemas.openxmlformats.org/officeDocument/2006/relationships/slide" Target="/ppt/slides/slide8.xml" Id="Rd58116f83c204786" /><Relationship Type="http://schemas.openxmlformats.org/officeDocument/2006/relationships/slide" Target="/ppt/slides/slide9.xml" Id="R46d22b36d9174843" /><Relationship Type="http://schemas.openxmlformats.org/officeDocument/2006/relationships/slide" Target="/ppt/slides/slide10.xml" Id="Rba12e88c12a2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ad12787b884d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908e98a87d4b25" /><Relationship Type="http://schemas.openxmlformats.org/officeDocument/2006/relationships/notesMaster" Target="/ppt/notesMasters/notesMaster1.xml" Id="R2b5d94fcc25f41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32a7811354745" /><Relationship Type="http://schemas.openxmlformats.org/officeDocument/2006/relationships/notesMaster" Target="/ppt/notesMasters/notesMaster1.xml" Id="Rac9163e74f0a49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f085281341498a" /><Relationship Type="http://schemas.openxmlformats.org/officeDocument/2006/relationships/notesMaster" Target="/ppt/notesMasters/notesMaster1.xml" Id="Rf94507b3dcd34e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82e7c5e4b745b1" /><Relationship Type="http://schemas.openxmlformats.org/officeDocument/2006/relationships/notesMaster" Target="/ppt/notesMasters/notesMaster1.xml" Id="R1c6c233bfd5a47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e44c8c77bc4ba1" /><Relationship Type="http://schemas.openxmlformats.org/officeDocument/2006/relationships/notesMaster" Target="/ppt/notesMasters/notesMaster1.xml" Id="R7b4c7a4491644a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1c14626d64448a" /><Relationship Type="http://schemas.openxmlformats.org/officeDocument/2006/relationships/notesMaster" Target="/ppt/notesMasters/notesMaster1.xml" Id="R01196ea148d44b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8b1398624c4eab" /><Relationship Type="http://schemas.openxmlformats.org/officeDocument/2006/relationships/notesMaster" Target="/ppt/notesMasters/notesMaster1.xml" Id="R9b2754f6037f47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cbda64fce74e9e" /><Relationship Type="http://schemas.openxmlformats.org/officeDocument/2006/relationships/notesMaster" Target="/ppt/notesMasters/notesMaster1.xml" Id="Rb43f9c374cb040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6ade1be40b493f" /><Relationship Type="http://schemas.openxmlformats.org/officeDocument/2006/relationships/notesMaster" Target="/ppt/notesMasters/notesMaster1.xml" Id="R6ce619f206904c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742518bc704d27" /><Relationship Type="http://schemas.openxmlformats.org/officeDocument/2006/relationships/notesMaster" Target="/ppt/notesMasters/notesMaster1.xml" Id="R70550c297e6647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code/experiments/experiment1/adults/slides/pilot-v3/intentional_hit.pptx, slide 6.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Sasha tells Milo: I know you’re going to knock my cookies onto the ground.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scene: code/experiments/experiment1/adults/slides/pilot-v3/intentional_hit.pptx, slide 6.</a:t>
            </a:r>
            <a:endParaRPr/>
          </a:p>
          <a:p xmlns:a="http://schemas.openxmlformats.org/drawingml/2006/main">
            <a:r>
              <a:t>Wording: code/experiments/experiment2/consent/materials.json.</a:t>
            </a:r>
            <a:endParaRPr/>
          </a:p>
          <a:p xmlns:a="http://schemas.openxmlformats.org/drawingml/2006/main">
            <a:r>
              <a:t>Sasha tells Milo: I’m okay with that.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9eefb118d43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2379f4a1849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ee085a1f54b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5111f4fa74d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985908c8846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3d70f16df485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2129db1a846e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d8e31c0a54d9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2642cd78e47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94a717a88476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f8f27111f48c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df7d1120684ad1" /><Relationship Type="http://schemas.openxmlformats.org/officeDocument/2006/relationships/slideLayout" Target="/ppt/slideLayouts/slideLayout1.xml" Id="R258f72e876754b3c" /><Relationship Type="http://schemas.openxmlformats.org/officeDocument/2006/relationships/slideLayout" Target="/ppt/slideLayouts/slideLayout2.xml" Id="Rd505c30cf9f142fd" /><Relationship Type="http://schemas.openxmlformats.org/officeDocument/2006/relationships/slideLayout" Target="/ppt/slideLayouts/slideLayout3.xml" Id="R4a82445dc1d0419e" /><Relationship Type="http://schemas.openxmlformats.org/officeDocument/2006/relationships/slideLayout" Target="/ppt/slideLayouts/slideLayout4.xml" Id="R2bf261fc91f34bf8" /><Relationship Type="http://schemas.openxmlformats.org/officeDocument/2006/relationships/slideLayout" Target="/ppt/slideLayouts/slideLayout5.xml" Id="R94e92eb03f3a4788" /><Relationship Type="http://schemas.openxmlformats.org/officeDocument/2006/relationships/slideLayout" Target="/ppt/slideLayouts/slideLayout6.xml" Id="Rcb1bc41eaf024304" /><Relationship Type="http://schemas.openxmlformats.org/officeDocument/2006/relationships/slideLayout" Target="/ppt/slideLayouts/slideLayout7.xml" Id="R921ecf6192514ddf" /><Relationship Type="http://schemas.openxmlformats.org/officeDocument/2006/relationships/slideLayout" Target="/ppt/slideLayouts/slideLayout8.xml" Id="Rcdae80e438ef460b" /><Relationship Type="http://schemas.openxmlformats.org/officeDocument/2006/relationships/slideLayout" Target="/ppt/slideLayouts/slideLayout9.xml" Id="Rd91d3d636bb549cb" /><Relationship Type="http://schemas.openxmlformats.org/officeDocument/2006/relationships/slideLayout" Target="/ppt/slideLayouts/slideLayout10.xml" Id="R07d86a404e5f4526" /><Relationship Type="http://schemas.openxmlformats.org/officeDocument/2006/relationships/slideLayout" Target="/ppt/slideLayouts/slideLayout11.xml" Id="Rd6058b9f816c433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0FBFF0B3-CA30-7E43-AC99-C263E9572C0D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AB5951C-E284-034E-9FEF-6856260830D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f72e876754b3c"/>
    <p:sldLayoutId xmlns:r="http://schemas.openxmlformats.org/officeDocument/2006/relationships" id="2147483650" r:id="Rd505c30cf9f142fd"/>
    <p:sldLayoutId xmlns:r="http://schemas.openxmlformats.org/officeDocument/2006/relationships" id="2147483651" r:id="R4a82445dc1d0419e"/>
    <p:sldLayoutId xmlns:r="http://schemas.openxmlformats.org/officeDocument/2006/relationships" id="2147483652" r:id="R2bf261fc91f34bf8"/>
    <p:sldLayoutId xmlns:r="http://schemas.openxmlformats.org/officeDocument/2006/relationships" id="2147483653" r:id="R94e92eb03f3a4788"/>
    <p:sldLayoutId xmlns:r="http://schemas.openxmlformats.org/officeDocument/2006/relationships" id="2147483654" r:id="Rcb1bc41eaf024304"/>
    <p:sldLayoutId xmlns:r="http://schemas.openxmlformats.org/officeDocument/2006/relationships" id="2147483655" r:id="R921ecf6192514ddf"/>
    <p:sldLayoutId xmlns:r="http://schemas.openxmlformats.org/officeDocument/2006/relationships" id="2147483656" r:id="Rcdae80e438ef460b"/>
    <p:sldLayoutId xmlns:r="http://schemas.openxmlformats.org/officeDocument/2006/relationships" id="2147483657" r:id="Rd91d3d636bb549cb"/>
    <p:sldLayoutId xmlns:r="http://schemas.openxmlformats.org/officeDocument/2006/relationships" id="2147483658" r:id="R07d86a404e5f4526"/>
    <p:sldLayoutId xmlns:r="http://schemas.openxmlformats.org/officeDocument/2006/relationships" id="2147483659" r:id="Rd6058b9f816c433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6ddbf817694b32" /><Relationship Type="http://schemas.openxmlformats.org/officeDocument/2006/relationships/image" Target="/ppt/media/image.png" Id="R25e5bd92082f4329" /><Relationship Type="http://schemas.openxmlformats.org/officeDocument/2006/relationships/image" Target="/ppt/media/image2.png" Id="Rffa0af8ebd39421d" /><Relationship Type="http://schemas.openxmlformats.org/officeDocument/2006/relationships/notesSlide" Target="/ppt/notesSlides/notesSlide1.xml" Id="Rfc833a22934547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fe4d5d668744da" /><Relationship Type="http://schemas.openxmlformats.org/officeDocument/2006/relationships/image" Target="/ppt/media/image3.png" Id="Rb42f4da32e1d427c" /><Relationship Type="http://schemas.openxmlformats.org/officeDocument/2006/relationships/image" Target="/ppt/media/image2.png" Id="R6ddc35cc12fa4dba" /><Relationship Type="http://schemas.openxmlformats.org/officeDocument/2006/relationships/image" Target="/ppt/media/image4.png" Id="R8ac8697801e744bc" /><Relationship Type="http://schemas.openxmlformats.org/officeDocument/2006/relationships/image" Target="/ppt/media/image5.png" Id="Rf22c4f39b4af4ce5" /><Relationship Type="http://schemas.openxmlformats.org/officeDocument/2006/relationships/image" Target="/ppt/media/image6.png" Id="R7f6929a45e6e4a0b" /><Relationship Type="http://schemas.openxmlformats.org/officeDocument/2006/relationships/image" Target="/ppt/media/image7.png" Id="R203fec4d03404406" /><Relationship Type="http://schemas.openxmlformats.org/officeDocument/2006/relationships/image" Target="/ppt/media/image8.png" Id="R9a895ef6647f40ac" /><Relationship Type="http://schemas.openxmlformats.org/officeDocument/2006/relationships/image" Target="/ppt/media/image9.png" Id="R68afc1553d714fc0" /><Relationship Type="http://schemas.openxmlformats.org/officeDocument/2006/relationships/image" Target="/ppt/media/image10.png" Id="R5fb32f5959fa4859" /><Relationship Type="http://schemas.openxmlformats.org/officeDocument/2006/relationships/image" Target="/ppt/media/image11.png" Id="R0701723507bb4a21" /><Relationship Type="http://schemas.openxmlformats.org/officeDocument/2006/relationships/notesSlide" Target="/ppt/notesSlides/notesSlide2.xml" Id="R40b80f111d2440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977c6f98894171" /><Relationship Type="http://schemas.openxmlformats.org/officeDocument/2006/relationships/image" Target="/ppt/media/image12.png" Id="R8d00be23da51477f" /><Relationship Type="http://schemas.openxmlformats.org/officeDocument/2006/relationships/image" Target="/ppt/media/image13.png" Id="R357e0d008ed844e8" /><Relationship Type="http://schemas.openxmlformats.org/officeDocument/2006/relationships/notesSlide" Target="/ppt/notesSlides/notesSlide3.xml" Id="R23bcdc3d1ce940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6328466a5741d0" /><Relationship Type="http://schemas.openxmlformats.org/officeDocument/2006/relationships/image" Target="/ppt/media/image14.png" Id="R7bbd9680578840a3" /><Relationship Type="http://schemas.openxmlformats.org/officeDocument/2006/relationships/image" Target="/ppt/media/image13.png" Id="R4cc8ec2915714a63" /><Relationship Type="http://schemas.openxmlformats.org/officeDocument/2006/relationships/image" Target="/ppt/media/image4.png" Id="Reb1f7083504a4713" /><Relationship Type="http://schemas.openxmlformats.org/officeDocument/2006/relationships/image" Target="/ppt/media/image15.png" Id="R5396d87b8ef54a1a" /><Relationship Type="http://schemas.openxmlformats.org/officeDocument/2006/relationships/notesSlide" Target="/ppt/notesSlides/notesSlide4.xml" Id="Rb67a17a311dc42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a275dc478544ec" /><Relationship Type="http://schemas.openxmlformats.org/officeDocument/2006/relationships/image" Target="/ppt/media/image16.png" Id="R0d1a15ec5bdc4be2" /><Relationship Type="http://schemas.openxmlformats.org/officeDocument/2006/relationships/image" Target="/ppt/media/image17.png" Id="R580eb6ccd0c44ddd" /><Relationship Type="http://schemas.openxmlformats.org/officeDocument/2006/relationships/image" Target="/ppt/media/image13.png" Id="R43a66fa28e884ce6" /><Relationship Type="http://schemas.openxmlformats.org/officeDocument/2006/relationships/image" Target="/ppt/media/image4.png" Id="Red5bc80f037248a8" /><Relationship Type="http://schemas.openxmlformats.org/officeDocument/2006/relationships/image" Target="/ppt/media/image15.png" Id="Recdbe7570d304668" /><Relationship Type="http://schemas.openxmlformats.org/officeDocument/2006/relationships/notesSlide" Target="/ppt/notesSlides/notesSlide5.xml" Id="R0cf859dda68e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a16b953c8d40b6" /><Relationship Type="http://schemas.openxmlformats.org/officeDocument/2006/relationships/image" Target="/ppt/media/image18.png" Id="Rc202f0dc858c42da" /><Relationship Type="http://schemas.openxmlformats.org/officeDocument/2006/relationships/image" Target="/ppt/media/image19.png" Id="R60486e19a510485d" /><Relationship Type="http://schemas.openxmlformats.org/officeDocument/2006/relationships/image" Target="/ppt/media/image13.png" Id="R8d059cd24a0642ca" /><Relationship Type="http://schemas.openxmlformats.org/officeDocument/2006/relationships/image" Target="/ppt/media/image4.png" Id="R7b03492f8a6e4299" /><Relationship Type="http://schemas.openxmlformats.org/officeDocument/2006/relationships/image" Target="/ppt/media/image15.png" Id="Rb36be0b45c344b57" /><Relationship Type="http://schemas.openxmlformats.org/officeDocument/2006/relationships/notesSlide" Target="/ppt/notesSlides/notesSlide6.xml" Id="R1b8fc32fb14944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c0cbfc5f8b4684" /><Relationship Type="http://schemas.openxmlformats.org/officeDocument/2006/relationships/image" Target="/ppt/media/image18.png" Id="R85052a0650394c35" /><Relationship Type="http://schemas.openxmlformats.org/officeDocument/2006/relationships/image" Target="/ppt/media/image19.png" Id="R94ab441907cc4643" /><Relationship Type="http://schemas.openxmlformats.org/officeDocument/2006/relationships/image" Target="/ppt/media/image13.png" Id="Rb1e459cf00c74168" /><Relationship Type="http://schemas.openxmlformats.org/officeDocument/2006/relationships/image" Target="/ppt/media/image4.png" Id="R458ed73833224f93" /><Relationship Type="http://schemas.openxmlformats.org/officeDocument/2006/relationships/image" Target="/ppt/media/image15.png" Id="R81d166cf958c45e6" /><Relationship Type="http://schemas.openxmlformats.org/officeDocument/2006/relationships/notesSlide" Target="/ppt/notesSlides/notesSlide7.xml" Id="Rdb8cc76ee30446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db976d259a4c28" /><Relationship Type="http://schemas.openxmlformats.org/officeDocument/2006/relationships/image" Target="/ppt/media/image18.png" Id="Rb2c990c4a62048ad" /><Relationship Type="http://schemas.openxmlformats.org/officeDocument/2006/relationships/image" Target="/ppt/media/image19.png" Id="Rfc8c3f47712b428e" /><Relationship Type="http://schemas.openxmlformats.org/officeDocument/2006/relationships/image" Target="/ppt/media/image13.png" Id="R3e21ba9580af4a67" /><Relationship Type="http://schemas.openxmlformats.org/officeDocument/2006/relationships/image" Target="/ppt/media/image4.png" Id="R24891b36aeb042b3" /><Relationship Type="http://schemas.openxmlformats.org/officeDocument/2006/relationships/image" Target="/ppt/media/image15.png" Id="R6ac65a15d3c84e34" /><Relationship Type="http://schemas.openxmlformats.org/officeDocument/2006/relationships/notesSlide" Target="/ppt/notesSlides/notesSlide8.xml" Id="R0829703962f446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c950b5aa504860" /><Relationship Type="http://schemas.openxmlformats.org/officeDocument/2006/relationships/image" Target="/ppt/media/image20.png" Id="Rcba4c3194a294043" /><Relationship Type="http://schemas.openxmlformats.org/officeDocument/2006/relationships/image" Target="/ppt/media/image21.png" Id="R609ea2c0c28d4df1" /><Relationship Type="http://schemas.openxmlformats.org/officeDocument/2006/relationships/image" Target="/ppt/media/image22.png" Id="Rd1b105738c134f8e" /><Relationship Type="http://schemas.openxmlformats.org/officeDocument/2006/relationships/image" Target="/ppt/media/image4.png" Id="R97617371d6954532" /><Relationship Type="http://schemas.openxmlformats.org/officeDocument/2006/relationships/image" Target="/ppt/media/image15.png" Id="Rf49343760e1a4be5" /><Relationship Type="http://schemas.openxmlformats.org/officeDocument/2006/relationships/notesSlide" Target="/ppt/notesSlides/notesSlide9.xml" Id="Ra71356883c364e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3a694a1d1b446f" /><Relationship Type="http://schemas.openxmlformats.org/officeDocument/2006/relationships/image" Target="/ppt/media/image23.png" Id="Rc11254194e354baf" /><Relationship Type="http://schemas.openxmlformats.org/officeDocument/2006/relationships/image" Target="/ppt/media/image13.png" Id="R5ea6f992fbc7477f" /><Relationship Type="http://schemas.openxmlformats.org/officeDocument/2006/relationships/image" Target="/ppt/media/image2.png" Id="Rcaa8b446bad54d57" /><Relationship Type="http://schemas.openxmlformats.org/officeDocument/2006/relationships/image" Target="/ppt/media/image4.png" Id="Rab9c32688ee94a41" /><Relationship Type="http://schemas.openxmlformats.org/officeDocument/2006/relationships/image" Target="/ppt/media/image24.png" Id="R0d115520625a4f9a" /><Relationship Type="http://schemas.openxmlformats.org/officeDocument/2006/relationships/image" Target="/ppt/media/image25.png" Id="R5238b23071704c8e" /><Relationship Type="http://schemas.openxmlformats.org/officeDocument/2006/relationships/image" Target="/ppt/media/image26.png" Id="Rc04ec7785cce44b9" /><Relationship Type="http://schemas.openxmlformats.org/officeDocument/2006/relationships/image" Target="/ppt/media/image27.png" Id="R9a93ef0a88314252" /><Relationship Type="http://schemas.openxmlformats.org/officeDocument/2006/relationships/image" Target="/ppt/media/image28.png" Id="Raf80d542655846ca" /><Relationship Type="http://schemas.openxmlformats.org/officeDocument/2006/relationships/image" Target="/ppt/media/image29.png" Id="R09f0a63d947d4997" /><Relationship Type="http://schemas.openxmlformats.org/officeDocument/2006/relationships/image" Target="/ppt/media/image30.png" Id="Rde053f486ccf415a" /><Relationship Type="http://schemas.openxmlformats.org/officeDocument/2006/relationships/image" Target="/ppt/media/image31.png" Id="Rc6a6bfe16b8a418b" /><Relationship Type="http://schemas.openxmlformats.org/officeDocument/2006/relationships/notesSlide" Target="/ppt/notesSlides/notesSlide10.xml" Id="R7b7e7d3d7ab94a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732523E5-0557-4DD3-B886-D90AA0850A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5bd92082f4329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AC809FD7-13E4-489C-A3CB-C3E1F33316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0af8ebd39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1312"/>
            <a:ext cx="4251158" cy="5369883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44074CA-FACE-41A9-BDF2-EDA4F36D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986BE57-530D-4DDF-B326-DE22170F1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f4da32e1d427c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BEA282A-3FB3-42A9-90DF-5459114CD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c35cc12fa4d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1312"/>
            <a:ext cx="4251158" cy="5369883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D4A42685-9EA3-4663-8A01-699BA03D0F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8697801e744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9981" y="431696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BA1A5-B1E6-4DF3-9A63-ED234E1ED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c4f39b4af4ce5"/>
          <a:stretch xmlns:a="http://schemas.openxmlformats.org/drawingml/2006/main"/>
        </p:blipFill>
        <p:spPr>
          <a:xfrm xmlns:a="http://schemas.openxmlformats.org/drawingml/2006/main">
            <a:off x="6893990" y="413870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98317-CB3A-40DE-8B26-028E118DE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929a45e6e4a0b"/>
          <a:stretch xmlns:a="http://schemas.openxmlformats.org/drawingml/2006/main"/>
        </p:blipFill>
        <p:spPr>
          <a:xfrm xmlns:a="http://schemas.openxmlformats.org/drawingml/2006/main">
            <a:off x="6812404" y="405451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38F30-8D3E-42E7-A691-1E7BB9BBC3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fec4d03404406"/>
          <a:stretch xmlns:a="http://schemas.openxmlformats.org/drawingml/2006/main"/>
        </p:blipFill>
        <p:spPr>
          <a:xfrm xmlns:a="http://schemas.openxmlformats.org/drawingml/2006/main">
            <a:off x="7179451" y="405134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7423D-B5AD-4C49-9050-1E6FCA7C2C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95ef6647f40ac"/>
          <a:stretch xmlns:a="http://schemas.openxmlformats.org/drawingml/2006/main"/>
        </p:blipFill>
        <p:spPr>
          <a:xfrm xmlns:a="http://schemas.openxmlformats.org/drawingml/2006/main">
            <a:off x="7023436" y="398157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11EEA-03B0-4C70-A705-BD6D87339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fc1553d714fc0"/>
          <a:stretch xmlns:a="http://schemas.openxmlformats.org/drawingml/2006/main"/>
        </p:blipFill>
        <p:spPr>
          <a:xfrm xmlns:a="http://schemas.openxmlformats.org/drawingml/2006/main">
            <a:off x="7186987" y="413397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6D405-C925-4A9C-A5C4-72F696A2F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32f5959fa4859"/>
          <a:stretch xmlns:a="http://schemas.openxmlformats.org/drawingml/2006/main"/>
        </p:blipFill>
        <p:spPr>
          <a:xfrm xmlns:a="http://schemas.openxmlformats.org/drawingml/2006/main">
            <a:off x="7179427" y="393959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96FDF-A8C4-480A-B140-3AD3E30FF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1723507bb4a21"/>
          <a:stretch xmlns:a="http://schemas.openxmlformats.org/drawingml/2006/main"/>
        </p:blipFill>
        <p:spPr>
          <a:xfrm xmlns:a="http://schemas.openxmlformats.org/drawingml/2006/main">
            <a:off x="6809006" y="3962208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3C90492-8221-4BCC-9EA5-C566F569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1941421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E854A431-D5E3-49D8-9BF1-BEC639D2D9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0be23da51477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7875560-FA37-47E4-BE7E-B90A2F408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e0d008ed844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2" y="264300"/>
            <a:ext cx="4066877" cy="5571067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FE3BB1F-5A7E-4168-A4E9-06E23EAD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40737818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055794BA-D6FC-4000-A768-E92F087012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d9680578840a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EA11AEF-0ECF-41F2-B7C3-769ED7ECE8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8ec2915714a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2" y="264300"/>
            <a:ext cx="4066877" cy="5571067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D28B52E2-DE73-45E5-9003-18C9CC6FEB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f7083504a4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9981" y="411655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A6EB481F-2491-445C-AE10-EF919B0E9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6d87b8ef5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3990" y="393511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7960D8B6-045D-478B-9320-40A5E7B1D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6d87b8ef5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79451" y="3938606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27E00F1-81D4-46D6-A1D3-796C0CAE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38726455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9098D87C-6384-40AC-B61E-D3721E4F1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a15ec5bdc4be2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DA280449-6BCD-4250-B766-B9214C987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eb6ccd0c44d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891960" y="89210"/>
            <a:ext cx="3682603" cy="5648387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16608882-8DA2-4A19-AEC6-1585C4FC6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66fa28e884c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2089" y="0"/>
            <a:ext cx="4115035" cy="5637037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96D6855F-323A-4858-AD16-311D497D5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bc80f037248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435" y="38558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E8256631-DFBB-426C-97CF-3181B0B6AD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be7570d304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9444" y="367445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089CD1A-5A59-4E42-B73C-3B8BF79E4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be7570d304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8393" y="369047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67FDBE6-7D87-4AC9-8F75-23484B37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is angry.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9576238-66F0-4531-BD84-9433E77F0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2f0dc858c42da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FEB72254-6846-4371-A0E1-1F8072012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86e19a51048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8970" y="57185"/>
            <a:ext cx="3682603" cy="5630132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860A29F-E1FA-4FA4-9E12-F8A05B9659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59cd24a0642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2089" y="0"/>
            <a:ext cx="4115035" cy="5637037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975AAE6-4890-45D1-AAB9-DFFC153AA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3492f8a6e42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435" y="38558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299FBC2A-67F5-4C2C-A826-EC2E02A9E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be0b45c344b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9444" y="367445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12BD783C-F8B3-40A4-8DFF-C5F7C56D4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be0b45c344b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8393" y="369047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A5C0AD0-382F-4990-A9B4-A3BDDD9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 walks over.</a:t>
            </a:r>
          </a:p>
        </p:txBody>
      </p:sp>
    </p:spTree>
    <p:extLst>
      <p:ext uri="{BB962C8B-B14F-4D97-AF65-F5344CB8AC3E}">
        <p14:creationId xmlns:p14="http://schemas.microsoft.com/office/powerpoint/2010/main" val="24144588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9576238-66F0-4531-BD84-9433E77F0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52a0650394c35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FEB72254-6846-4371-A0E1-1F8072012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b441907cc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8970" y="57185"/>
            <a:ext cx="3682603" cy="5630132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860A29F-E1FA-4FA4-9E12-F8A05B9659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459cf00c741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2089" y="0"/>
            <a:ext cx="4115035" cy="5637037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975AAE6-4890-45D1-AAB9-DFFC153AA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ed73833224f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435" y="38558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299FBC2A-67F5-4C2C-A826-EC2E02A9E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166cf958c45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9444" y="367445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12BD783C-F8B3-40A4-8DFF-C5F7C56D4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166cf958c45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8393" y="369047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A5C0AD0-382F-4990-A9B4-A3BDDD9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0" rIns="15240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tells Milo, “I know you’re going to knock my cookies onto the ground.”</a:t>
            </a:r>
          </a:p>
        </p:txBody>
      </p:sp>
    </p:spTree>
    <p:extLst>
      <p:ext uri="{BB962C8B-B14F-4D97-AF65-F5344CB8AC3E}">
        <p14:creationId xmlns:p14="http://schemas.microsoft.com/office/powerpoint/2010/main" val="24144588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9576238-66F0-4531-BD84-9433E77F0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990c4a62048a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FEB72254-6846-4371-A0E1-1F8072012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c3f47712b42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8970" y="57185"/>
            <a:ext cx="3682603" cy="5630132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860A29F-E1FA-4FA4-9E12-F8A05B9659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1ba9580af4a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2089" y="0"/>
            <a:ext cx="4115035" cy="5637037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975AAE6-4890-45D1-AAB9-DFFC153AA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91b36aeb042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435" y="38558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299FBC2A-67F5-4C2C-A826-EC2E02A9E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65a15d3c84e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9444" y="367445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12BD783C-F8B3-40A4-8DFF-C5F7C56D4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65a15d3c84e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8393" y="3690471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A5C0AD0-382F-4990-A9B4-A3BDDD9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tells Milo, “I’m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24144588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20E54A9-C174-4BA8-9EA5-A704F014EA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4c3194a29404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AF441220-DE07-48A6-A315-47D245D93F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ea2c0c28d4d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35773" y="-58187"/>
            <a:ext cx="4115035" cy="5639468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51E6A5EB-13EE-4DA7-8656-37FFFC381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105738c134f8e"/>
          <a:stretch xmlns:a="http://schemas.openxmlformats.org/drawingml/2006/main"/>
        </p:blipFill>
        <p:spPr>
          <a:xfrm xmlns:a="http://schemas.openxmlformats.org/drawingml/2006/main">
            <a:off x="3581075" y="0"/>
            <a:ext cx="5029850" cy="5932644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C8610576-4F60-4C82-838B-2F3F03C2E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17371d6954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435" y="385589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FC5BB92A-73FB-49DE-B98E-806547E77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343760e1a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646092">
            <a:off x="6873038" y="332463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1E5D1CF5-C2F9-462D-8B8C-64359ADE9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343760e1a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41334">
            <a:off x="7232968" y="3677578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3283265-3E95-4E5D-A213-05BD979C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hits 2 of Sasha’s cookies!</a:t>
            </a:r>
          </a:p>
        </p:txBody>
      </p:sp>
    </p:spTree>
    <p:extLst>
      <p:ext uri="{BB962C8B-B14F-4D97-AF65-F5344CB8AC3E}">
        <p14:creationId xmlns:p14="http://schemas.microsoft.com/office/powerpoint/2010/main" val="29160114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D1628282-0493-4104-807A-F33BB70FC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254194e354ba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D8EDF9D2-247F-4818-8ED6-33FAC2EB45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6f992fbc747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1063" y="707206"/>
            <a:ext cx="3746126" cy="488959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DE3E3F89-FD73-40EA-B614-1A45A9D5B6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8b446bad54d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4811" y="465115"/>
            <a:ext cx="4251158" cy="5369883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A8B7756-FC39-478E-B044-6E76EDB4D1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c32688ee94a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334" y="4101222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84D87714-D14D-482A-A24C-BC15B83498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c32688ee94a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823" y="4169375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0092E7D-1D2B-4CEB-B4E6-F8E075ECF4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15520625a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304720" y="5050421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1A681E7A-11C7-435A-8EE9-319DFBDF5F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15520625a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956284" y="4915409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26EA5-C983-4F8F-84B0-A2656CE13F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8b23071704c8e"/>
          <a:stretch xmlns:a="http://schemas.openxmlformats.org/drawingml/2006/main"/>
        </p:blipFill>
        <p:spPr>
          <a:xfrm xmlns:a="http://schemas.openxmlformats.org/drawingml/2006/main">
            <a:off x="2520832" y="399111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67CDD-1A43-4C5C-B0BA-D44AE4B88D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ec7785cce44b9"/>
          <a:stretch xmlns:a="http://schemas.openxmlformats.org/drawingml/2006/main"/>
        </p:blipFill>
        <p:spPr>
          <a:xfrm xmlns:a="http://schemas.openxmlformats.org/drawingml/2006/main">
            <a:off x="2439246" y="390692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A42DD-3BB3-4EBF-8B68-33D62E87F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3ef0a88314252"/>
          <a:stretch xmlns:a="http://schemas.openxmlformats.org/drawingml/2006/main"/>
        </p:blipFill>
        <p:spPr>
          <a:xfrm xmlns:a="http://schemas.openxmlformats.org/drawingml/2006/main">
            <a:off x="2806293" y="3903746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5A34C-6418-4C70-9945-6B829583E1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0d542655846ca"/>
          <a:stretch xmlns:a="http://schemas.openxmlformats.org/drawingml/2006/main"/>
        </p:blipFill>
        <p:spPr>
          <a:xfrm xmlns:a="http://schemas.openxmlformats.org/drawingml/2006/main">
            <a:off x="2650278" y="38339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363A5-033D-4D17-977B-E2E8BFC22F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0a63d947d4997"/>
          <a:stretch xmlns:a="http://schemas.openxmlformats.org/drawingml/2006/main"/>
        </p:blipFill>
        <p:spPr>
          <a:xfrm xmlns:a="http://schemas.openxmlformats.org/drawingml/2006/main">
            <a:off x="2813829" y="39863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B7CAE-1A85-49FD-877C-A6C1D4DE9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53f486ccf415a"/>
          <a:stretch xmlns:a="http://schemas.openxmlformats.org/drawingml/2006/main"/>
        </p:blipFill>
        <p:spPr>
          <a:xfrm xmlns:a="http://schemas.openxmlformats.org/drawingml/2006/main">
            <a:off x="2806269" y="379200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0DB9F-870C-4FAB-B14C-2792C64A29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6bfe16b8a418b"/>
          <a:stretch xmlns:a="http://schemas.openxmlformats.org/drawingml/2006/main"/>
        </p:blipFill>
        <p:spPr>
          <a:xfrm xmlns:a="http://schemas.openxmlformats.org/drawingml/2006/main">
            <a:off x="2435848" y="3814614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494432E-D646-49B9-8437-8F40D193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still has 8 cookies. Sasha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0893856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2026-10-16T18:05:03.6740000Z</dcterms:created>
  <dcterms:modified xsi:type="dcterms:W3CDTF">2026-10-16T18:05:03.6740000Z</dcterms:modified>
</coreProperties>
</file>