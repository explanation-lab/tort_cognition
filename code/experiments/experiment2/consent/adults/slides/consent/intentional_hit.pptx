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 snapToGrid="0">
      <p:cViewPr varScale="1">
        <p:scale>
          <a:sx n="112" d="100"/>
          <a:sy n="112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F459-DBBF-3F8C-2CF9-4BA48DB45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70B83-C145-4770-4DE0-078629A44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23D15-7ECB-B330-1D70-15279369009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45552-CE6D-002B-3776-F9A6F2B9EF4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8CBD2-9742-3AB1-D48F-1D0E159585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96EB-9C51-09F6-3130-252636B4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9D66E-F13C-F7D6-407E-CBAE285C3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759E7-C274-52AA-A654-FB837994727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6C36-67C1-879E-93DB-585D7166CB6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6C9A1-0C94-4E6D-CCEB-1B4B033B95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C7CE2-85DB-FAC4-CD39-9D09F2A9C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CC7B9-4F2E-20C0-177F-F31DBD4C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33C9C-F0BB-8B9D-4161-316E9A9E498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7B5F8-6B43-32C2-7DBD-BDC065B7FDF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7B8FC-0612-DAAF-CD22-A1E92E1109E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BD621-9C01-29A2-63A6-D4FCA10F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4F404-29C3-8EB6-22A0-03883109A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210C4-2B04-F88F-0F0C-BC10EE0F0F1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8E091-809D-EE76-B21A-567DFEAE37C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EEE47-DE42-1321-E825-22E38300459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BFBE2-4385-6620-1DEB-B766780BB3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BC809-9FDD-5691-1076-C1AA4BD0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0DAF6-B2AA-B290-15E6-F03524339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E91AF9-1DA9-2804-0818-BD0D2F871E16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0C6FF9-F795-9D22-DA2B-0D912A51E96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80BB8-6F56-67BE-02EE-439FC6E6A29C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434A0E-0271-F1F1-50B0-5C197DB0000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41384E-3FE4-40E0-A89F-DA1321BA559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3CC63-DEE3-C77A-1AB4-0B713400E9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BDC88-F62F-7A77-6A6E-F4EC8E3A1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9C6132-320F-43F0-9874-24C331BBC16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5EC13-A8F0-4556-34D9-B647229D9E8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8C51D-B56C-16DE-BC00-06ADFDEBCE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10F818-0924-6DD2-F65F-5A8209378ED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1C6397-B79B-DAAA-516D-00BE5001380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8F66A-BEF1-E0CB-1D60-D83638D822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4AB7B-E505-2B06-7AA4-0C893CBF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6A40A-4E36-413B-82D5-3BEA66DCF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C8F6D-499D-B677-13CA-FCD24AA5971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676D5-FD4D-07BF-3308-2AB7CE4746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79ABE-701B-A144-CF28-7A263F5308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A38C9-B08A-795E-4590-802BB605A0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C798-BD72-9A5F-4C13-110E2B11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A109CB-C821-5036-4CBB-16FB9B70BD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18737-A50E-8346-3A7D-CD67CF2BA11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FA554-873E-409A-1BC4-4104F345D3A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80AE6-6340-0508-C6E8-4652ABD74D2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A2B844-6895-54AC-AE7D-08EB45708D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06B07-CB0E-A234-B469-6D1317959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7836A7-90BB-5F61-D583-3C350F21B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6CAE6-486E-41A8-9BDF-075F446D895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EBB8-D688-B32F-FFA7-C41A92058B2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86E08-FD8E-0872-BB55-36D74AC47C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DEFE1D-81E8-2168-987E-8BBD6E7CA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DC6BBA-4AB4-2AC7-02A9-467950C08B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5A315-DBFF-07B1-E1D2-6ACAFC3787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1121E-4C91-BE94-B006-5875FC0BB9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717CD-57B7-C732-18DC-328F62C3863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AB5951C-E284-034E-9FEF-6856260830D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982928-E139-B9D5-18B4-E6F224FC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A8AD2-5C06-D2E6-B8EA-294D85249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37CC-055B-0510-8226-0C831BB033FF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BFF0B3-CA30-7E43-AC99-C263E9572C0D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19C0D-5777-C491-B994-B7B10B53719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637D3-EDB9-B136-100D-0BB2067D768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B5951C-E284-034E-9FEF-6856260830D1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2523E5-0557-4DD3-B886-D90AA0850A4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809FD7-13E4-489C-A3CB-C3E1F33316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8" name="Study story caption">
            <a:extLst>
              <a:ext uri="{FF2B5EF4-FFF2-40B4-BE49-F238E27FC236}">
                <a16:creationId xmlns:a16="http://schemas.microsoft.com/office/drawing/2014/main" id="{A44074CA-FACE-41A9-BDF2-EDA4F36D906C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Milo.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986BE57-530D-4DDF-B326-DE22170F1DA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EA282A-3FB3-42A9-90DF-5459114CDA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A42685-9EA3-4663-8A01-699BA03D0F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9981" y="4316969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3BA1A5-B1E6-4DF3-9A63-ED234E1ED7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893990" y="4138705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7798317-CB3A-40DE-8B26-028E118DE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812404" y="4054515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438F30-8D3E-42E7-A691-1E7BB9BBC3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179451" y="4051340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E57423D-B5AD-4C49-9050-1E6FCA7C2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023436" y="3981573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A11EEA-03B0-4C70-A705-BD6D873391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186987" y="4133973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BE6D405-C925-4A9C-A5C4-72F696A2F0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179427" y="3939599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F696FDF-A8C4-480A-B140-3AD3E30FFE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809006" y="3962208"/>
            <a:ext cx="1053833" cy="531259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23C90492-8221-4BCC-9EA5-C566F5698EC0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Milo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319414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54A431-D5E3-49D8-9BF1-BEC639D2D99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7875560-FA37-47E4-BE7E-B90A2F408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Study story caption">
            <a:extLst>
              <a:ext uri="{FF2B5EF4-FFF2-40B4-BE49-F238E27FC236}">
                <a16:creationId xmlns:a16="http://schemas.microsoft.com/office/drawing/2014/main" id="{CFE3BB1F-5A7E-4168-A4E9-06E23EAD03D9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Sasha.</a:t>
            </a:r>
          </a:p>
        </p:txBody>
      </p:sp>
    </p:spTree>
    <p:extLst>
      <p:ext uri="{BB962C8B-B14F-4D97-AF65-F5344CB8AC3E}">
        <p14:creationId xmlns:p14="http://schemas.microsoft.com/office/powerpoint/2010/main" val="40737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55794BA-D6FC-4000-A768-E92F087012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EA11AEF-0ECF-41F2-B7C3-769ED7ECE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28B52E2-DE73-45E5-9003-18C9CC6FEB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565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6EB481F-2491-445C-AE10-EF919B0E9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9660" y="393511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60D8B6-045D-478B-9320-40A5E7B1DC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5121" y="3938606"/>
            <a:ext cx="1053833" cy="531259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527E00F1-81D4-46D6-A1D3-796C0CAE0A36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Sasha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3872645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9098D87C-6384-40AC-B61E-D3721E4F13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A280449-6BCD-4250-B766-B9214C987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91960" y="89210"/>
            <a:ext cx="3682603" cy="56483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608882-8DA2-4A19-AEC6-1585C4FC65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6D6855F-323A-4858-AD16-311D497D53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256631-DFBB-426C-97CF-3181B0B6AD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89CD1A-5A59-4E42-B73C-3B8BF79E4C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8393" y="3690471"/>
            <a:ext cx="1053833" cy="531259"/>
          </a:xfrm>
          <a:prstGeom prst="rect">
            <a:avLst/>
          </a:prstGeom>
        </p:spPr>
      </p:pic>
      <p:sp>
        <p:nvSpPr>
          <p:cNvPr id="24" name="Study story caption">
            <a:extLst>
              <a:ext uri="{FF2B5EF4-FFF2-40B4-BE49-F238E27FC236}">
                <a16:creationId xmlns:a16="http://schemas.microsoft.com/office/drawing/2014/main" id="{967FDBE6-7D87-4AC9-8F75-23484B37DE6F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Milo is angry.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9576238-66F0-4531-BD84-9433E77F0CF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B72254-6846-4371-A0E1-1F8072012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970" y="57185"/>
            <a:ext cx="3682603" cy="56301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60A29F-E1FA-4FA4-9E12-F8A05B965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975AAE6-4890-45D1-AAB9-DFFC153AA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9FBC2A-67F5-4C2C-A826-EC2E02A9E9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BD783C-F8B3-40A4-8DFF-C5F7C56D47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8393" y="3690471"/>
            <a:ext cx="1053833" cy="531259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7A5C0AD0-382F-4990-A9B4-A3BDDD90E59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He walks over.</a:t>
            </a:r>
          </a:p>
        </p:txBody>
      </p:sp>
    </p:spTree>
    <p:extLst>
      <p:ext uri="{BB962C8B-B14F-4D97-AF65-F5344CB8AC3E}">
        <p14:creationId xmlns:p14="http://schemas.microsoft.com/office/powerpoint/2010/main" val="2414458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9576238-66F0-4531-BD84-9433E77F0CF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B72254-6846-4371-A0E1-1F8072012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970" y="57185"/>
            <a:ext cx="3682603" cy="56301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60A29F-E1FA-4FA4-9E12-F8A05B965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975AAE6-4890-45D1-AAB9-DFFC153AA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9FBC2A-67F5-4C2C-A826-EC2E02A9E9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BD783C-F8B3-40A4-8DFF-C5F7C56D47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8393" y="3690471"/>
            <a:ext cx="1053833" cy="531259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7A5C0AD0-382F-4990-A9B4-A3BDDD90E59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0" rIns="152400" bIns="0" anchor="ctr">
            <a:noAutofit/>
          </a:bodyPr>
          <a:lstStyle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Sasha tells Milo, “I know you’re going to knock my cookies onto the ground.”</a:t>
            </a:r>
          </a:p>
        </p:txBody>
      </p:sp>
    </p:spTree>
    <p:extLst>
      <p:ext uri="{BB962C8B-B14F-4D97-AF65-F5344CB8AC3E}">
        <p14:creationId xmlns:p14="http://schemas.microsoft.com/office/powerpoint/2010/main" val="2414458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9576238-66F0-4531-BD84-9433E77F0CF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B72254-6846-4371-A0E1-1F8072012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970" y="57185"/>
            <a:ext cx="3682603" cy="56301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60A29F-E1FA-4FA4-9E12-F8A05B965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975AAE6-4890-45D1-AAB9-DFFC153AA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9FBC2A-67F5-4C2C-A826-EC2E02A9E9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BD783C-F8B3-40A4-8DFF-C5F7C56D47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8393" y="3690471"/>
            <a:ext cx="1053833" cy="531259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7A5C0AD0-382F-4990-A9B4-A3BDDD90E59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Sasha tells Milo,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241445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20E54A9-C174-4BA8-9EA5-A704F014EA0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441220-DE07-48A6-A315-47D245D93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773" y="-58187"/>
            <a:ext cx="4115035" cy="5639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E6A5EB-13EE-4DA7-8656-37FFFC381A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581075" y="0"/>
            <a:ext cx="5029850" cy="59326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8610576-4F60-4C82-838B-2F3F03C2E4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5BB92A-73FB-49DE-B98E-806547E77B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46092">
            <a:off x="6873038" y="332463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E5D1CF5-C2F9-462D-8B8C-64359ADE97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41334">
            <a:off x="7232968" y="3677578"/>
            <a:ext cx="1053833" cy="531259"/>
          </a:xfrm>
          <a:prstGeom prst="rect">
            <a:avLst/>
          </a:prstGeom>
        </p:spPr>
      </p:pic>
      <p:sp>
        <p:nvSpPr>
          <p:cNvPr id="16" name="Study story caption">
            <a:extLst>
              <a:ext uri="{FF2B5EF4-FFF2-40B4-BE49-F238E27FC236}">
                <a16:creationId xmlns:a16="http://schemas.microsoft.com/office/drawing/2014/main" id="{93283265-3E95-4E5D-A213-05BD979C3FAB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Milo</a:t>
            </a: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hits 2 of Sasha’s cookies!</a:t>
            </a:r>
          </a:p>
        </p:txBody>
      </p:sp>
    </p:spTree>
    <p:extLst>
      <p:ext uri="{BB962C8B-B14F-4D97-AF65-F5344CB8AC3E}">
        <p14:creationId xmlns:p14="http://schemas.microsoft.com/office/powerpoint/2010/main" val="29160114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1628282-0493-4104-807A-F33BB70FC69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EDF9D2-247F-4818-8ED6-33FAC2EB45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63" y="707206"/>
            <a:ext cx="3746126" cy="48895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E3E3F89-FD73-40EA-B614-1A45A9D5B6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4811" y="465115"/>
            <a:ext cx="4251158" cy="53698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8B7756-FC39-478E-B044-6E76EDB4D1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D87714-D14D-482A-A24C-BC15B83498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092E7D-1D2B-4CEB-B4E6-F8E075ECF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681E7A-11C7-435A-8EE9-319DFBDF5F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926EA5-C983-4F8F-84B0-A2656CE13F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520832" y="3991111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E667CDD-1A43-4C5C-B0BA-D44AE4B88D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439246" y="3906921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7A42DD-3BB3-4EBF-8B68-33D62E87F3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06293" y="3903746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8A5A34C-6418-4C70-9945-6B829583E1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650278" y="3833979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DD363A5-033D-4D17-977B-E2E8BFC22F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13829" y="3986379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A4B7CAE-1A85-49FD-877C-A6C1D4DE90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06269" y="3792005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A60DB9F-870C-4FAB-B14C-2792C64A29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435848" y="3814614"/>
            <a:ext cx="1053833" cy="531259"/>
          </a:xfrm>
          <a:prstGeom prst="rect">
            <a:avLst/>
          </a:prstGeom>
        </p:spPr>
      </p:pic>
      <p:sp>
        <p:nvSpPr>
          <p:cNvPr id="22" name="Study story caption">
            <a:extLst>
              <a:ext uri="{FF2B5EF4-FFF2-40B4-BE49-F238E27FC236}">
                <a16:creationId xmlns:a16="http://schemas.microsoft.com/office/drawing/2014/main" id="{3494432E-D646-49B9-8437-8F40D1935FD7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Milo still has 8 cookies. Sasha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308938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Macintosh PowerPoint</Application>
  <DocSecurity>0</DocSecurity>
  <PresentationFormat>Widescreen</PresentationFormat>
  <Paragraphs>10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David Rose</cp:lastModifiedBy>
  <cp:revision>1</cp:revision>
  <dcterms:created xsi:type="dcterms:W3CDTF">2026-10-16T18:05:03Z</dcterms:created>
  <dcterms:modified xsi:type="dcterms:W3CDTF">2026-10-17T12:47:50Z</dcterms:modified>
</cp:coreProperties>
</file>