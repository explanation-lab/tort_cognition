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9ebb93aa294a28" /><Relationship Type="http://schemas.openxmlformats.org/officeDocument/2006/relationships/extended-properties" Target="/docProps/app.xml" Id="R541518f797cc4b83" /><Relationship Type="http://schemas.openxmlformats.org/officeDocument/2006/relationships/officeDocument" Target="/ppt/presentation.xml" Id="R72d5c0d268fd47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91b969a811486a"/>
  </p:sldMasterIdLst>
  <p:notesMasterIdLst>
    <p:notesMasterId xmlns:r="http://schemas.openxmlformats.org/officeDocument/2006/relationships" r:id="R001cffeb38454be3"/>
  </p:notesMasterIdLst>
  <p:sldIdLst>
    <p:sldId xmlns:r="http://schemas.openxmlformats.org/officeDocument/2006/relationships" id="256" r:id="R4412525c8b664bd4"/>
    <p:sldId xmlns:r="http://schemas.openxmlformats.org/officeDocument/2006/relationships" id="257" r:id="R678815d1b50642cd"/>
    <p:sldId xmlns:r="http://schemas.openxmlformats.org/officeDocument/2006/relationships" id="258" r:id="Rc80d2d187a994407"/>
    <p:sldId xmlns:r="http://schemas.openxmlformats.org/officeDocument/2006/relationships" id="259" r:id="R4a02c08c74844e1d"/>
    <p:sldId xmlns:r="http://schemas.openxmlformats.org/officeDocument/2006/relationships" id="260" r:id="R7b8e9e0e69f047d2"/>
    <p:sldId xmlns:r="http://schemas.openxmlformats.org/officeDocument/2006/relationships" id="261" r:id="R074feb60ce004b47"/>
    <p:sldId xmlns:r="http://schemas.openxmlformats.org/officeDocument/2006/relationships" id="262" r:id="Ra9230a0c9fd14f8c"/>
    <p:sldId xmlns:r="http://schemas.openxmlformats.org/officeDocument/2006/relationships" id="263" r:id="R7f1db9b4f8304246"/>
    <p:sldId xmlns:r="http://schemas.openxmlformats.org/officeDocument/2006/relationships" id="264" r:id="Rf011090559364707"/>
    <p:sldId xmlns:r="http://schemas.openxmlformats.org/officeDocument/2006/relationships" id="265" r:id="R8fcd59b6ca574387"/>
    <p:sldId xmlns:r="http://schemas.openxmlformats.org/officeDocument/2006/relationships" id="266" r:id="Re36396ac430f4125"/>
    <p:sldId xmlns:r="http://schemas.openxmlformats.org/officeDocument/2006/relationships" id="267" r:id="R42ee97d63b024d90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e0721467664e59" /><Relationship Type="http://schemas.openxmlformats.org/officeDocument/2006/relationships/slideMaster" Target="/ppt/slideMasters/slideMaster1.xml" Id="Rb491b969a811486a" /><Relationship Type="http://schemas.openxmlformats.org/officeDocument/2006/relationships/notesMaster" Target="/ppt/notesMasters/notesMaster1.xml" Id="R001cffeb38454be3" /><Relationship Type="http://schemas.openxmlformats.org/officeDocument/2006/relationships/presProps" Target="/ppt/presProps.xml" Id="R7436cf8ef8b84c43" /><Relationship Type="http://schemas.openxmlformats.org/officeDocument/2006/relationships/viewProps" Target="/ppt/viewProps.xml" Id="R10d828a9df6f491c" /><Relationship Type="http://schemas.openxmlformats.org/officeDocument/2006/relationships/tableStyles" Target="/ppt/tableStyles.xml" Id="Rf49e749d1afb4a13" /><Relationship Type="http://schemas.openxmlformats.org/officeDocument/2006/relationships/slide" Target="/ppt/slides/slide1.xml" Id="R4412525c8b664bd4" /><Relationship Type="http://schemas.openxmlformats.org/officeDocument/2006/relationships/slide" Target="/ppt/slides/slide2.xml" Id="R678815d1b50642cd" /><Relationship Type="http://schemas.openxmlformats.org/officeDocument/2006/relationships/slide" Target="/ppt/slides/slide3.xml" Id="Rc80d2d187a994407" /><Relationship Type="http://schemas.openxmlformats.org/officeDocument/2006/relationships/slide" Target="/ppt/slides/slide4.xml" Id="R4a02c08c74844e1d" /><Relationship Type="http://schemas.openxmlformats.org/officeDocument/2006/relationships/slide" Target="/ppt/slides/slide5.xml" Id="R7b8e9e0e69f047d2" /><Relationship Type="http://schemas.openxmlformats.org/officeDocument/2006/relationships/slide" Target="/ppt/slides/slide6.xml" Id="R074feb60ce004b47" /><Relationship Type="http://schemas.openxmlformats.org/officeDocument/2006/relationships/slide" Target="/ppt/slides/slide7.xml" Id="Ra9230a0c9fd14f8c" /><Relationship Type="http://schemas.openxmlformats.org/officeDocument/2006/relationships/slide" Target="/ppt/slides/slide8.xml" Id="R7f1db9b4f8304246" /><Relationship Type="http://schemas.openxmlformats.org/officeDocument/2006/relationships/slide" Target="/ppt/slides/slide9.xml" Id="Rf011090559364707" /><Relationship Type="http://schemas.openxmlformats.org/officeDocument/2006/relationships/slide" Target="/ppt/slides/slide10.xml" Id="R8fcd59b6ca574387" /><Relationship Type="http://schemas.openxmlformats.org/officeDocument/2006/relationships/slide" Target="/ppt/slides/slide11.xml" Id="Re36396ac430f4125" /><Relationship Type="http://schemas.openxmlformats.org/officeDocument/2006/relationships/slide" Target="/ppt/slides/slide12.xml" Id="R42ee97d63b024d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54420e35f243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d3303601cb4c7f" /><Relationship Type="http://schemas.openxmlformats.org/officeDocument/2006/relationships/notesMaster" Target="/ppt/notesMasters/notesMaster1.xml" Id="Rfbcd151df04444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982e1cd73d4e04" /><Relationship Type="http://schemas.openxmlformats.org/officeDocument/2006/relationships/notesMaster" Target="/ppt/notesMasters/notesMaster1.xml" Id="Rdce5fe0957a04e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a4d79315ee49aa" /><Relationship Type="http://schemas.openxmlformats.org/officeDocument/2006/relationships/notesMaster" Target="/ppt/notesMasters/notesMaster1.xml" Id="R9a292ff6efa944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f268afcf584b2c" /><Relationship Type="http://schemas.openxmlformats.org/officeDocument/2006/relationships/notesMaster" Target="/ppt/notesMasters/notesMaster1.xml" Id="Re756787e4e4c4e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c53a9965e8458a" /><Relationship Type="http://schemas.openxmlformats.org/officeDocument/2006/relationships/notesMaster" Target="/ppt/notesMasters/notesMaster1.xml" Id="Rabf73df95b784e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42ba66247649fb" /><Relationship Type="http://schemas.openxmlformats.org/officeDocument/2006/relationships/notesMaster" Target="/ppt/notesMasters/notesMaster1.xml" Id="R016d45e2c7b74d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8c521b1f644d6d" /><Relationship Type="http://schemas.openxmlformats.org/officeDocument/2006/relationships/notesMaster" Target="/ppt/notesMasters/notesMaster1.xml" Id="R12dbb2e16fd64b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cb197e0c964083" /><Relationship Type="http://schemas.openxmlformats.org/officeDocument/2006/relationships/notesMaster" Target="/ppt/notesMasters/notesMaster1.xml" Id="R111e51d152f54c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8116c88e8a443f" /><Relationship Type="http://schemas.openxmlformats.org/officeDocument/2006/relationships/notesMaster" Target="/ppt/notesMasters/notesMaster1.xml" Id="Rb743eb5ebc2d44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6729659f4c4be0" /><Relationship Type="http://schemas.openxmlformats.org/officeDocument/2006/relationships/notesMaster" Target="/ppt/notesMasters/notesMaster1.xml" Id="R008235373d8948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a34521f5034d4e" /><Relationship Type="http://schemas.openxmlformats.org/officeDocument/2006/relationships/notesMaster" Target="/ppt/notesMasters/notesMaster1.xml" Id="R1bb23e7a4dc743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65d99a69b4401b" /><Relationship Type="http://schemas.openxmlformats.org/officeDocument/2006/relationships/notesMaster" Target="/ppt/notesMasters/notesMaster1.xml" Id="R3c81fd64817441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d44377d7f441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2abf12840f45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e4331e6fa840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7f95d794c24d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f26489a3540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125c0073ef4da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4003c5fccf48d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53bc7215b94eb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b1ab481055441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68d6319044d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4da95973d6469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195870-5D5E-704D-C7E9-05DA9B87209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7A811A8-AEC6-9A95-FF28-C0216AA770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6E81B68-CDCF-72E9-CD5E-57502E19D1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2026/7/8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11EC48-F602-2B16-036D-C6A30AA708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61E11A-3AD2-55B3-CAA1-C87A50A05C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891B70-F360-6E05-724D-DDCB2EB569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5FCDCEC-DA1B-75AC-7172-EFDDC7E88A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C24861-5994-A952-2B50-81DFE3BDF1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2026/7/8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A8740D-CC59-8627-9F37-04235DC0E7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AD86D53-43E2-C568-0A0B-10E8B30826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7072A6-CB0A-3595-5F6F-4D15B7C454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CB1EC1E-4577-BA68-410D-2CC5A940CF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EDBFAC-024D-25BC-4260-2A3D7CDA56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2026/7/8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9BDEDF9-0725-8169-F0B0-3E53984FA5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6BC3EA-4865-0D08-D29F-C06BC03908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B0DE0B-4AA8-9194-8363-52E73858F0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063BEDF-769B-FD45-ABAC-5180DEFDA73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8B6A99E-6486-4A2C-F291-0955282EDA3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B52FC3F-FEAB-8C4F-0F57-D1E9CE262F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2026/7/8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F27CC6D-68C8-F863-E1EE-1581F4C63B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54E63CC-7B69-32FD-4D44-582CA38B89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A6C44C-928D-6CFB-9221-E3045C0A2A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844E472-98D5-2DD9-A379-F59BBF2156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4552C9F-CB6A-DA83-234A-1AC4DBC753D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DF27C5F-5A96-5CDA-D45A-E5CE662B15D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1E70608-616B-FA99-CCE2-15C47E2738E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32A4DE7-1C7D-1BA4-AEFB-D1199DFD22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2026/7/8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E61C7DA-FFC4-7DB0-CDA4-D87ACAED77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318D5BE-9203-42B1-FCD1-BA504D274E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DD487A-D67F-1550-FE2E-6048FF428D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4EC553A-4712-9071-46B1-03AC2DE3A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2026/7/8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42FC68D-67C6-3A8B-7D81-3C403CF66C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330BCB8-F0E6-1E2F-D23F-AA2ABDA0C7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32B4455-AD96-2D08-0423-58DD96A270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2026/7/8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2E9A3BD-EEB2-A874-A74E-5D00D31C9B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04070A6-EA38-0C18-D61C-EDB967D85C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91046F-4808-4847-F549-234463FED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21F572A-0979-C07F-B79C-7563BA73669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F9DE6BB-46B2-D3AE-C7B4-47FE7D9874F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7F1C217-159C-B500-5E5A-28965ADA39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2026/7/8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2BC3053-3EB3-8F87-6BB4-3D7696A207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2681A8A-D0E2-F4D2-B2E4-C8C3C60F3F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0C9BB8-A74A-4478-4B98-D6BF5DCB14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282EFC3-A23B-6A5F-02B8-5CD6F28A521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0C003A3-DDC5-981C-F1B1-5CEB15BE94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0B36AA1-E751-AEA8-AB48-CF3AFEC1DE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2026/7/8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451A6B7-32F0-061D-9D73-F0F9CE2BC8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852EA71-ABBE-A975-E092-B5C7E5133B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B74EDD-2F34-BAB5-FDF4-2054A37CA6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68EB009-F71C-46A6-6EEA-0E093F9F7A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146CE66-B83C-3BA5-5C4C-DF75FE6A26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2026/7/8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1B9508-7932-C297-D23C-3889F847DD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F0ED57-4C1C-6655-21E6-D258C919C4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55DD1CF-DD57-54FC-0EEC-7C6B765A8A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10941A1-A482-5C8E-D3C7-D6957CD13D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0250C8-2604-0DAC-5E52-B6A8A9C165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2026/7/8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790E1C-ECFE-8F0E-1BB1-F4E89CB3A8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F879DA-B1CE-68A4-6D33-2E19568067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a1789b6d364220" /><Relationship Type="http://schemas.openxmlformats.org/officeDocument/2006/relationships/slideLayout" Target="/ppt/slideLayouts/slideLayout1.xml" Id="Ra7a0dd680fbb44ec" /><Relationship Type="http://schemas.openxmlformats.org/officeDocument/2006/relationships/slideLayout" Target="/ppt/slideLayouts/slideLayout2.xml" Id="R26522ecdbd0043d5" /><Relationship Type="http://schemas.openxmlformats.org/officeDocument/2006/relationships/slideLayout" Target="/ppt/slideLayouts/slideLayout3.xml" Id="Rf8725efbd87b4e54" /><Relationship Type="http://schemas.openxmlformats.org/officeDocument/2006/relationships/slideLayout" Target="/ppt/slideLayouts/slideLayout4.xml" Id="R3eef29e8514f4070" /><Relationship Type="http://schemas.openxmlformats.org/officeDocument/2006/relationships/slideLayout" Target="/ppt/slideLayouts/slideLayout5.xml" Id="Rf93eae900cab4316" /><Relationship Type="http://schemas.openxmlformats.org/officeDocument/2006/relationships/slideLayout" Target="/ppt/slideLayouts/slideLayout6.xml" Id="Raa491c63a922451a" /><Relationship Type="http://schemas.openxmlformats.org/officeDocument/2006/relationships/slideLayout" Target="/ppt/slideLayouts/slideLayout7.xml" Id="Rd90d32f86f334899" /><Relationship Type="http://schemas.openxmlformats.org/officeDocument/2006/relationships/slideLayout" Target="/ppt/slideLayouts/slideLayout8.xml" Id="R31dc494cad2e4263" /><Relationship Type="http://schemas.openxmlformats.org/officeDocument/2006/relationships/slideLayout" Target="/ppt/slideLayouts/slideLayout9.xml" Id="R5e232de6e19a4132" /><Relationship Type="http://schemas.openxmlformats.org/officeDocument/2006/relationships/slideLayout" Target="/ppt/slideLayouts/slideLayout10.xml" Id="R23fa67b6cd1e4f36" /><Relationship Type="http://schemas.openxmlformats.org/officeDocument/2006/relationships/slideLayout" Target="/ppt/slideLayouts/slideLayout11.xml" Id="Rfee0c2c80a7a4f5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06CEB68-D4C0-1594-E471-97D6D501A8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9126CEB-C8F7-9FC0-1491-13DD84DFC2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761773-03F1-C669-E49C-7CC5C7612E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5C956D6-01FA-6542-9E97-3B07E95D8CD7}" type="datetimeFigureOut">
              <a:t>2026/7/8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D85406F-3746-4674-2E24-27E32C47993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633A55-8BB5-058C-E0D9-8A33E7D03A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a0dd680fbb44ec"/>
    <p:sldLayoutId xmlns:r="http://schemas.openxmlformats.org/officeDocument/2006/relationships" id="2147483650" r:id="R26522ecdbd0043d5"/>
    <p:sldLayoutId xmlns:r="http://schemas.openxmlformats.org/officeDocument/2006/relationships" id="2147483651" r:id="Rf8725efbd87b4e54"/>
    <p:sldLayoutId xmlns:r="http://schemas.openxmlformats.org/officeDocument/2006/relationships" id="2147483652" r:id="R3eef29e8514f4070"/>
    <p:sldLayoutId xmlns:r="http://schemas.openxmlformats.org/officeDocument/2006/relationships" id="2147483653" r:id="Rf93eae900cab4316"/>
    <p:sldLayoutId xmlns:r="http://schemas.openxmlformats.org/officeDocument/2006/relationships" id="2147483654" r:id="Raa491c63a922451a"/>
    <p:sldLayoutId xmlns:r="http://schemas.openxmlformats.org/officeDocument/2006/relationships" id="2147483655" r:id="Rd90d32f86f334899"/>
    <p:sldLayoutId xmlns:r="http://schemas.openxmlformats.org/officeDocument/2006/relationships" id="2147483656" r:id="R31dc494cad2e4263"/>
    <p:sldLayoutId xmlns:r="http://schemas.openxmlformats.org/officeDocument/2006/relationships" id="2147483657" r:id="R5e232de6e19a4132"/>
    <p:sldLayoutId xmlns:r="http://schemas.openxmlformats.org/officeDocument/2006/relationships" id="2147483658" r:id="R23fa67b6cd1e4f36"/>
    <p:sldLayoutId xmlns:r="http://schemas.openxmlformats.org/officeDocument/2006/relationships" id="2147483659" r:id="Rfee0c2c80a7a4f5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b86eae524441eb" /><Relationship Type="http://schemas.openxmlformats.org/officeDocument/2006/relationships/image" Target="/ppt/media/image.png" Id="Ra183ff5052854400" /><Relationship Type="http://schemas.openxmlformats.org/officeDocument/2006/relationships/image" Target="/ppt/media/image2.png" Id="Rbdc6dd9a194f40d4" /><Relationship Type="http://schemas.openxmlformats.org/officeDocument/2006/relationships/notesSlide" Target="/ppt/notesSlides/notesSlide1.xml" Id="R963c65b92f8143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c750c00bc8428b" /><Relationship Type="http://schemas.openxmlformats.org/officeDocument/2006/relationships/image" Target="/ppt/media/image3.png" Id="R75d1a3870ea645db" /><Relationship Type="http://schemas.openxmlformats.org/officeDocument/2006/relationships/image" Target="/ppt/media/image2.png" Id="R9efb09b5b8014ec8" /><Relationship Type="http://schemas.openxmlformats.org/officeDocument/2006/relationships/image" Target="/ppt/media/image4.png" Id="R0e971d68e3654a0b" /><Relationship Type="http://schemas.openxmlformats.org/officeDocument/2006/relationships/image" Target="/ppt/media/image5.png" Id="Rabd83fd020f74022" /><Relationship Type="http://schemas.openxmlformats.org/officeDocument/2006/relationships/image" Target="/ppt/media/image6.png" Id="R0290736f8b844ec1" /><Relationship Type="http://schemas.openxmlformats.org/officeDocument/2006/relationships/image" Target="/ppt/media/image7.png" Id="Rb175c320434744ed" /><Relationship Type="http://schemas.openxmlformats.org/officeDocument/2006/relationships/image" Target="/ppt/media/image8.png" Id="R6510262c0ccd4176" /><Relationship Type="http://schemas.openxmlformats.org/officeDocument/2006/relationships/image" Target="/ppt/media/image9.png" Id="R0c27059417dc40fc" /><Relationship Type="http://schemas.openxmlformats.org/officeDocument/2006/relationships/image" Target="/ppt/media/image10.png" Id="Rc2bd1cda00c4481f" /><Relationship Type="http://schemas.openxmlformats.org/officeDocument/2006/relationships/image" Target="/ppt/media/image11.png" Id="Rf6edf8b73f5842db" /><Relationship Type="http://schemas.openxmlformats.org/officeDocument/2006/relationships/notesSlide" Target="/ppt/notesSlides/notesSlide2.xml" Id="R12c02cf9820946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6781c4c54341f8" /><Relationship Type="http://schemas.openxmlformats.org/officeDocument/2006/relationships/image" Target="/ppt/media/image12.png" Id="Ra44c0d2e014e4df8" /><Relationship Type="http://schemas.openxmlformats.org/officeDocument/2006/relationships/image" Target="/ppt/media/image13.png" Id="Rc93edebe1d404280" /><Relationship Type="http://schemas.openxmlformats.org/officeDocument/2006/relationships/notesSlide" Target="/ppt/notesSlides/notesSlide3.xml" Id="R6ce0021fce5140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fdb9cde8304754" /><Relationship Type="http://schemas.openxmlformats.org/officeDocument/2006/relationships/image" Target="/ppt/media/image14.png" Id="R6cfd12b3da3349ac" /><Relationship Type="http://schemas.openxmlformats.org/officeDocument/2006/relationships/image" Target="/ppt/media/image13.png" Id="R0f2274571ee748df" /><Relationship Type="http://schemas.openxmlformats.org/officeDocument/2006/relationships/image" Target="/ppt/media/image4.png" Id="Rda1a709062094781" /><Relationship Type="http://schemas.openxmlformats.org/officeDocument/2006/relationships/image" Target="/ppt/media/image15.png" Id="R80302bec4e6a4419" /><Relationship Type="http://schemas.openxmlformats.org/officeDocument/2006/relationships/notesSlide" Target="/ppt/notesSlides/notesSlide4.xml" Id="Rdfd609ac16e842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f77932488d46ef" /><Relationship Type="http://schemas.openxmlformats.org/officeDocument/2006/relationships/image" Target="/ppt/media/image16.png" Id="Rfcad8703d63f48bd" /><Relationship Type="http://schemas.openxmlformats.org/officeDocument/2006/relationships/image" Target="/ppt/media/image17.png" Id="Rc89b2b89f4974880" /><Relationship Type="http://schemas.openxmlformats.org/officeDocument/2006/relationships/notesSlide" Target="/ppt/notesSlides/notesSlide5.xml" Id="R415b15bb762644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795c95a0614dd8" /><Relationship Type="http://schemas.openxmlformats.org/officeDocument/2006/relationships/image" Target="/ppt/media/image18.png" Id="Re2a1a351f3054f08" /><Relationship Type="http://schemas.openxmlformats.org/officeDocument/2006/relationships/image" Target="/ppt/media/image19.png" Id="R9bca1bad6d52456e" /><Relationship Type="http://schemas.openxmlformats.org/officeDocument/2006/relationships/image" Target="/ppt/media/image20.png" Id="R038bfdcf5d224c77" /><Relationship Type="http://schemas.openxmlformats.org/officeDocument/2006/relationships/notesSlide" Target="/ppt/notesSlides/notesSlide6.xml" Id="R9e3851ac283641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b14494e62942ba" /><Relationship Type="http://schemas.openxmlformats.org/officeDocument/2006/relationships/image" Target="/ppt/media/image21.png" Id="R3614d7684e8540ed" /><Relationship Type="http://schemas.openxmlformats.org/officeDocument/2006/relationships/image" Target="/ppt/media/image20.png" Id="R6076db1ed28f4ca4" /><Relationship Type="http://schemas.openxmlformats.org/officeDocument/2006/relationships/image" Target="/ppt/media/image19.png" Id="R04ef6be6488343ae" /><Relationship Type="http://schemas.openxmlformats.org/officeDocument/2006/relationships/notesSlide" Target="/ppt/notesSlides/notesSlide7.xml" Id="R69da17ab54bb48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1a73b76f9b4b9b" /><Relationship Type="http://schemas.openxmlformats.org/officeDocument/2006/relationships/image" Target="/ppt/media/image22.png" Id="Rfda6071a32d04c5e" /><Relationship Type="http://schemas.openxmlformats.org/officeDocument/2006/relationships/image" Target="/ppt/media/image23.png" Id="R16c1272fa1a74faa" /><Relationship Type="http://schemas.openxmlformats.org/officeDocument/2006/relationships/image" Target="/ppt/media/image19.png" Id="R102c978911d44aca" /><Relationship Type="http://schemas.openxmlformats.org/officeDocument/2006/relationships/image" Target="/ppt/media/image4.png" Id="R6c9b890386d842b1" /><Relationship Type="http://schemas.openxmlformats.org/officeDocument/2006/relationships/image" Target="/ppt/media/image15.png" Id="R2bf1220b19314b51" /><Relationship Type="http://schemas.openxmlformats.org/officeDocument/2006/relationships/notesSlide" Target="/ppt/notesSlides/notesSlide8.xml" Id="Rb43fd16d26bb46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46e181b02b4802" /><Relationship Type="http://schemas.openxmlformats.org/officeDocument/2006/relationships/image" Target="/ppt/media/image24.png" Id="R5f70a47b8f774b57" /><Relationship Type="http://schemas.openxmlformats.org/officeDocument/2006/relationships/image" Target="/ppt/media/image25.png" Id="R0f016ded419f48ec" /><Relationship Type="http://schemas.openxmlformats.org/officeDocument/2006/relationships/image" Target="/ppt/media/image19.png" Id="Ra33df34bf1654356" /><Relationship Type="http://schemas.openxmlformats.org/officeDocument/2006/relationships/image" Target="/ppt/media/image4.png" Id="R6f088d13d1954aab" /><Relationship Type="http://schemas.openxmlformats.org/officeDocument/2006/relationships/image" Target="/ppt/media/image15.png" Id="R857e5f8d80e64ce8" /><Relationship Type="http://schemas.openxmlformats.org/officeDocument/2006/relationships/notesSlide" Target="/ppt/notesSlides/notesSlide9.xml" Id="R6837bc507c034a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b315c1c6fe430e" /><Relationship Type="http://schemas.openxmlformats.org/officeDocument/2006/relationships/image" Target="/ppt/media/image26.png" Id="Rc487afd907b24adf" /><Relationship Type="http://schemas.openxmlformats.org/officeDocument/2006/relationships/image" Target="/ppt/media/image19.png" Id="R50ea0646dfcc4e71" /><Relationship Type="http://schemas.openxmlformats.org/officeDocument/2006/relationships/image" Target="/ppt/media/image27.png" Id="R4299c2f8429f41c3" /><Relationship Type="http://schemas.openxmlformats.org/officeDocument/2006/relationships/image" Target="/ppt/media/image4.png" Id="R349298eac409428b" /><Relationship Type="http://schemas.openxmlformats.org/officeDocument/2006/relationships/image" Target="/ppt/media/image15.png" Id="Rc3686f776ec94efe" /><Relationship Type="http://schemas.openxmlformats.org/officeDocument/2006/relationships/notesSlide" Target="/ppt/notesSlides/notesSlide10.xml" Id="R4b18bd5c0de042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118ccdf29643df" /><Relationship Type="http://schemas.openxmlformats.org/officeDocument/2006/relationships/image" Target="/ppt/media/image28.png" Id="Rfdebe947589340ed" /><Relationship Type="http://schemas.openxmlformats.org/officeDocument/2006/relationships/image" Target="/ppt/media/image19.png" Id="Rbb727907b5904bb2" /><Relationship Type="http://schemas.openxmlformats.org/officeDocument/2006/relationships/image" Target="/ppt/media/image27.png" Id="R89c858f9e86e4322" /><Relationship Type="http://schemas.openxmlformats.org/officeDocument/2006/relationships/image" Target="/ppt/media/image15.png" Id="Rc6232d8445074f50" /><Relationship Type="http://schemas.openxmlformats.org/officeDocument/2006/relationships/image" Target="/ppt/media/image4.png" Id="Rd8c911d8051d489b" /><Relationship Type="http://schemas.openxmlformats.org/officeDocument/2006/relationships/notesSlide" Target="/ppt/notesSlides/notesSlide11.xml" Id="Rb6ab5193077842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84ecd2c6e24934" /><Relationship Type="http://schemas.openxmlformats.org/officeDocument/2006/relationships/image" Target="/ppt/media/image29.png" Id="Rcfe68c037c0a48a1" /><Relationship Type="http://schemas.openxmlformats.org/officeDocument/2006/relationships/image" Target="/ppt/media/image19.png" Id="R6db22aa3cade435d" /><Relationship Type="http://schemas.openxmlformats.org/officeDocument/2006/relationships/image" Target="/ppt/media/image13.png" Id="Rad317238066444d0" /><Relationship Type="http://schemas.openxmlformats.org/officeDocument/2006/relationships/image" Target="/ppt/media/image2.png" Id="R71c3f55c87c64453" /><Relationship Type="http://schemas.openxmlformats.org/officeDocument/2006/relationships/image" Target="/ppt/media/image4.png" Id="Rdf64a9e2d7c64dae" /><Relationship Type="http://schemas.openxmlformats.org/officeDocument/2006/relationships/image" Target="/ppt/media/image15.png" Id="Rb16b455c9d6240ac" /><Relationship Type="http://schemas.openxmlformats.org/officeDocument/2006/relationships/image" Target="/ppt/media/image30.png" Id="R5952a6e25b0e49a7" /><Relationship Type="http://schemas.openxmlformats.org/officeDocument/2006/relationships/image" Target="/ppt/media/image31.png" Id="Rc602fb736cb94451" /><Relationship Type="http://schemas.openxmlformats.org/officeDocument/2006/relationships/image" Target="/ppt/media/image32.png" Id="R20bba1d0dc2644b7" /><Relationship Type="http://schemas.openxmlformats.org/officeDocument/2006/relationships/image" Target="/ppt/media/image33.png" Id="R9b29bbbce3f9429f" /><Relationship Type="http://schemas.openxmlformats.org/officeDocument/2006/relationships/image" Target="/ppt/media/image34.png" Id="Rc4e4f202356c42f7" /><Relationship Type="http://schemas.openxmlformats.org/officeDocument/2006/relationships/image" Target="/ppt/media/image35.png" Id="R7336d43730214e45" /><Relationship Type="http://schemas.openxmlformats.org/officeDocument/2006/relationships/image" Target="/ppt/media/image36.png" Id="Reb2169edc48f4bad" /><Relationship Type="http://schemas.openxmlformats.org/officeDocument/2006/relationships/notesSlide" Target="/ppt/notesSlides/notesSlide12.xml" Id="R6fd22326403e45b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6C9B94A9-543D-4736-8C71-5739B78254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3ff5052854400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AEE8C8BB-2C24-4084-97A9-2C8D03B6B0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6dd9a194f40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3833" y="113681"/>
            <a:ext cx="4134273" cy="5665485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5549AD54-C04D-44BA-B403-EF706374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Finn.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5B9F4458-5C1B-407B-AA35-7EEB1A0640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1a3870ea645db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CAEF2B3C-22C3-4C32-BDC9-A14A858DCF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b09b5b8014e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3833" y="113681"/>
            <a:ext cx="4134273" cy="5665485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7898517C-7C30-4939-9026-B2D278BC14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71d68e3654a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8299" y="4078453"/>
            <a:ext cx="1173792" cy="364346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03B9D-9464-47FA-AFD4-1544926AD8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83fd020f74022"/>
          <a:stretch xmlns:a="http://schemas.openxmlformats.org/drawingml/2006/main"/>
        </p:blipFill>
        <p:spPr>
          <a:xfrm xmlns:a="http://schemas.openxmlformats.org/drawingml/2006/main">
            <a:off x="6700062" y="3874766"/>
            <a:ext cx="1204122" cy="607023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368CB-929B-4508-B66E-D02B5C46EF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0736f8b844ec1"/>
          <a:stretch xmlns:a="http://schemas.openxmlformats.org/drawingml/2006/main"/>
        </p:blipFill>
        <p:spPr>
          <a:xfrm xmlns:a="http://schemas.openxmlformats.org/drawingml/2006/main">
            <a:off x="6606841" y="3778570"/>
            <a:ext cx="1204122" cy="607023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157F4-C7FA-43E9-9DA5-0BAA2EE885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5c320434744ed"/>
          <a:stretch xmlns:a="http://schemas.openxmlformats.org/drawingml/2006/main"/>
        </p:blipFill>
        <p:spPr>
          <a:xfrm xmlns:a="http://schemas.openxmlformats.org/drawingml/2006/main">
            <a:off x="7026233" y="3774942"/>
            <a:ext cx="1204122" cy="607023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B236D-98B8-454D-861F-77BFD2E402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0262c0ccd4176"/>
          <a:stretch xmlns:a="http://schemas.openxmlformats.org/drawingml/2006/main"/>
        </p:blipFill>
        <p:spPr>
          <a:xfrm xmlns:a="http://schemas.openxmlformats.org/drawingml/2006/main">
            <a:off x="6847969" y="3695225"/>
            <a:ext cx="1204122" cy="607023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38FE3-2702-4354-983E-F9E9F98871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7059417dc40fc"/>
          <a:stretch xmlns:a="http://schemas.openxmlformats.org/drawingml/2006/main"/>
        </p:blipFill>
        <p:spPr>
          <a:xfrm xmlns:a="http://schemas.openxmlformats.org/drawingml/2006/main">
            <a:off x="7034844" y="3869360"/>
            <a:ext cx="1204122" cy="607023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37DC5-F8B8-4579-ABAC-5C02442BD3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d1cda00c4481f"/>
          <a:stretch xmlns:a="http://schemas.openxmlformats.org/drawingml/2006/main"/>
        </p:blipFill>
        <p:spPr>
          <a:xfrm xmlns:a="http://schemas.openxmlformats.org/drawingml/2006/main">
            <a:off x="7026206" y="3647265"/>
            <a:ext cx="1204122" cy="607023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32F60-E11E-4017-9712-C9689D482E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df8b73f5842db"/>
          <a:stretch xmlns:a="http://schemas.openxmlformats.org/drawingml/2006/main"/>
        </p:blipFill>
        <p:spPr>
          <a:xfrm xmlns:a="http://schemas.openxmlformats.org/drawingml/2006/main">
            <a:off x="6602958" y="3673099"/>
            <a:ext cx="1204122" cy="607023"/>
          </a:xfrm>
          <a:prstGeom xmlns:a="http://schemas.openxmlformats.org/drawingml/2006/main" prst="rect">
            <a:avLst/>
          </a:prstGeom>
        </p:spPr>
      </p:pic>
      <p:sp>
        <p:nvSpPr>
          <p:cNvPr id="19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24CF84C-7007-4DB6-B893-866BF3D7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12150494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3D4CD632-4081-4987-A4A9-8AE140D662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c0d2e014e4df8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6730AAC2-8868-4901-BE29-6B1E77DC2E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edebe1d4042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9947" y="1"/>
            <a:ext cx="3407875" cy="5995806"/>
          </a:xfrm>
          <a:prstGeom xmlns:a="http://schemas.openxmlformats.org/drawingml/2006/main" prst="rect">
            <a:avLst/>
          </a:prstGeom>
        </p:spPr>
      </p:pic>
      <p:sp>
        <p:nvSpPr>
          <p:cNvPr id="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8F1AE036-E46A-42E5-ADAB-FC66422D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Cleo.</a:t>
            </a:r>
          </a:p>
        </p:txBody>
      </p:sp>
    </p:spTree>
    <p:extLst>
      <p:ext uri="{BB962C8B-B14F-4D97-AF65-F5344CB8AC3E}">
        <p14:creationId xmlns:p14="http://schemas.microsoft.com/office/powerpoint/2010/main" val="8036087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7E04BBC9-4663-4AEA-926C-89C132C8D3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d12b3da3349ac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F0874A3F-55A8-4143-B76A-EF798AF09F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274571ee748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9947" y="1"/>
            <a:ext cx="3407875" cy="5995806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FDCFADCD-D12A-4ABD-AE8C-0C1E18762D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a7090620947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10281" y="4008435"/>
            <a:ext cx="1293776" cy="40158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7415FAB-E4BD-4AD7-B3F0-13A7FAB07A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02bec4e6a44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54290" y="3771900"/>
            <a:ext cx="1327208" cy="669073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B7441C12-4F62-4098-B625-0A77EBE8F7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02bec4e6a44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39727" y="3771900"/>
            <a:ext cx="1327208" cy="669073"/>
          </a:xfrm>
          <a:prstGeom xmlns:a="http://schemas.openxmlformats.org/drawingml/2006/main" prst="rect">
            <a:avLst/>
          </a:prstGeom>
        </p:spPr>
      </p:pic>
      <p:sp>
        <p:nvSpPr>
          <p:cNvPr id="12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68DA8F74-9F6D-4923-A518-D15BE5D4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Cleo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41116825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94CA16DF-FF16-4136-AF16-57033B1D96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d8703d63f48bd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DC4F21CA-EED6-40DD-A8AF-8C9CB9C070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b2b89f49748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8067" y="0"/>
            <a:ext cx="3125078" cy="5540110"/>
          </a:xfrm>
          <a:prstGeom xmlns:a="http://schemas.openxmlformats.org/drawingml/2006/main" prst="rect">
            <a:avLst/>
          </a:prstGeom>
        </p:spPr>
      </p:pic>
      <p:sp>
        <p:nvSpPr>
          <p:cNvPr id="1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EB4502A0-7873-4AA7-8BB6-BD2590C9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spills water.</a:t>
            </a:r>
          </a:p>
        </p:txBody>
      </p:sp>
    </p:spTree>
    <p:extLst>
      <p:ext uri="{BB962C8B-B14F-4D97-AF65-F5344CB8AC3E}">
        <p14:creationId xmlns:p14="http://schemas.microsoft.com/office/powerpoint/2010/main" val="21085929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5085A675-828F-45AC-B8D7-6A4D62F000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1a351f3054f08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882D33F-FB79-4516-917A-FB461469C6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a1bad6d5245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2500" y="4549705"/>
            <a:ext cx="3005607" cy="1351433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AC8D7005-74F9-472A-9227-D4AB375177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bfdcf5d224c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35303" y="0"/>
            <a:ext cx="4049251" cy="5540111"/>
          </a:xfrm>
          <a:prstGeom xmlns:a="http://schemas.openxmlformats.org/drawingml/2006/main" prst="rect">
            <a:avLst/>
          </a:prstGeom>
        </p:spPr>
      </p:pic>
      <p:sp>
        <p:nvSpPr>
          <p:cNvPr id="7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2FA89CE4-2DA0-4687-A5F5-2F6C8000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doesn’t clean it up and walks away.</a:t>
            </a:r>
          </a:p>
        </p:txBody>
      </p:sp>
    </p:spTree>
    <p:extLst>
      <p:ext uri="{BB962C8B-B14F-4D97-AF65-F5344CB8AC3E}">
        <p14:creationId xmlns:p14="http://schemas.microsoft.com/office/powerpoint/2010/main" val="34620618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1FC13CFB-9AF2-44A2-9489-618C709587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4d7684e8540ed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E86D31E9-27BC-41DC-B537-74FB4DD640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6db1ed28f4c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42749" y="197486"/>
            <a:ext cx="4049251" cy="5540111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8F478847-DDE6-437E-AF91-4D181E2901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f6be6488343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2500" y="4549705"/>
            <a:ext cx="3005607" cy="1351433"/>
          </a:xfrm>
          <a:prstGeom xmlns:a="http://schemas.openxmlformats.org/drawingml/2006/main" prst="rect">
            <a:avLst/>
          </a:prstGeom>
        </p:spPr>
      </p:pic>
      <p:sp>
        <p:nvSpPr>
          <p:cNvPr id="7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EDE79BB2-B70A-43DB-8AB8-FBC83B21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doesn’t clean it up and walks away.</a:t>
            </a:r>
          </a:p>
        </p:txBody>
      </p:sp>
    </p:spTree>
    <p:extLst>
      <p:ext uri="{BB962C8B-B14F-4D97-AF65-F5344CB8AC3E}">
        <p14:creationId xmlns:p14="http://schemas.microsoft.com/office/powerpoint/2010/main" val="29481923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4EF3F6FA-F059-453E-A7CE-240D8F8D62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6071a32d04c5e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13458D35-42D8-4838-9B69-8BC2633F34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1272fa1a74f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301" y="167007"/>
            <a:ext cx="3583199" cy="5737597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B2822A8E-5A97-4E71-873C-7F66E28D55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c978911d44a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2500" y="4549705"/>
            <a:ext cx="3005607" cy="1351433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9366BC95-8E2A-4EAF-90FB-AC47FB5671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b890386d842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17781" y="3699127"/>
            <a:ext cx="1293776" cy="401589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F41B001A-34AB-4AEA-88B4-A56E788C43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1220b19314b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61790" y="3462592"/>
            <a:ext cx="1327208" cy="669073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8FD10ED8-0C5A-411A-A03F-198426FC4E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1220b19314b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47227" y="3462592"/>
            <a:ext cx="1327208" cy="669073"/>
          </a:xfrm>
          <a:prstGeom xmlns:a="http://schemas.openxmlformats.org/drawingml/2006/main" prst="rect">
            <a:avLst/>
          </a:prstGeom>
        </p:spPr>
      </p:pic>
      <p:sp>
        <p:nvSpPr>
          <p:cNvPr id="19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C1AD93A-797D-4045-A894-39D44F38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Cleo walks in.</a:t>
            </a:r>
          </a:p>
        </p:txBody>
      </p:sp>
    </p:spTree>
    <p:extLst>
      <p:ext uri="{BB962C8B-B14F-4D97-AF65-F5344CB8AC3E}">
        <p14:creationId xmlns:p14="http://schemas.microsoft.com/office/powerpoint/2010/main" val="372366684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B5D9AEDC-32DE-4005-98A0-277D4F34FB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0a47b8f774b57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91F1AED1-0F47-4B5D-BD7B-4F85B19278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16ded419f48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8097" y="163540"/>
            <a:ext cx="3427541" cy="5737598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316DE0D7-AA16-47BB-B79B-4CBC4E12B9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df34bf16543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2500" y="4549705"/>
            <a:ext cx="3005607" cy="1351433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73F3FBB3-A143-4530-B3AF-88A0A6495D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88d13d1954a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17781" y="3699127"/>
            <a:ext cx="1293776" cy="401589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3CE53D91-91A9-4803-9F2F-A032F83F6E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e5f8d80e64c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61790" y="3462592"/>
            <a:ext cx="1327208" cy="669073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3CCFC098-8E4D-468C-A443-5B450A4324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e5f8d80e64c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47227" y="3462592"/>
            <a:ext cx="1327208" cy="669073"/>
          </a:xfrm>
          <a:prstGeom xmlns:a="http://schemas.openxmlformats.org/drawingml/2006/main" prst="rect">
            <a:avLst/>
          </a:prstGeom>
        </p:spPr>
      </p:pic>
      <p:sp>
        <p:nvSpPr>
          <p:cNvPr id="19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65326195-E380-41D8-BAA9-391ECDF6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Cleo was not looking where she was going.</a:t>
            </a:r>
          </a:p>
        </p:txBody>
      </p:sp>
    </p:spTree>
    <p:extLst>
      <p:ext uri="{BB962C8B-B14F-4D97-AF65-F5344CB8AC3E}">
        <p14:creationId xmlns:p14="http://schemas.microsoft.com/office/powerpoint/2010/main" val="16971114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DB13398F-E089-4D95-B39A-9B19AD7F1E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7afd907b24adf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5E0023BC-6F9A-4DA1-BD76-353C44753E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a0646dfcc4e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2500" y="4549705"/>
            <a:ext cx="3005607" cy="1351433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4D547506-2AED-446E-BEDD-CE83664F53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9c2f8429f41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8820" y="34979"/>
            <a:ext cx="3464337" cy="5768120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C6DB2755-6194-44ED-A1E4-68714E2D96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298eac40942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8062" y="3384828"/>
            <a:ext cx="1689302" cy="524361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1DE6D5AB-22D9-48EB-AB82-5FFF941DCE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86f776ec94e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50787" y="3156815"/>
            <a:ext cx="1732952" cy="873617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2C021750-0BC6-415E-A372-0588B23409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86f776ec94e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78494" y="3147893"/>
            <a:ext cx="1732952" cy="873617"/>
          </a:xfrm>
          <a:prstGeom xmlns:a="http://schemas.openxmlformats.org/drawingml/2006/main" prst="rect">
            <a:avLst/>
          </a:prstGeom>
        </p:spPr>
      </p:pic>
      <p:sp>
        <p:nvSpPr>
          <p:cNvPr id="19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DA36178-F0E9-4043-931F-3AD2AD83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Cleo slips on the water!</a:t>
            </a:r>
          </a:p>
        </p:txBody>
      </p:sp>
    </p:spTree>
    <p:extLst>
      <p:ext uri="{BB962C8B-B14F-4D97-AF65-F5344CB8AC3E}">
        <p14:creationId xmlns:p14="http://schemas.microsoft.com/office/powerpoint/2010/main" val="252429657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C3D041C4-37AD-4332-A738-32D245553E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be947589340ed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1E7F8D6A-D3B6-44E0-BDC1-BE1766F0B4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27907b5904b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2500" y="4549705"/>
            <a:ext cx="3005607" cy="1351433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4468FDAC-6792-44DC-B7AD-155220F488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858f9e86e4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8821" y="39817"/>
            <a:ext cx="3464337" cy="5768120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3E340C40-C2FA-4901-8F96-EF9ABA10A9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32d8445074f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39528" y="481588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6FB59E7-8DCC-4B26-B49F-068101A64E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32d8445074f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4273" y="498221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B494E12C-94F0-442B-9238-5A3D500762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911d8051d48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8062" y="3384828"/>
            <a:ext cx="1689302" cy="524361"/>
          </a:xfrm>
          <a:prstGeom xmlns:a="http://schemas.openxmlformats.org/drawingml/2006/main" prst="rect">
            <a:avLst/>
          </a:prstGeom>
        </p:spPr>
      </p:pic>
      <p:sp>
        <p:nvSpPr>
          <p:cNvPr id="19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3C43A752-D2F1-4212-8118-10BFA3D4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of Cleo’s cookies fall!</a:t>
            </a:r>
          </a:p>
        </p:txBody>
      </p:sp>
    </p:spTree>
    <p:extLst>
      <p:ext uri="{BB962C8B-B14F-4D97-AF65-F5344CB8AC3E}">
        <p14:creationId xmlns:p14="http://schemas.microsoft.com/office/powerpoint/2010/main" val="249309402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7B690AEA-4252-42C3-95BB-D1264B0C91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68c037c0a48a1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A9B6D3FC-78D8-4691-B239-414877190A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22aa3cade43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2500" y="4549705"/>
            <a:ext cx="3005607" cy="1351433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05EF2C55-9170-4962-9BCA-0533DDF5E6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17238066444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7736" y="525447"/>
            <a:ext cx="3165364" cy="528724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C963DB98-5504-4FA3-93D6-D8CB88106C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3f55c87c644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6823" y="664560"/>
            <a:ext cx="3628511" cy="4972402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BC5E9870-26E9-4297-BD80-6738F1B36D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4a9e2d7c64d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334" y="4101222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D131D531-4841-4A67-8C6F-86414530B0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4a9e2d7c64d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6823" y="4169375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A997CB5F-0CE1-4A78-A8E9-9FEB87190B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b455c9d6240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39528" y="481588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FC9A061F-1F11-410F-A7B6-146A333BD2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b455c9d6240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4273" y="498221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92720C-F336-4B85-9BB6-D594FE96DA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2a6e25b0e49a7"/>
          <a:stretch xmlns:a="http://schemas.openxmlformats.org/drawingml/2006/main"/>
        </p:blipFill>
        <p:spPr>
          <a:xfrm xmlns:a="http://schemas.openxmlformats.org/drawingml/2006/main">
            <a:off x="2520832" y="399111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2237DF-965E-4C68-8F99-3C0B424917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2fb736cb94451"/>
          <a:stretch xmlns:a="http://schemas.openxmlformats.org/drawingml/2006/main"/>
        </p:blipFill>
        <p:spPr>
          <a:xfrm xmlns:a="http://schemas.openxmlformats.org/drawingml/2006/main">
            <a:off x="2439246" y="390692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B38491-51D0-47A5-864E-C66FBB6E5E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ba1d0dc2644b7"/>
          <a:stretch xmlns:a="http://schemas.openxmlformats.org/drawingml/2006/main"/>
        </p:blipFill>
        <p:spPr>
          <a:xfrm xmlns:a="http://schemas.openxmlformats.org/drawingml/2006/main">
            <a:off x="2806293" y="3903746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06E0A8-1E64-4C1C-9C1C-9F54F52EF6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9bbbce3f9429f"/>
          <a:stretch xmlns:a="http://schemas.openxmlformats.org/drawingml/2006/main"/>
        </p:blipFill>
        <p:spPr>
          <a:xfrm xmlns:a="http://schemas.openxmlformats.org/drawingml/2006/main">
            <a:off x="2650278" y="3833979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65CC06-84B5-4C67-99C5-510F56DDA7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4f202356c42f7"/>
          <a:stretch xmlns:a="http://schemas.openxmlformats.org/drawingml/2006/main"/>
        </p:blipFill>
        <p:spPr>
          <a:xfrm xmlns:a="http://schemas.openxmlformats.org/drawingml/2006/main">
            <a:off x="2813829" y="3986379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87671B-8A8B-4407-976C-B3082A4518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6d43730214e45"/>
          <a:stretch xmlns:a="http://schemas.openxmlformats.org/drawingml/2006/main"/>
        </p:blipFill>
        <p:spPr>
          <a:xfrm xmlns:a="http://schemas.openxmlformats.org/drawingml/2006/main">
            <a:off x="2806269" y="379200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8D113B-AD5C-41DA-AFCB-2A27102B2C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169edc48f4bad"/>
          <a:stretch xmlns:a="http://schemas.openxmlformats.org/drawingml/2006/main"/>
        </p:blipFill>
        <p:spPr>
          <a:xfrm xmlns:a="http://schemas.openxmlformats.org/drawingml/2006/main">
            <a:off x="2435848" y="3814614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8F1FFC75-5B3F-4A8A-B7BE-0AAF83E0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still has 8 cookies. Cleo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145169055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2026-10-11T18:01:09.9460000Z</dcterms:created>
  <dcterms:modified xsi:type="dcterms:W3CDTF">2026-10-11T18:01:09.9460000Z</dcterms:modified>
</coreProperties>
</file>