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d3d16bba644de9" /><Relationship Type="http://schemas.openxmlformats.org/officeDocument/2006/relationships/extended-properties" Target="/docProps/app.xml" Id="R667ffd36dc584c44" /><Relationship Type="http://schemas.openxmlformats.org/officeDocument/2006/relationships/officeDocument" Target="/ppt/presentation.xml" Id="Rc481253cb0d54a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0a58be99344570"/>
  </p:sldMasterIdLst>
  <p:notesMasterIdLst>
    <p:notesMasterId xmlns:r="http://schemas.openxmlformats.org/officeDocument/2006/relationships" r:id="R0f0d74d2dc7a4952"/>
  </p:notesMasterIdLst>
  <p:sldIdLst>
    <p:sldId xmlns:r="http://schemas.openxmlformats.org/officeDocument/2006/relationships" id="256" r:id="Rb1deb54e58d9438e"/>
    <p:sldId xmlns:r="http://schemas.openxmlformats.org/officeDocument/2006/relationships" id="257" r:id="Rd643dd203d914040"/>
    <p:sldId xmlns:r="http://schemas.openxmlformats.org/officeDocument/2006/relationships" id="258" r:id="R61d253d817ef4f00"/>
    <p:sldId xmlns:r="http://schemas.openxmlformats.org/officeDocument/2006/relationships" id="259" r:id="Rc651d5ad90a34779"/>
    <p:sldId xmlns:r="http://schemas.openxmlformats.org/officeDocument/2006/relationships" id="260" r:id="R8c7fd908764c4bea"/>
    <p:sldId xmlns:r="http://schemas.openxmlformats.org/officeDocument/2006/relationships" id="261" r:id="Rb50e2fc3b2a14ef5"/>
    <p:sldId xmlns:r="http://schemas.openxmlformats.org/officeDocument/2006/relationships" id="262" r:id="R6100807bae4948a3"/>
    <p:sldId xmlns:r="http://schemas.openxmlformats.org/officeDocument/2006/relationships" id="263" r:id="R8f0cd7e9888a436d"/>
    <p:sldId xmlns:r="http://schemas.openxmlformats.org/officeDocument/2006/relationships" id="264" r:id="Rbd757d0cb1604b4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42255631c347e3" /><Relationship Type="http://schemas.openxmlformats.org/officeDocument/2006/relationships/slideMaster" Target="/ppt/slideMasters/slideMaster1.xml" Id="R4b0a58be99344570" /><Relationship Type="http://schemas.openxmlformats.org/officeDocument/2006/relationships/notesMaster" Target="/ppt/notesMasters/notesMaster1.xml" Id="R0f0d74d2dc7a4952" /><Relationship Type="http://schemas.openxmlformats.org/officeDocument/2006/relationships/presProps" Target="/ppt/presProps.xml" Id="R8eda3535e37f4fe1" /><Relationship Type="http://schemas.openxmlformats.org/officeDocument/2006/relationships/viewProps" Target="/ppt/viewProps.xml" Id="R25cdc5ee1b0f4b55" /><Relationship Type="http://schemas.openxmlformats.org/officeDocument/2006/relationships/tableStyles" Target="/ppt/tableStyles.xml" Id="R4099c9fa0dec47df" /><Relationship Type="http://schemas.openxmlformats.org/officeDocument/2006/relationships/slide" Target="/ppt/slides/slide1.xml" Id="Rb1deb54e58d9438e" /><Relationship Type="http://schemas.openxmlformats.org/officeDocument/2006/relationships/slide" Target="/ppt/slides/slide2.xml" Id="Rd643dd203d914040" /><Relationship Type="http://schemas.openxmlformats.org/officeDocument/2006/relationships/slide" Target="/ppt/slides/slide3.xml" Id="R61d253d817ef4f00" /><Relationship Type="http://schemas.openxmlformats.org/officeDocument/2006/relationships/slide" Target="/ppt/slides/slide4.xml" Id="Rc651d5ad90a34779" /><Relationship Type="http://schemas.openxmlformats.org/officeDocument/2006/relationships/slide" Target="/ppt/slides/slide5.xml" Id="R8c7fd908764c4bea" /><Relationship Type="http://schemas.openxmlformats.org/officeDocument/2006/relationships/slide" Target="/ppt/slides/slide6.xml" Id="Rb50e2fc3b2a14ef5" /><Relationship Type="http://schemas.openxmlformats.org/officeDocument/2006/relationships/slide" Target="/ppt/slides/slide7.xml" Id="R6100807bae4948a3" /><Relationship Type="http://schemas.openxmlformats.org/officeDocument/2006/relationships/slide" Target="/ppt/slides/slide8.xml" Id="R8f0cd7e9888a436d" /><Relationship Type="http://schemas.openxmlformats.org/officeDocument/2006/relationships/slide" Target="/ppt/slides/slide9.xml" Id="Rbd757d0cb160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da1469bb6c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b900ea6684e11" /><Relationship Type="http://schemas.openxmlformats.org/officeDocument/2006/relationships/notesMaster" Target="/ppt/notesMasters/notesMaster1.xml" Id="R7418abb3be5a42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8f1b93b11f482a" /><Relationship Type="http://schemas.openxmlformats.org/officeDocument/2006/relationships/notesMaster" Target="/ppt/notesMasters/notesMaster1.xml" Id="Rd2917821365049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fda85868dd4404" /><Relationship Type="http://schemas.openxmlformats.org/officeDocument/2006/relationships/notesMaster" Target="/ppt/notesMasters/notesMaster1.xml" Id="Rc26ddc88f8964c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7251fd8ccc4260" /><Relationship Type="http://schemas.openxmlformats.org/officeDocument/2006/relationships/notesMaster" Target="/ppt/notesMasters/notesMaster1.xml" Id="R8cbbd63073544f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8e4da710eb43b7" /><Relationship Type="http://schemas.openxmlformats.org/officeDocument/2006/relationships/notesMaster" Target="/ppt/notesMasters/notesMaster1.xml" Id="Rdd4bbafe36eb42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143ef4ee994eb6" /><Relationship Type="http://schemas.openxmlformats.org/officeDocument/2006/relationships/notesMaster" Target="/ppt/notesMasters/notesMaster1.xml" Id="R47857cf60ee246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c51ebae2d8406e" /><Relationship Type="http://schemas.openxmlformats.org/officeDocument/2006/relationships/notesMaster" Target="/ppt/notesMasters/notesMaster1.xml" Id="R651b0979ef9749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0f4481345a4183" /><Relationship Type="http://schemas.openxmlformats.org/officeDocument/2006/relationships/notesMaster" Target="/ppt/notesMasters/notesMaster1.xml" Id="R029af156daa840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10931657574ec7" /><Relationship Type="http://schemas.openxmlformats.org/officeDocument/2006/relationships/notesMaster" Target="/ppt/notesMasters/notesMaster1.xml" Id="Re87f4eacd53e4c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dbd7e980243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2afb7638f48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98a722d6144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11af95f0944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95438fc4841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002d310cb4b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e79f4e2fa46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e7c125eba48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d1e76b710435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4a8734edd49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bb93c615a449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3e0c361eb84160" /><Relationship Type="http://schemas.openxmlformats.org/officeDocument/2006/relationships/slideLayout" Target="/ppt/slideLayouts/slideLayout1.xml" Id="R50380a2cbf6e4652" /><Relationship Type="http://schemas.openxmlformats.org/officeDocument/2006/relationships/slideLayout" Target="/ppt/slideLayouts/slideLayout2.xml" Id="R84fb61d35b6b4ea4" /><Relationship Type="http://schemas.openxmlformats.org/officeDocument/2006/relationships/slideLayout" Target="/ppt/slideLayouts/slideLayout3.xml" Id="Ree71b0d310d64771" /><Relationship Type="http://schemas.openxmlformats.org/officeDocument/2006/relationships/slideLayout" Target="/ppt/slideLayouts/slideLayout4.xml" Id="R761c969ea9b84d21" /><Relationship Type="http://schemas.openxmlformats.org/officeDocument/2006/relationships/slideLayout" Target="/ppt/slideLayouts/slideLayout5.xml" Id="R06687c1abce9471a" /><Relationship Type="http://schemas.openxmlformats.org/officeDocument/2006/relationships/slideLayout" Target="/ppt/slideLayouts/slideLayout6.xml" Id="R13406227bf154f3f" /><Relationship Type="http://schemas.openxmlformats.org/officeDocument/2006/relationships/slideLayout" Target="/ppt/slideLayouts/slideLayout7.xml" Id="R00897e4695ef4083" /><Relationship Type="http://schemas.openxmlformats.org/officeDocument/2006/relationships/slideLayout" Target="/ppt/slideLayouts/slideLayout8.xml" Id="Rff62b8f04efb4550" /><Relationship Type="http://schemas.openxmlformats.org/officeDocument/2006/relationships/slideLayout" Target="/ppt/slideLayouts/slideLayout9.xml" Id="Raed31fa42b4e4667" /><Relationship Type="http://schemas.openxmlformats.org/officeDocument/2006/relationships/slideLayout" Target="/ppt/slideLayouts/slideLayout10.xml" Id="R8bb5eff064c44118" /><Relationship Type="http://schemas.openxmlformats.org/officeDocument/2006/relationships/slideLayout" Target="/ppt/slideLayouts/slideLayout11.xml" Id="Rc37b293349f14c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20AC514-00C7-554D-9581-DF80ECB5DFB1}" type="datetimeFigureOut">
              <a:t>10/11/26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80a2cbf6e4652"/>
    <p:sldLayoutId xmlns:r="http://schemas.openxmlformats.org/officeDocument/2006/relationships" id="2147483650" r:id="R84fb61d35b6b4ea4"/>
    <p:sldLayoutId xmlns:r="http://schemas.openxmlformats.org/officeDocument/2006/relationships" id="2147483651" r:id="Ree71b0d310d64771"/>
    <p:sldLayoutId xmlns:r="http://schemas.openxmlformats.org/officeDocument/2006/relationships" id="2147483652" r:id="R761c969ea9b84d21"/>
    <p:sldLayoutId xmlns:r="http://schemas.openxmlformats.org/officeDocument/2006/relationships" id="2147483653" r:id="R06687c1abce9471a"/>
    <p:sldLayoutId xmlns:r="http://schemas.openxmlformats.org/officeDocument/2006/relationships" id="2147483654" r:id="R13406227bf154f3f"/>
    <p:sldLayoutId xmlns:r="http://schemas.openxmlformats.org/officeDocument/2006/relationships" id="2147483655" r:id="R00897e4695ef4083"/>
    <p:sldLayoutId xmlns:r="http://schemas.openxmlformats.org/officeDocument/2006/relationships" id="2147483656" r:id="Rff62b8f04efb4550"/>
    <p:sldLayoutId xmlns:r="http://schemas.openxmlformats.org/officeDocument/2006/relationships" id="2147483657" r:id="Raed31fa42b4e4667"/>
    <p:sldLayoutId xmlns:r="http://schemas.openxmlformats.org/officeDocument/2006/relationships" id="2147483658" r:id="R8bb5eff064c44118"/>
    <p:sldLayoutId xmlns:r="http://schemas.openxmlformats.org/officeDocument/2006/relationships" id="2147483659" r:id="Rc37b293349f14c7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a5343af8f54c1f" /><Relationship Type="http://schemas.openxmlformats.org/officeDocument/2006/relationships/image" Target="/ppt/media/image.png" Id="Rc7d03c7746fa4a74" /><Relationship Type="http://schemas.openxmlformats.org/officeDocument/2006/relationships/image" Target="/ppt/media/image2.png" Id="Rb2b231b0ee854a76" /><Relationship Type="http://schemas.openxmlformats.org/officeDocument/2006/relationships/notesSlide" Target="/ppt/notesSlides/notesSlide1.xml" Id="Rb078a63b1a534f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d4784180c49b7" /><Relationship Type="http://schemas.openxmlformats.org/officeDocument/2006/relationships/image" Target="/ppt/media/image.png" Id="R41572fae995b470f" /><Relationship Type="http://schemas.openxmlformats.org/officeDocument/2006/relationships/image" Target="/ppt/media/image2.png" Id="Rd0dbe04e801c477e" /><Relationship Type="http://schemas.openxmlformats.org/officeDocument/2006/relationships/image" Target="/ppt/media/image3.png" Id="R733e499b934b4c7d" /><Relationship Type="http://schemas.openxmlformats.org/officeDocument/2006/relationships/image" Target="/ppt/media/image4.png" Id="R533ee3a8027a49b1" /><Relationship Type="http://schemas.openxmlformats.org/officeDocument/2006/relationships/notesSlide" Target="/ppt/notesSlides/notesSlide2.xml" Id="R30fd5efac78349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ead3fe98f45d4" /><Relationship Type="http://schemas.openxmlformats.org/officeDocument/2006/relationships/image" Target="/ppt/media/image.png" Id="R35efd75575fb449c" /><Relationship Type="http://schemas.openxmlformats.org/officeDocument/2006/relationships/image" Target="/ppt/media/image5.png" Id="Rf8f38ba4a4e34f8c" /><Relationship Type="http://schemas.openxmlformats.org/officeDocument/2006/relationships/notesSlide" Target="/ppt/notesSlides/notesSlide3.xml" Id="R6a03096e0c4348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f16957a96646a1" /><Relationship Type="http://schemas.openxmlformats.org/officeDocument/2006/relationships/image" Target="/ppt/media/image.png" Id="R5c32561030f74fac" /><Relationship Type="http://schemas.openxmlformats.org/officeDocument/2006/relationships/image" Target="/ppt/media/image5.png" Id="R4b28b54bc39c49dc" /><Relationship Type="http://schemas.openxmlformats.org/officeDocument/2006/relationships/image" Target="/ppt/media/image3.png" Id="Rdb2bcb6a18db4e88" /><Relationship Type="http://schemas.openxmlformats.org/officeDocument/2006/relationships/image" Target="/ppt/media/image4.png" Id="R69fc9c75c294488f" /><Relationship Type="http://schemas.openxmlformats.org/officeDocument/2006/relationships/notesSlide" Target="/ppt/notesSlides/notesSlide4.xml" Id="Rc4bd723f2aea4d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0833d79c11466c" /><Relationship Type="http://schemas.openxmlformats.org/officeDocument/2006/relationships/image" Target="/ppt/media/image.png" Id="R0ee72fba6fb942e9" /><Relationship Type="http://schemas.openxmlformats.org/officeDocument/2006/relationships/image" Target="/ppt/media/image5.png" Id="R9b4cf1f410dd4d29" /><Relationship Type="http://schemas.openxmlformats.org/officeDocument/2006/relationships/image" Target="/ppt/media/image6.png" Id="Rea255e5ce9a8482f" /><Relationship Type="http://schemas.openxmlformats.org/officeDocument/2006/relationships/image" Target="/ppt/media/image3.png" Id="R4c166ad1c38846ba" /><Relationship Type="http://schemas.openxmlformats.org/officeDocument/2006/relationships/image" Target="/ppt/media/image4.png" Id="R6ecb08afaa6c4974" /><Relationship Type="http://schemas.openxmlformats.org/officeDocument/2006/relationships/notesSlide" Target="/ppt/notesSlides/notesSlide5.xml" Id="R689d068a16e245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501389b69f44e8" /><Relationship Type="http://schemas.openxmlformats.org/officeDocument/2006/relationships/image" Target="/ppt/media/image.png" Id="R716ef9f9483743e0" /><Relationship Type="http://schemas.openxmlformats.org/officeDocument/2006/relationships/image" Target="/ppt/media/image5.png" Id="Rb764dc3f183b4036" /><Relationship Type="http://schemas.openxmlformats.org/officeDocument/2006/relationships/image" Target="/ppt/media/image6.png" Id="R53cb0d898eca48c9" /><Relationship Type="http://schemas.openxmlformats.org/officeDocument/2006/relationships/image" Target="/ppt/media/image3.png" Id="R1e11c5d8669b4630" /><Relationship Type="http://schemas.openxmlformats.org/officeDocument/2006/relationships/image" Target="/ppt/media/image4.png" Id="R51322fc268334d4c" /><Relationship Type="http://schemas.openxmlformats.org/officeDocument/2006/relationships/notesSlide" Target="/ppt/notesSlides/notesSlide6.xml" Id="Re1faf37fdc8a4b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b7209ed78a4e9e" /><Relationship Type="http://schemas.openxmlformats.org/officeDocument/2006/relationships/image" Target="/ppt/media/image.png" Id="R88cd914263ba4203" /><Relationship Type="http://schemas.openxmlformats.org/officeDocument/2006/relationships/image" Target="/ppt/media/image6.png" Id="Reeb8a7bcc878498f" /><Relationship Type="http://schemas.openxmlformats.org/officeDocument/2006/relationships/image" Target="/ppt/media/image3.png" Id="R4a712672c74b407e" /><Relationship Type="http://schemas.openxmlformats.org/officeDocument/2006/relationships/image" Target="/ppt/media/image4.png" Id="R31f3edc64a2a4147" /><Relationship Type="http://schemas.openxmlformats.org/officeDocument/2006/relationships/notesSlide" Target="/ppt/notesSlides/notesSlide7.xml" Id="Ra6b8bd86793844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3160446be34782" /><Relationship Type="http://schemas.openxmlformats.org/officeDocument/2006/relationships/image" Target="/ppt/media/image.png" Id="Re1ac4e04d91a4031" /><Relationship Type="http://schemas.openxmlformats.org/officeDocument/2006/relationships/image" Target="/ppt/media/image7.png" Id="R20a153a66ae04f1a" /><Relationship Type="http://schemas.openxmlformats.org/officeDocument/2006/relationships/image" Target="/ppt/media/image4.png" Id="R68c6ef72d86d424c" /><Relationship Type="http://schemas.openxmlformats.org/officeDocument/2006/relationships/image" Target="/ppt/media/image3.png" Id="Rcd9a02bd57a04d55" /><Relationship Type="http://schemas.openxmlformats.org/officeDocument/2006/relationships/notesSlide" Target="/ppt/notesSlides/notesSlide8.xml" Id="R5285bc3ce6454e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49f89c8c444b1a" /><Relationship Type="http://schemas.openxmlformats.org/officeDocument/2006/relationships/image" Target="/ppt/media/image.png" Id="R31732f87e3c644da" /><Relationship Type="http://schemas.openxmlformats.org/officeDocument/2006/relationships/image" Target="/ppt/media/image5.png" Id="Rf2b1a3774ba34494" /><Relationship Type="http://schemas.openxmlformats.org/officeDocument/2006/relationships/image" Target="/ppt/media/image2.png" Id="R452c792ce9844ce6" /><Relationship Type="http://schemas.openxmlformats.org/officeDocument/2006/relationships/image" Target="/ppt/media/image3.png" Id="Rf9b11bf82d5a4b28" /><Relationship Type="http://schemas.openxmlformats.org/officeDocument/2006/relationships/image" Target="/ppt/media/image4.png" Id="R0dfdf81f2e8b47a3" /><Relationship Type="http://schemas.openxmlformats.org/officeDocument/2006/relationships/image" Target="/ppt/media/image8.png" Id="R1cb7755a1c8e4a2f" /><Relationship Type="http://schemas.openxmlformats.org/officeDocument/2006/relationships/notesSlide" Target="/ppt/notesSlides/notesSlide9.xml" Id="Rba925a8ada4245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FE9615A-6D87-4B0E-9510-D43B6226C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03c7746fa4a7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CA2A5FC-7139-4658-8CBF-6C7A78413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231b0ee85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7236"/>
            <a:ext cx="4251158" cy="5363959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2C04870-82AC-42F0-B15E-28A108A9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Zoe.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A594C867-300F-4096-89C3-5B22AEDE05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72fae995b470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5AFAFD6-7DAA-48BE-8760-8AB2B3F56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be04e801c47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7236"/>
            <a:ext cx="4251158" cy="53639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E92328F-0DAB-4B16-B672-5C12C20D3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e499b934b4c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94607" y="4266090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484AA680-08AC-40AA-BF07-39380E075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e3a8027a49b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4417" y="428842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DDFBC0D1-0DF8-47F8-B234-790B4452BE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e3a8027a49b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8856" y="426608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EFCB4CD-A30D-45C1-AE34-27B4E5D8C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e3a8027a49b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9651" y="421590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40E2FB75-B721-47AF-8219-4C635B675F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e3a8027a49b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8367" y="4183642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474A21E3-F4D8-46B1-A798-CFF9C2179A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e3a8027a49b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8578" y="419977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F06AF553-4787-48E1-AA3A-1BDA06340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e3a8027a49b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5948" y="412091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0E39E28-BC1C-46C4-B250-6617A2833A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e3a8027a49b1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0676" y="4087761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C5A8D23-EEA7-4812-9656-B79FAEA3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9A0FD32-492F-4BB7-9E2A-7EAF14AAF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fd75575fb449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570A1EB0-71AA-4BEA-851E-FD39D3F50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8ba4a4e3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3" y="391382"/>
            <a:ext cx="4101697" cy="534386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1345C54-A83F-40F5-9B9A-31DA0E18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Rex.</a:t>
            </a:r>
          </a:p>
        </p:txBody>
      </p:sp>
    </p:spTree>
    <p:extLst>
      <p:ext uri="{BB962C8B-B14F-4D97-AF65-F5344CB8AC3E}">
        <p14:creationId xmlns:p14="http://schemas.microsoft.com/office/powerpoint/2010/main" val="4288959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C4D6209B-808E-4488-95AC-8F0C933CA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2561030f74fa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B32AAB7-CBFA-4AF0-94D2-3152256BA1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8b54bc39c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3" y="391382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3A09194-1326-48B7-840F-A7ED0E7F3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bcb6a18db4e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94607" y="4151790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3718DD5E-8F28-4445-AF7A-74934337A3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c9c75c294488f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4417" y="417412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4D3A57F6-D438-42D7-A6A4-60FCE8B3D1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c9c75c294488f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8856" y="4151789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1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0983937-67C6-4A7D-AECF-B1073693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8140901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16B9F6A8-AB03-462E-A9F5-DC82A3A6A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72fba6fb942e9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91FCF28-F010-4339-AECE-6A9D68E51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cf1f410dd4d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5349" y="242720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DC74CEC-25F4-4F58-AE2F-C243E1A5A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55e5ce9a848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498" y="566405"/>
            <a:ext cx="3464364" cy="5271752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3DE11E1-689D-4772-9820-FE4480D29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66ad1c38846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2680" y="4024465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640CF20-E745-4F48-B631-65C690A2B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b08afaa6c497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2490" y="404679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4B5C355A-4B94-4573-8377-AAB3428612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b08afaa6c4974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6929" y="4024464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4E0DC25-F5FC-452C-BEF3-7D7C7F0B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wants Rex to have fewer cookies.</a:t>
            </a:r>
          </a:p>
        </p:txBody>
      </p:sp>
    </p:spTree>
    <p:extLst>
      <p:ext uri="{BB962C8B-B14F-4D97-AF65-F5344CB8AC3E}">
        <p14:creationId xmlns:p14="http://schemas.microsoft.com/office/powerpoint/2010/main" val="35643730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20DF3A85-7A5A-457D-8830-00D9F8AEF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ef9f9483743e0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C438D8F8-9B95-46DB-9536-DAA7DD9E0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4dc3f183b4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5349" y="242720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4ACE4AF7-D41E-4977-8573-067BE38AD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b0d898eca48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498" y="566405"/>
            <a:ext cx="3464364" cy="5271752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BD7FB7D-ABC9-401C-B113-EADF2FF20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1c5d8669b4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3927" y="514046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184E8459-37EC-456A-A01F-2DE34E84F6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22fc268334d4c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3737" y="5162800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3113D412-FE25-4171-8695-4A39CB22D8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22fc268334d4c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176" y="5140468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354896D-A6A3-4CDE-849D-88739EB3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puts his cookies on the ground.</a:t>
            </a:r>
          </a:p>
        </p:txBody>
      </p:sp>
    </p:spTree>
    <p:extLst>
      <p:ext uri="{BB962C8B-B14F-4D97-AF65-F5344CB8AC3E}">
        <p14:creationId xmlns:p14="http://schemas.microsoft.com/office/powerpoint/2010/main" val="27302915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AE9E6B55-4671-42AE-9316-336C83603C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d914263ba420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02B60DC-906C-4527-9E66-508B1D644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8a7bcc87849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498" y="566405"/>
            <a:ext cx="3464364" cy="5271752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B6C14E56-B2A5-44AE-AFD4-D01A76B669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12672c74b40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3927" y="514046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90EAF0D-2059-4BF5-83C0-13EB15CD01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3edc64a2a4147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3737" y="5162800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24632278-789F-42B1-85E2-9F60FD2BB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3edc64a2a4147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176" y="5140468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F48F13B-14FB-4158-84A3-17F5B540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walks away.</a:t>
            </a:r>
          </a:p>
        </p:txBody>
      </p:sp>
    </p:spTree>
    <p:extLst>
      <p:ext uri="{BB962C8B-B14F-4D97-AF65-F5344CB8AC3E}">
        <p14:creationId xmlns:p14="http://schemas.microsoft.com/office/powerpoint/2010/main" val="11211649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5CBE33D6-BD0A-4402-B3DB-ED5855A5ED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c4e04d91a403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26B092C-3514-489E-845F-429755633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153a66ae04f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9748" y="0"/>
            <a:ext cx="4469350" cy="5625892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9ADC7CF-DD23-46D7-ACCA-D54357DD0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6ef72d86d42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963088">
            <a:off x="6895909" y="275958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4ACB38A6-7AE8-42AA-898B-971C9298A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6ef72d86d42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81285">
            <a:off x="6773998" y="241641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788C590C-4144-48B1-BA4F-D5551E47A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a02bd57a04d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3927" y="5140469"/>
            <a:ext cx="1027288" cy="318871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2580A35-3C04-43DB-84E7-7711BF21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Zoe throws 2 of Rex’s cookies!</a:t>
            </a:r>
          </a:p>
        </p:txBody>
      </p:sp>
    </p:spTree>
    <p:extLst>
      <p:ext uri="{BB962C8B-B14F-4D97-AF65-F5344CB8AC3E}">
        <p14:creationId xmlns:p14="http://schemas.microsoft.com/office/powerpoint/2010/main" val="34563279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50642F80-90B1-43D3-B3FE-F235A48EC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32f87e3c644da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0744098-FCD3-4357-A95A-3A03A34E19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1a3774ba34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0807" y="285732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8EF41E8-EAB9-457E-B222-E23353B60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c792ce984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2900" y="405646"/>
            <a:ext cx="4251158" cy="53639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0B11FE2-1203-4C2F-AE3A-D91A10705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11bf82d5a4b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5815" y="4024500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C354464-D9C2-4ADC-A7EF-C9A0975632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df81f2e8b47a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5625" y="404683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8692D4A6-268B-4AAB-8F62-9E5B0EC66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df81f2e8b47a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0064" y="402449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781247DA-0ADC-4DFA-85B3-5621DAFE7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df81f2e8b47a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0859" y="397431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C24B21B4-B77A-4ED2-95A6-91DD49E4E0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df81f2e8b47a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9575" y="3942052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4B13AFEF-84F2-4BA8-8268-62E4FF934C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df81f2e8b47a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89786" y="395818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D79760EB-55AB-4B49-BC87-62CB71146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7755a1c8e4a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304720" y="5050421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B7D401B-285F-4147-AD32-BC81FD2A3B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7755a1c8e4a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956284" y="4915409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408ED3A5-70EC-4D74-A617-0F9CEC2693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11bf82d5a4b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8070" y="4093045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5578DEA7-C958-4A68-9B30-EA80B21722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df81f2e8b47a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7796" y="3867313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5EA42A9F-B492-42F9-B683-BD4F57B8F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df81f2e8b47a3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0103" y="3835049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3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C622B78-AEC4-4A29-8AE5-51271983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still has 8 cookies. Rex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2026-10-11T18:01:22.6590000Z</dcterms:created>
  <dcterms:modified xsi:type="dcterms:W3CDTF">2026-10-11T18:01:22.6590000Z</dcterms:modified>
</coreProperties>
</file>