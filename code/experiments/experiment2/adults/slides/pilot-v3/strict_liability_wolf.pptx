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c5da7066434edd" /><Relationship Type="http://schemas.openxmlformats.org/officeDocument/2006/relationships/extended-properties" Target="/docProps/app.xml" Id="R141a9fcbbe4b4f86" /><Relationship Type="http://schemas.openxmlformats.org/officeDocument/2006/relationships/officeDocument" Target="/ppt/presentation.xml" Id="R905cc55f457e43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3ddfebbc8d4ec4"/>
  </p:sldMasterIdLst>
  <p:notesMasterIdLst>
    <p:notesMasterId xmlns:r="http://schemas.openxmlformats.org/officeDocument/2006/relationships" r:id="R6afd1a433036437e"/>
  </p:notesMasterIdLst>
  <p:sldIdLst>
    <p:sldId xmlns:r="http://schemas.openxmlformats.org/officeDocument/2006/relationships" id="256" r:id="R4afa0e70099c430c"/>
    <p:sldId xmlns:r="http://schemas.openxmlformats.org/officeDocument/2006/relationships" id="257" r:id="R972ec9696e7e4237"/>
    <p:sldId xmlns:r="http://schemas.openxmlformats.org/officeDocument/2006/relationships" id="258" r:id="Rfa2cb7423f45416c"/>
    <p:sldId xmlns:r="http://schemas.openxmlformats.org/officeDocument/2006/relationships" id="259" r:id="R67b5c9d65053412c"/>
    <p:sldId xmlns:r="http://schemas.openxmlformats.org/officeDocument/2006/relationships" id="260" r:id="Ra2129618ed814cfd"/>
    <p:sldId xmlns:r="http://schemas.openxmlformats.org/officeDocument/2006/relationships" id="261" r:id="Rff76ecc95bf74f39"/>
    <p:sldId xmlns:r="http://schemas.openxmlformats.org/officeDocument/2006/relationships" id="262" r:id="Re674cc2c6e76441b"/>
    <p:sldId xmlns:r="http://schemas.openxmlformats.org/officeDocument/2006/relationships" id="263" r:id="R5a3bf332e36e45a4"/>
    <p:sldId xmlns:r="http://schemas.openxmlformats.org/officeDocument/2006/relationships" id="264" r:id="R5557cc6454194c97"/>
    <p:sldId xmlns:r="http://schemas.openxmlformats.org/officeDocument/2006/relationships" id="265" r:id="Ra4cf57f0f3da42bb"/>
    <p:sldId xmlns:r="http://schemas.openxmlformats.org/officeDocument/2006/relationships" id="266" r:id="Ra31a6b806d094b0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e5ae93a6c4535" /><Relationship Type="http://schemas.openxmlformats.org/officeDocument/2006/relationships/slideMaster" Target="/ppt/slideMasters/slideMaster1.xml" Id="Rc03ddfebbc8d4ec4" /><Relationship Type="http://schemas.openxmlformats.org/officeDocument/2006/relationships/notesMaster" Target="/ppt/notesMasters/notesMaster1.xml" Id="R6afd1a433036437e" /><Relationship Type="http://schemas.openxmlformats.org/officeDocument/2006/relationships/presProps" Target="/ppt/presProps.xml" Id="Rd140775d3c384800" /><Relationship Type="http://schemas.openxmlformats.org/officeDocument/2006/relationships/viewProps" Target="/ppt/viewProps.xml" Id="Rb8e9e7fcf76a4ee4" /><Relationship Type="http://schemas.openxmlformats.org/officeDocument/2006/relationships/tableStyles" Target="/ppt/tableStyles.xml" Id="R5dbde24aa0fd434b" /><Relationship Type="http://schemas.openxmlformats.org/officeDocument/2006/relationships/slide" Target="/ppt/slides/slide1.xml" Id="R4afa0e70099c430c" /><Relationship Type="http://schemas.openxmlformats.org/officeDocument/2006/relationships/slide" Target="/ppt/slides/slide2.xml" Id="R972ec9696e7e4237" /><Relationship Type="http://schemas.openxmlformats.org/officeDocument/2006/relationships/slide" Target="/ppt/slides/slide3.xml" Id="Rfa2cb7423f45416c" /><Relationship Type="http://schemas.openxmlformats.org/officeDocument/2006/relationships/slide" Target="/ppt/slides/slide4.xml" Id="R67b5c9d65053412c" /><Relationship Type="http://schemas.openxmlformats.org/officeDocument/2006/relationships/slide" Target="/ppt/slides/slide5.xml" Id="Ra2129618ed814cfd" /><Relationship Type="http://schemas.openxmlformats.org/officeDocument/2006/relationships/slide" Target="/ppt/slides/slide6.xml" Id="Rff76ecc95bf74f39" /><Relationship Type="http://schemas.openxmlformats.org/officeDocument/2006/relationships/slide" Target="/ppt/slides/slide7.xml" Id="Re674cc2c6e76441b" /><Relationship Type="http://schemas.openxmlformats.org/officeDocument/2006/relationships/slide" Target="/ppt/slides/slide8.xml" Id="R5a3bf332e36e45a4" /><Relationship Type="http://schemas.openxmlformats.org/officeDocument/2006/relationships/slide" Target="/ppt/slides/slide9.xml" Id="R5557cc6454194c97" /><Relationship Type="http://schemas.openxmlformats.org/officeDocument/2006/relationships/slide" Target="/ppt/slides/slide10.xml" Id="Ra4cf57f0f3da42bb" /><Relationship Type="http://schemas.openxmlformats.org/officeDocument/2006/relationships/slide" Target="/ppt/slides/slide11.xml" Id="Ra31a6b806d09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15f92045349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a5ecd42444d6b" /><Relationship Type="http://schemas.openxmlformats.org/officeDocument/2006/relationships/notesMaster" Target="/ppt/notesMasters/notesMaster1.xml" Id="R591402af741643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6861d6a1c943cf" /><Relationship Type="http://schemas.openxmlformats.org/officeDocument/2006/relationships/notesMaster" Target="/ppt/notesMasters/notesMaster1.xml" Id="R2788b732ecd746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a3a7010588451d" /><Relationship Type="http://schemas.openxmlformats.org/officeDocument/2006/relationships/notesMaster" Target="/ppt/notesMasters/notesMaster1.xml" Id="R59e9b30dc2e04e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d126c9f0184897" /><Relationship Type="http://schemas.openxmlformats.org/officeDocument/2006/relationships/notesMaster" Target="/ppt/notesMasters/notesMaster1.xml" Id="R35aaf0a8ee314d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6121d777af4978" /><Relationship Type="http://schemas.openxmlformats.org/officeDocument/2006/relationships/notesMaster" Target="/ppt/notesMasters/notesMaster1.xml" Id="Ra21dbf92507142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f0f21b3de24088" /><Relationship Type="http://schemas.openxmlformats.org/officeDocument/2006/relationships/notesMaster" Target="/ppt/notesMasters/notesMaster1.xml" Id="R6611ba51cfe647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37b85c9db242e9" /><Relationship Type="http://schemas.openxmlformats.org/officeDocument/2006/relationships/notesMaster" Target="/ppt/notesMasters/notesMaster1.xml" Id="Rf40fe2dbb0fa48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59b5d1e8b84f1d" /><Relationship Type="http://schemas.openxmlformats.org/officeDocument/2006/relationships/notesMaster" Target="/ppt/notesMasters/notesMaster1.xml" Id="R0a86b0a92d384b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8fffcfdb354e48" /><Relationship Type="http://schemas.openxmlformats.org/officeDocument/2006/relationships/notesMaster" Target="/ppt/notesMasters/notesMaster1.xml" Id="R76770b32eedd47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700ed40f184215" /><Relationship Type="http://schemas.openxmlformats.org/officeDocument/2006/relationships/notesMaster" Target="/ppt/notesMasters/notesMaster1.xml" Id="R3a1215bd9bcc4a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d552be23f246ae" /><Relationship Type="http://schemas.openxmlformats.org/officeDocument/2006/relationships/notesMaster" Target="/ppt/notesMasters/notesMaster1.xml" Id="R65177467b2ad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92f9af8dea40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4bce670c54c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45621080146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0b2dc038f4c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4c1b0864844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ac370b28b4d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01442bdbb4942" /><Relationship Type="http://schemas.openxmlformats.org/officeDocument/2006/relationships/slideLayout" Target="/ppt/slideLayouts/slideLayout1.xml" Id="Rb762b8e499b5422f" /><Relationship Type="http://schemas.openxmlformats.org/officeDocument/2006/relationships/slideLayout" Target="/ppt/slideLayouts/slideLayout2.xml" Id="R0d49279ca74c4e36" /><Relationship Type="http://schemas.openxmlformats.org/officeDocument/2006/relationships/slideLayout" Target="/ppt/slideLayouts/slideLayout3.xml" Id="R414c7bac274b4c2d" /><Relationship Type="http://schemas.openxmlformats.org/officeDocument/2006/relationships/slideLayout" Target="/ppt/slideLayouts/slideLayout4.xml" Id="R0ac7b7e4340945ee" /><Relationship Type="http://schemas.openxmlformats.org/officeDocument/2006/relationships/slideLayout" Target="/ppt/slideLayouts/slideLayout5.xml" Id="R8ebe68bc1e7e40ae" /><Relationship Type="http://schemas.openxmlformats.org/officeDocument/2006/relationships/slideLayout" Target="/ppt/slideLayouts/slideLayout6.xml" Id="R04363114be08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62b8e499b5422f"/>
    <p:sldLayoutId xmlns:r="http://schemas.openxmlformats.org/officeDocument/2006/relationships" id="2147483650" r:id="R0d49279ca74c4e36"/>
    <p:sldLayoutId xmlns:r="http://schemas.openxmlformats.org/officeDocument/2006/relationships" id="2147483651" r:id="R414c7bac274b4c2d"/>
    <p:sldLayoutId xmlns:r="http://schemas.openxmlformats.org/officeDocument/2006/relationships" id="2147483652" r:id="R0ac7b7e4340945ee"/>
    <p:sldLayoutId xmlns:r="http://schemas.openxmlformats.org/officeDocument/2006/relationships" id="2147483653" r:id="R8ebe68bc1e7e40ae"/>
    <p:sldLayoutId xmlns:r="http://schemas.openxmlformats.org/officeDocument/2006/relationships" id="2147483654" r:id="R04363114be08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96de3a6e6c4240" /><Relationship Type="http://schemas.openxmlformats.org/officeDocument/2006/relationships/image" Target="/ppt/media/image.png" Id="R4b272025f3634b0e" /><Relationship Type="http://schemas.openxmlformats.org/officeDocument/2006/relationships/image" Target="/ppt/media/image2.png" Id="Rf00198e11bb741b9" /><Relationship Type="http://schemas.openxmlformats.org/officeDocument/2006/relationships/notesSlide" Target="/ppt/notesSlides/notesSlide1.xml" Id="R3fe4547562be49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5429a831c4e9b" /><Relationship Type="http://schemas.openxmlformats.org/officeDocument/2006/relationships/image" Target="/ppt/media/image.png" Id="R081d931c1ae24c2d" /><Relationship Type="http://schemas.openxmlformats.org/officeDocument/2006/relationships/image" Target="/ppt/media/image2.png" Id="R64cd16c884fe428b" /><Relationship Type="http://schemas.openxmlformats.org/officeDocument/2006/relationships/image" Target="/ppt/media/image3.png" Id="Rde2df36ff5a142a4" /><Relationship Type="http://schemas.openxmlformats.org/officeDocument/2006/relationships/image" Target="/ppt/media/image4.png" Id="R0ba7ba21ddd848ba" /><Relationship Type="http://schemas.openxmlformats.org/officeDocument/2006/relationships/notesSlide" Target="/ppt/notesSlides/notesSlide2.xml" Id="R1978c4486fd942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0147ffb8064c75" /><Relationship Type="http://schemas.openxmlformats.org/officeDocument/2006/relationships/image" Target="/ppt/media/image.png" Id="R6fee482c879f4cf5" /><Relationship Type="http://schemas.openxmlformats.org/officeDocument/2006/relationships/image" Target="/ppt/media/image5.png" Id="Rb1c609e9796a493f" /><Relationship Type="http://schemas.openxmlformats.org/officeDocument/2006/relationships/image" Target="/ppt/media/image2.png" Id="Rf528ad341b5e44eb" /><Relationship Type="http://schemas.openxmlformats.org/officeDocument/2006/relationships/image" Target="/ppt/media/image3.png" Id="Rd71339094e9e4e1c" /><Relationship Type="http://schemas.openxmlformats.org/officeDocument/2006/relationships/image" Target="/ppt/media/image4.png" Id="R2fc46d71f3e2416d" /><Relationship Type="http://schemas.openxmlformats.org/officeDocument/2006/relationships/notesSlide" Target="/ppt/notesSlides/notesSlide3.xml" Id="R02a41837ccc7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0d76607bf47d2" /><Relationship Type="http://schemas.openxmlformats.org/officeDocument/2006/relationships/image" Target="/ppt/media/image.png" Id="Rd318f74258d34bef" /><Relationship Type="http://schemas.openxmlformats.org/officeDocument/2006/relationships/image" Target="/ppt/media/image6.png" Id="Rb9370fd7e5d1465e" /><Relationship Type="http://schemas.openxmlformats.org/officeDocument/2006/relationships/notesSlide" Target="/ppt/notesSlides/notesSlide4.xml" Id="R303b670764ec4a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bc3e37109a45c5" /><Relationship Type="http://schemas.openxmlformats.org/officeDocument/2006/relationships/image" Target="/ppt/media/image.png" Id="R9c6a439a9c594e88" /><Relationship Type="http://schemas.openxmlformats.org/officeDocument/2006/relationships/image" Target="/ppt/media/image6.png" Id="R773e8db332eb4da3" /><Relationship Type="http://schemas.openxmlformats.org/officeDocument/2006/relationships/image" Target="/ppt/media/image3.png" Id="R6361cccb700047e3" /><Relationship Type="http://schemas.openxmlformats.org/officeDocument/2006/relationships/image" Target="/ppt/media/image4.png" Id="R2cc3377d45054e4f" /><Relationship Type="http://schemas.openxmlformats.org/officeDocument/2006/relationships/notesSlide" Target="/ppt/notesSlides/notesSlide5.xml" Id="Rdf4a2c01bd854b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88811da31441c" /><Relationship Type="http://schemas.openxmlformats.org/officeDocument/2006/relationships/image" Target="/ppt/media/image7.png" Id="R8d593090fe764963" /><Relationship Type="http://schemas.openxmlformats.org/officeDocument/2006/relationships/image" Target="/ppt/media/image5.png" Id="R4eaf89f71c364595" /><Relationship Type="http://schemas.openxmlformats.org/officeDocument/2006/relationships/notesSlide" Target="/ppt/notesSlides/notesSlide6.xml" Id="Ra0457d3a825340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368b2f90784c8f" /><Relationship Type="http://schemas.openxmlformats.org/officeDocument/2006/relationships/image" Target="/ppt/media/image.png" Id="R6aab57ed7cd3434b" /><Relationship Type="http://schemas.openxmlformats.org/officeDocument/2006/relationships/image" Target="/ppt/media/image8.png" Id="Rfdd84f0e32d34ef7" /><Relationship Type="http://schemas.openxmlformats.org/officeDocument/2006/relationships/image" Target="/ppt/media/image6.png" Id="R7c7dd7d4b8364fb2" /><Relationship Type="http://schemas.openxmlformats.org/officeDocument/2006/relationships/image" Target="/ppt/media/image3.png" Id="R1c043a7cdb1c485a" /><Relationship Type="http://schemas.openxmlformats.org/officeDocument/2006/relationships/image" Target="/ppt/media/image4.png" Id="R924d19a960524584" /><Relationship Type="http://schemas.openxmlformats.org/officeDocument/2006/relationships/notesSlide" Target="/ppt/notesSlides/notesSlide7.xml" Id="Rfd25e47a1dee44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6a4936ba845ac" /><Relationship Type="http://schemas.openxmlformats.org/officeDocument/2006/relationships/image" Target="/ppt/media/image.png" Id="R9a21ecddc286489f" /><Relationship Type="http://schemas.openxmlformats.org/officeDocument/2006/relationships/image" Target="/ppt/media/image8.png" Id="R3b66843a476849d6" /><Relationship Type="http://schemas.openxmlformats.org/officeDocument/2006/relationships/image" Target="/ppt/media/image6.png" Id="R1e149e4623b34095" /><Relationship Type="http://schemas.openxmlformats.org/officeDocument/2006/relationships/image" Target="/ppt/media/image3.png" Id="R67aae56946b84ef5" /><Relationship Type="http://schemas.openxmlformats.org/officeDocument/2006/relationships/image" Target="/ppt/media/image4.png" Id="Ra10a23dc58bb4831" /><Relationship Type="http://schemas.openxmlformats.org/officeDocument/2006/relationships/notesSlide" Target="/ppt/notesSlides/notesSlide8.xml" Id="R851d4a7a594849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0fa2afa0142d8" /><Relationship Type="http://schemas.openxmlformats.org/officeDocument/2006/relationships/image" Target="/ppt/media/image9.png" Id="Rf73d3dd708424ebb" /><Relationship Type="http://schemas.openxmlformats.org/officeDocument/2006/relationships/image" Target="/ppt/media/image5.png" Id="Rfdb59abf82d149b7" /><Relationship Type="http://schemas.openxmlformats.org/officeDocument/2006/relationships/image" Target="/ppt/media/image2.png" Id="R74e20e7527e848fb" /><Relationship Type="http://schemas.openxmlformats.org/officeDocument/2006/relationships/image" Target="/ppt/media/image3.png" Id="R047ab9a6d11a4f45" /><Relationship Type="http://schemas.openxmlformats.org/officeDocument/2006/relationships/image" Target="/ppt/media/image4.png" Id="Rb4aef8df05b744a9" /><Relationship Type="http://schemas.openxmlformats.org/officeDocument/2006/relationships/image" Target="/ppt/media/image6.png" Id="R20855bf18441482d" /><Relationship Type="http://schemas.openxmlformats.org/officeDocument/2006/relationships/notesSlide" Target="/ppt/notesSlides/notesSlide9.xml" Id="R6a8a61993a3e4d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58dc4da35421b" /><Relationship Type="http://schemas.openxmlformats.org/officeDocument/2006/relationships/image" Target="/ppt/media/image9.png" Id="R4f4dec1ea7e944bc" /><Relationship Type="http://schemas.openxmlformats.org/officeDocument/2006/relationships/image" Target="/ppt/media/image2.png" Id="R0975b517fc804359" /><Relationship Type="http://schemas.openxmlformats.org/officeDocument/2006/relationships/image" Target="/ppt/media/image3.png" Id="R64b23569085b4284" /><Relationship Type="http://schemas.openxmlformats.org/officeDocument/2006/relationships/image" Target="/ppt/media/image4.png" Id="Ra2acbfe80aff4ef1" /><Relationship Type="http://schemas.openxmlformats.org/officeDocument/2006/relationships/image" Target="/ppt/media/image10.png" Id="R6883f61a68b84aca" /><Relationship Type="http://schemas.openxmlformats.org/officeDocument/2006/relationships/image" Target="/ppt/media/image6.png" Id="Rc5ca7876e04f4760" /><Relationship Type="http://schemas.openxmlformats.org/officeDocument/2006/relationships/notesSlide" Target="/ppt/notesSlides/notesSlide10.xml" Id="R3f3807b897aa44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72be740644586" /><Relationship Type="http://schemas.openxmlformats.org/officeDocument/2006/relationships/image" Target="/ppt/media/image9.png" Id="Rac855acb1c414601" /><Relationship Type="http://schemas.openxmlformats.org/officeDocument/2006/relationships/image" Target="/ppt/media/image6.png" Id="R4a8c093fda994a52" /><Relationship Type="http://schemas.openxmlformats.org/officeDocument/2006/relationships/image" Target="/ppt/media/image3.png" Id="Rf3ec9e4df2034500" /><Relationship Type="http://schemas.openxmlformats.org/officeDocument/2006/relationships/image" Target="/ppt/media/image10.png" Id="R011cc498f31b4401" /><Relationship Type="http://schemas.openxmlformats.org/officeDocument/2006/relationships/image" Target="/ppt/media/image2.png" Id="R22e9b64e695942b2" /><Relationship Type="http://schemas.openxmlformats.org/officeDocument/2006/relationships/image" Target="/ppt/media/image4.png" Id="R92dc2dfcd2534e71" /><Relationship Type="http://schemas.openxmlformats.org/officeDocument/2006/relationships/notesSlide" Target="/ppt/notesSlides/notesSlide11.xml" Id="R3a0727900abf47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F81DEC5-535A-4DB4-A0DB-C92C0C7FF8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72025f3634b0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EEB5EAD2-ADB0-48E7-B88C-5F8206A220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198e11bb741b9"/>
          <a:stretch xmlns:a="http://schemas.openxmlformats.org/drawingml/2006/main"/>
        </p:blipFill>
        <p:spPr>
          <a:xfrm xmlns:a="http://schemas.openxmlformats.org/drawingml/2006/main">
            <a:off x="4667250" y="1125476"/>
            <a:ext cx="2667000" cy="4035548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290C4EE-E493-448E-88D3-33DBEAE9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Catherine.</a:t>
            </a:r>
          </a:p>
        </p:txBody>
      </p:sp>
    </p:spTree>
    <p:extLst>
      <p:ext uri="{BB962C8B-B14F-4D97-AF65-F5344CB8AC3E}">
        <p14:creationId xmlns:p14="http://schemas.microsoft.com/office/powerpoint/2010/main" val="17439096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4330B69-BDF5-46F7-9708-9E20A7400A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d931c1ae24c2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B2F6C233-2074-4860-B8DA-394356B21A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d16c884fe428b"/>
          <a:stretch xmlns:a="http://schemas.openxmlformats.org/drawingml/2006/main"/>
        </p:blipFill>
        <p:spPr>
          <a:xfrm xmlns:a="http://schemas.openxmlformats.org/drawingml/2006/main">
            <a:off x="466725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6DCB067F-614D-49FA-AF3C-2D679E30EB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df36ff5a142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B2CE2A7D-AD17-4009-B42C-37EF4FC752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ba21ddd848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474DC622-B52E-4090-BD7A-22B450B3C6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ba21ddd848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DC728B9D-BFF8-4FE7-9CD2-884FC2C64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ba21ddd848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EA5829EC-219F-45C1-98D9-C31B8CDBC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ba21ddd848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E5E9AE3D-D36D-46F0-AED2-4E1BF1184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ba21ddd848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9C1CD193-7B1B-436A-905E-BD0B3AFF5C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ba21ddd848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97CEE9DD-9E62-46DD-987E-68E85003C7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ba21ddd848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2D65910-2603-4BD1-8D5F-3DDD02E7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2297916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CF725131-3981-4C25-818E-7EF3749C4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e482c879f4cf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BF579904-ABF1-4BD4-9FB8-E80E2E47B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609e9796a493f"/>
          <a:stretch xmlns:a="http://schemas.openxmlformats.org/drawingml/2006/main"/>
        </p:blipFill>
        <p:spPr>
          <a:xfrm xmlns:a="http://schemas.openxmlformats.org/drawingml/2006/main">
            <a:off x="6441536" y="3190875"/>
            <a:ext cx="2166428" cy="2190750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91D9239F-F523-4466-B148-8F21F297C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8ad341b5e44eb"/>
          <a:stretch xmlns:a="http://schemas.openxmlformats.org/drawingml/2006/main"/>
        </p:blipFill>
        <p:spPr>
          <a:xfrm xmlns:a="http://schemas.openxmlformats.org/drawingml/2006/main">
            <a:off x="466725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8F5C2696-BD8D-461B-84C4-2CE321374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339094e9e4e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C317FC95-78F2-45DC-A86F-7B16B3554B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46d71f3e2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9AB233BA-9F50-4E02-ACFB-AD5F9E444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46d71f3e2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3B331A8E-6FFF-4844-9D8B-238BEA0FC1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46d71f3e2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70E88EBC-5B36-4FE0-BEB5-42E775A7A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46d71f3e2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23155809-8B57-4BB2-8EEE-698B7739F6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46d71f3e2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C1B48576-5344-497B-A282-E204DB410D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46d71f3e2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D6ACE573-0F50-4C0C-978C-68F4E94D9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46d71f3e2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D843F8F-0FA9-4E58-B851-07B530DF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has a pet wolf.</a:t>
            </a:r>
          </a:p>
        </p:txBody>
      </p:sp>
    </p:spTree>
    <p:extLst>
      <p:ext uri="{BB962C8B-B14F-4D97-AF65-F5344CB8AC3E}">
        <p14:creationId xmlns:p14="http://schemas.microsoft.com/office/powerpoint/2010/main" val="11173896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B735B982-E110-4866-9AEC-E920BCB777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8f74258d34b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DBFB79E1-78D3-417B-97B9-D7C319DB9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70fd7e5d1465e"/>
          <a:stretch xmlns:a="http://schemas.openxmlformats.org/drawingml/2006/main"/>
        </p:blipFill>
        <p:spPr>
          <a:xfrm xmlns:a="http://schemas.openxmlformats.org/drawingml/2006/main">
            <a:off x="4705810" y="1000125"/>
            <a:ext cx="2589879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96D5260-B1F5-47E9-9F1B-4AEFFAA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Andy.</a:t>
            </a:r>
          </a:p>
        </p:txBody>
      </p:sp>
    </p:spTree>
    <p:extLst>
      <p:ext uri="{BB962C8B-B14F-4D97-AF65-F5344CB8AC3E}">
        <p14:creationId xmlns:p14="http://schemas.microsoft.com/office/powerpoint/2010/main" val="21380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7F35F4CE-D8DA-4FC5-A414-A62873DAC9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a439a9c594e8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81C80CF-BD7C-418F-87BB-1A67735814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e8db332eb4da3"/>
          <a:stretch xmlns:a="http://schemas.openxmlformats.org/drawingml/2006/main"/>
        </p:blipFill>
        <p:spPr>
          <a:xfrm xmlns:a="http://schemas.openxmlformats.org/drawingml/2006/main">
            <a:off x="470581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3C5792ED-80A9-490E-99EA-569595B3D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1cccb700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531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DB64754B-5FF1-4021-86DA-5B9A627464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3377d45054e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932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0A09611D-2AE9-42C3-94F2-96F624137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3377d45054e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149" y="345884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4AADCE8-683B-41F6-A156-0E03801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Andy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10866554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A6CE6563-5286-454E-AB9B-87F34700D0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93090fe76496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DA01165-B5E8-4330-84ED-1116E265A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f89f71c364595"/>
          <a:stretch xmlns:a="http://schemas.openxmlformats.org/drawingml/2006/main"/>
        </p:blipFill>
        <p:spPr>
          <a:xfrm xmlns:a="http://schemas.openxmlformats.org/drawingml/2006/main">
            <a:off x="4777305" y="2809875"/>
            <a:ext cx="263739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E2B7780-B314-4A20-BAAC-20C07050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puts her wolf inside the garage.</a:t>
            </a:r>
          </a:p>
        </p:txBody>
      </p:sp>
    </p:spTree>
    <p:extLst>
      <p:ext uri="{BB962C8B-B14F-4D97-AF65-F5344CB8AC3E}">
        <p14:creationId xmlns:p14="http://schemas.microsoft.com/office/powerpoint/2010/main" val="9360012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45EE13E-8803-4B60-A791-33BB67E2BB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b57ed7cd3434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6030686-98BC-4700-95DC-C99CDFD1EA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84f0e32d34ef7"/>
          <a:stretch xmlns:a="http://schemas.openxmlformats.org/drawingml/2006/main"/>
        </p:blipFill>
        <p:spPr>
          <a:xfrm xmlns:a="http://schemas.openxmlformats.org/drawingml/2006/main">
            <a:off x="4781550" y="2047137"/>
            <a:ext cx="1097280" cy="1658827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F84FA70-2739-4AB2-AC70-7D7DFCB31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dd7d4b8364fb2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FE3BB72A-01F1-4AF7-B928-67F68D390B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43a7cdb1c48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2526F65E-1F7A-429B-B022-7AE6B005A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d19a960524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128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9AC9017-A0B9-46AD-BB7A-1E1EC1DAA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d19a960524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7109" y="345884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77A36E9-7556-4A31-8F31-404EB8CA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locks the door and checks the lock.</a:t>
            </a:r>
          </a:p>
        </p:txBody>
      </p:sp>
    </p:spTree>
    <p:extLst>
      <p:ext uri="{BB962C8B-B14F-4D97-AF65-F5344CB8AC3E}">
        <p14:creationId xmlns:p14="http://schemas.microsoft.com/office/powerpoint/2010/main" val="19130311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23CA0AAC-4BC1-41BE-BB9D-DA3306758C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1ecddc28648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065306D-5881-43BE-AE2D-A3AC6219B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6843a476849d6"/>
          <a:stretch xmlns:a="http://schemas.openxmlformats.org/drawingml/2006/main"/>
        </p:blipFill>
        <p:spPr>
          <a:xfrm xmlns:a="http://schemas.openxmlformats.org/drawingml/2006/main">
            <a:off x="4781550" y="2047137"/>
            <a:ext cx="1097280" cy="1658827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0C412C42-9E58-4D2B-B31E-9EA17FC3E9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49e4623b34095"/>
          <a:stretch xmlns:a="http://schemas.openxmlformats.org/drawingml/2006/main"/>
        </p:blipFill>
        <p:spPr>
          <a:xfrm xmlns:a="http://schemas.openxmlformats.org/drawingml/2006/main">
            <a:off x="9677627" y="1225818"/>
            <a:ext cx="1657519" cy="27432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BFD074CE-FBFD-4647-BB2C-1191D32AA9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ae56946b84e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495" y="492903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51AC8A7-9573-4D3F-B1CC-E900DAEEC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a23dc58bb4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5504" y="469614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C5737FFD-F8C1-454C-83F1-E04A507F8C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a23dc58bb4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1329" y="470471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0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A33C6D7-19F8-43EE-BB27-336EE201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Andy puts his cookies on the ground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34702762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76E284FA-F561-4EE5-BF17-3EF5A8C7E9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d3dd708424eb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0DF472CA-7884-4BCD-B59D-A61CA68048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59abf82d149b7"/>
          <a:stretch xmlns:a="http://schemas.openxmlformats.org/drawingml/2006/main"/>
        </p:blipFill>
        <p:spPr>
          <a:xfrm xmlns:a="http://schemas.openxmlformats.org/drawingml/2006/main">
            <a:off x="6298132" y="3238500"/>
            <a:ext cx="2072235" cy="2095500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535FFFE9-4E71-4A73-AC4F-FD53526FF7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20e7527e848fb"/>
          <a:stretch xmlns:a="http://schemas.openxmlformats.org/drawingml/2006/main"/>
        </p:blipFill>
        <p:spPr>
          <a:xfrm xmlns:a="http://schemas.openxmlformats.org/drawingml/2006/main">
            <a:off x="212979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2FEF4CB9-17D6-457F-A630-98EC0AD44E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ab9a6d11a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44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3D4C1D23-E023-48B7-A3F6-6E4C93580A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f8df05b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445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C1D3EE3F-FF6C-4A23-B2D7-DD6BA4D578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f8df05b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286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11ED839F-F126-47D7-86BC-BFD4B633C9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f8df05b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91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242E0ABF-D43A-4701-BED6-706E232FD0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f8df05b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89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47966667-D7F2-4644-A4EA-ABCAC22F2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f8df05b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745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3A498D6C-6E72-4438-92D2-67A778DC9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f8df05b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9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289B134C-735B-4D8D-8381-F4F94B7E74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f8df05b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469" y="355229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0EDDDFC-3DCC-40C7-8839-92D60E2710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ab9a6d11a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495" y="492903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657E4576-3274-4D73-B09C-0DA0F90ED1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f8df05b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5504" y="469614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3641384-0393-4C3D-95D6-E867E6618C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f8df05b7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1329" y="4704718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6DDD04E1-F6E5-4746-A94D-AC213E0B03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55bf18441482d"/>
          <a:stretch xmlns:a="http://schemas.openxmlformats.org/drawingml/2006/main"/>
        </p:blipFill>
        <p:spPr>
          <a:xfrm xmlns:a="http://schemas.openxmlformats.org/drawingml/2006/main">
            <a:off x="9677627" y="1225818"/>
            <a:ext cx="1657519" cy="2743200"/>
          </a:xfrm>
          <a:prstGeom xmlns:a="http://schemas.openxmlformats.org/drawingml/2006/main" prst="rect">
            <a:avLst/>
          </a:prstGeom>
        </p:spPr>
      </p:pic>
      <p:sp>
        <p:nvSpPr>
          <p:cNvPr id="3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4C02FB8-1537-4D58-9F40-1EA05DAA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The wolf breaks out of the garage!</a:t>
            </a:r>
          </a:p>
        </p:txBody>
      </p:sp>
    </p:spTree>
    <p:extLst>
      <p:ext uri="{BB962C8B-B14F-4D97-AF65-F5344CB8AC3E}">
        <p14:creationId xmlns:p14="http://schemas.microsoft.com/office/powerpoint/2010/main" val="790890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49AEBDC3-70CD-41B8-AAD3-620034888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dec1ea7e944b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9F36E599-2D0F-4DDD-9665-BC11A149D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5b517fc804359"/>
          <a:stretch xmlns:a="http://schemas.openxmlformats.org/drawingml/2006/main"/>
        </p:blipFill>
        <p:spPr>
          <a:xfrm xmlns:a="http://schemas.openxmlformats.org/drawingml/2006/main">
            <a:off x="212979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70EB5EC4-889A-4A9F-A8A6-062B149B98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23569085b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44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5E43C971-B477-4DB1-BF3C-563FF6DEAD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bfe80aff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445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16F4E45E-14DD-4EF2-A3C8-D9E840C347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bfe80aff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286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147C95ED-F346-46D2-8546-FDACFFB7C9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bfe80aff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91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C0F17E01-BAB2-4C79-9143-26EE3FC12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bfe80aff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89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58D7E770-27EC-4049-A19B-588A4D7EB8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bfe80aff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745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9A70C830-7E09-4690-BF48-7E2874AE9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bfe80aff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9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7EBEA6C1-4CA2-45C0-AC2B-7C4977DE2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bfe80aff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469" y="355229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A96822D-98F2-4B6C-BFCA-C3C2EA434C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23569085b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495" y="492903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4CC1EBD-5476-49D9-97C2-1F7E8A5860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3f61a68b84aca"/>
          <a:stretch xmlns:a="http://schemas.openxmlformats.org/drawingml/2006/main"/>
        </p:blipFill>
        <p:spPr>
          <a:xfrm xmlns:a="http://schemas.openxmlformats.org/drawingml/2006/main">
            <a:off x="7385578" y="3238500"/>
            <a:ext cx="1992843" cy="209550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C1512C59-AE1C-476B-9444-EA95D248F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a7876e04f4760"/>
          <a:stretch xmlns:a="http://schemas.openxmlformats.org/drawingml/2006/main"/>
        </p:blipFill>
        <p:spPr>
          <a:xfrm xmlns:a="http://schemas.openxmlformats.org/drawingml/2006/main">
            <a:off x="9677627" y="1225818"/>
            <a:ext cx="1657519" cy="2743200"/>
          </a:xfrm>
          <a:prstGeom xmlns:a="http://schemas.openxmlformats.org/drawingml/2006/main" prst="rect">
            <a:avLst/>
          </a:prstGeom>
        </p:spPr>
      </p:pic>
      <p:sp>
        <p:nvSpPr>
          <p:cNvPr id="2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C3FB487-B414-4F0E-AC8E-34C07D4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wolf eats 2 of Andy’s cookies!</a:t>
            </a:r>
          </a:p>
        </p:txBody>
      </p:sp>
    </p:spTree>
    <p:extLst>
      <p:ext uri="{BB962C8B-B14F-4D97-AF65-F5344CB8AC3E}">
        <p14:creationId xmlns:p14="http://schemas.microsoft.com/office/powerpoint/2010/main" val="475325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14289BC6-03F9-4364-A5EE-6679B93CCE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55acb1c4146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6E36DB13-E37F-4BB9-9F01-98A6999357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c093fda994a52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045B34E5-E8FA-4DCD-BD26-B2A4EC98A8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c9e4df2034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8BE79504-9A7D-45BB-82C8-9AF817925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cc498f31b4401"/>
          <a:stretch xmlns:a="http://schemas.openxmlformats.org/drawingml/2006/main"/>
        </p:blipFill>
        <p:spPr>
          <a:xfrm xmlns:a="http://schemas.openxmlformats.org/drawingml/2006/main">
            <a:off x="7385578" y="3238500"/>
            <a:ext cx="1992843" cy="209550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DCA3E34B-24B1-412C-B2F5-71BDEA5531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9b64e695942b2"/>
          <a:stretch xmlns:a="http://schemas.openxmlformats.org/drawingml/2006/main"/>
        </p:blipFill>
        <p:spPr>
          <a:xfrm xmlns:a="http://schemas.openxmlformats.org/drawingml/2006/main">
            <a:off x="212979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94D2BE93-79D7-4C17-9B03-1F816BC31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c9e4df2034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44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514EE506-E21E-4C4B-BE39-59783717B2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c2dfcd253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445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93B854B9-22BB-4D6F-8654-1B6C82AB94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c2dfcd253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286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878F6D17-8C9C-4093-B954-F8ED3FE69B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c2dfcd253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91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F2754A89-42EA-431C-B2B6-060846AE42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c2dfcd253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89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1CB53B6E-39BE-469F-88E9-E0A8B24626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c2dfcd253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745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E55E18B4-ACD9-4304-BBEB-3608B80002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c2dfcd253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9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4FDB9C58-B341-4DF9-B614-FC4EFB9325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c2dfcd253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46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372F918-777B-4922-B25D-F6978E08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still has 8 cookies. Andy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261084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2026-10-11T18:01:37.7030000Z</dcterms:created>
  <dcterms:modified xsi:type="dcterms:W3CDTF">2026-10-11T18:01:37.7030000Z</dcterms:modified>
</coreProperties>
</file>