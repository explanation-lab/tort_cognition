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0293b9d65e42f1" /><Relationship Type="http://schemas.openxmlformats.org/officeDocument/2006/relationships/extended-properties" Target="/docProps/app.xml" Id="Rfd5fb21061ec4b19" /><Relationship Type="http://schemas.openxmlformats.org/officeDocument/2006/relationships/officeDocument" Target="/ppt/presentation.xml" Id="R3828c0bc43cd4c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0c02de148f45e2"/>
  </p:sldMasterIdLst>
  <p:notesMasterIdLst>
    <p:notesMasterId xmlns:r="http://schemas.openxmlformats.org/officeDocument/2006/relationships" r:id="R2ac647f0e37e43f2"/>
  </p:notesMasterIdLst>
  <p:sldIdLst>
    <p:sldId xmlns:r="http://schemas.openxmlformats.org/officeDocument/2006/relationships" id="256" r:id="R0465f19108a74e33"/>
    <p:sldId xmlns:r="http://schemas.openxmlformats.org/officeDocument/2006/relationships" id="257" r:id="R4a0f782a2b054ea8"/>
    <p:sldId xmlns:r="http://schemas.openxmlformats.org/officeDocument/2006/relationships" id="258" r:id="R16db4d7093104344"/>
    <p:sldId xmlns:r="http://schemas.openxmlformats.org/officeDocument/2006/relationships" id="259" r:id="R7b65abc7342d4da3"/>
    <p:sldId xmlns:r="http://schemas.openxmlformats.org/officeDocument/2006/relationships" id="260" r:id="R2ab518cc86d04106"/>
    <p:sldId xmlns:r="http://schemas.openxmlformats.org/officeDocument/2006/relationships" id="261" r:id="R1a9752a1f0bd4bd9"/>
    <p:sldId xmlns:r="http://schemas.openxmlformats.org/officeDocument/2006/relationships" id="262" r:id="R6123e2e812ab4705"/>
    <p:sldId xmlns:r="http://schemas.openxmlformats.org/officeDocument/2006/relationships" id="263" r:id="R87a38cabbc2f41e0"/>
    <p:sldId xmlns:r="http://schemas.openxmlformats.org/officeDocument/2006/relationships" id="264" r:id="R47bdf70d173646b8"/>
    <p:sldId xmlns:r="http://schemas.openxmlformats.org/officeDocument/2006/relationships" id="265" r:id="Rf699069816c042c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6f9211684d4a62" /><Relationship Type="http://schemas.openxmlformats.org/officeDocument/2006/relationships/slideMaster" Target="/ppt/slideMasters/slideMaster1.xml" Id="R610c02de148f45e2" /><Relationship Type="http://schemas.openxmlformats.org/officeDocument/2006/relationships/notesMaster" Target="/ppt/notesMasters/notesMaster1.xml" Id="R2ac647f0e37e43f2" /><Relationship Type="http://schemas.openxmlformats.org/officeDocument/2006/relationships/presProps" Target="/ppt/presProps.xml" Id="Rf39d8ca34c6f4b57" /><Relationship Type="http://schemas.openxmlformats.org/officeDocument/2006/relationships/viewProps" Target="/ppt/viewProps.xml" Id="Rab717f3b97154b25" /><Relationship Type="http://schemas.openxmlformats.org/officeDocument/2006/relationships/tableStyles" Target="/ppt/tableStyles.xml" Id="R7cfd9d7b60434032" /><Relationship Type="http://schemas.openxmlformats.org/officeDocument/2006/relationships/slide" Target="/ppt/slides/slide1.xml" Id="R0465f19108a74e33" /><Relationship Type="http://schemas.openxmlformats.org/officeDocument/2006/relationships/slide" Target="/ppt/slides/slide2.xml" Id="R4a0f782a2b054ea8" /><Relationship Type="http://schemas.openxmlformats.org/officeDocument/2006/relationships/slide" Target="/ppt/slides/slide3.xml" Id="R16db4d7093104344" /><Relationship Type="http://schemas.openxmlformats.org/officeDocument/2006/relationships/slide" Target="/ppt/slides/slide4.xml" Id="R7b65abc7342d4da3" /><Relationship Type="http://schemas.openxmlformats.org/officeDocument/2006/relationships/slide" Target="/ppt/slides/slide5.xml" Id="R2ab518cc86d04106" /><Relationship Type="http://schemas.openxmlformats.org/officeDocument/2006/relationships/slide" Target="/ppt/slides/slide6.xml" Id="R1a9752a1f0bd4bd9" /><Relationship Type="http://schemas.openxmlformats.org/officeDocument/2006/relationships/slide" Target="/ppt/slides/slide7.xml" Id="R6123e2e812ab4705" /><Relationship Type="http://schemas.openxmlformats.org/officeDocument/2006/relationships/slide" Target="/ppt/slides/slide8.xml" Id="R87a38cabbc2f41e0" /><Relationship Type="http://schemas.openxmlformats.org/officeDocument/2006/relationships/slide" Target="/ppt/slides/slide9.xml" Id="R47bdf70d173646b8" /><Relationship Type="http://schemas.openxmlformats.org/officeDocument/2006/relationships/slide" Target="/ppt/slides/slide10.xml" Id="Rf699069816c042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6fe45a3e1b4f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99bc753bae46b6" /><Relationship Type="http://schemas.openxmlformats.org/officeDocument/2006/relationships/notesMaster" Target="/ppt/notesMasters/notesMaster1.xml" Id="R86173956cfd945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e3d78be44944f7" /><Relationship Type="http://schemas.openxmlformats.org/officeDocument/2006/relationships/notesMaster" Target="/ppt/notesMasters/notesMaster1.xml" Id="R6293b311d9d240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41b106ac7b470b" /><Relationship Type="http://schemas.openxmlformats.org/officeDocument/2006/relationships/notesMaster" Target="/ppt/notesMasters/notesMaster1.xml" Id="R32d86bea32f24f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b31099eb1c49b6" /><Relationship Type="http://schemas.openxmlformats.org/officeDocument/2006/relationships/notesMaster" Target="/ppt/notesMasters/notesMaster1.xml" Id="R2c059f48a7d14f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7f4d7725344c64" /><Relationship Type="http://schemas.openxmlformats.org/officeDocument/2006/relationships/notesMaster" Target="/ppt/notesMasters/notesMaster1.xml" Id="R00b529dc686d47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8a5f2b04d34564" /><Relationship Type="http://schemas.openxmlformats.org/officeDocument/2006/relationships/notesMaster" Target="/ppt/notesMasters/notesMaster1.xml" Id="Rd39a7b1959b94b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c3f07b9d6c419f" /><Relationship Type="http://schemas.openxmlformats.org/officeDocument/2006/relationships/notesMaster" Target="/ppt/notesMasters/notesMaster1.xml" Id="R28f68af0090642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ead008a7ea4865" /><Relationship Type="http://schemas.openxmlformats.org/officeDocument/2006/relationships/notesMaster" Target="/ppt/notesMasters/notesMaster1.xml" Id="R822b2b6f544e4c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f2f2b63ed44eb0" /><Relationship Type="http://schemas.openxmlformats.org/officeDocument/2006/relationships/notesMaster" Target="/ppt/notesMasters/notesMaster1.xml" Id="R4d9082122b1849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d11fd6bb1d4a2b" /><Relationship Type="http://schemas.openxmlformats.org/officeDocument/2006/relationships/notesMaster" Target="/ppt/notesMasters/notesMaster1.xml" Id="R09f7d5952c374d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614607d094d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09734680d43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09699d56e4c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e611fa2b445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e1df26cc54f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213fb8269425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ef48fa74a402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3b2aba8604ff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ea530357247b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1eb6c4a5b408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36fdaff9848a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A5F459-DBBF-3F8C-2CF9-4BA48DB45F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2A70B83-C145-4770-4DE0-078629A44E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B23D15-7ECB-B330-1D70-1527936900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E45552-CE6D-002B-3776-F9A6F2B9EF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A8CBD2-9742-3AB1-D48F-1D0E159585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4F96EB-9C51-09F6-3130-252636B462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49D66E-F13C-F7D6-407E-CBAE285C3F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A759E7-C274-52AA-A654-FB83799472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D56C36-67C1-879E-93DB-585D7166CB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E6C9A1-0C94-4E6D-CCEB-1B4B033B95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5C7CE2-85DB-FAC4-CD39-9D09F2A9C4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6CC7B9-4F2E-20C0-177F-F31DBD4C6A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E33C9C-F0BB-8B9D-4161-316E9A9E49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37B5F8-6B43-32C2-7DBD-BDC065B7FD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57B8FC-0612-DAAF-CD22-A1E92E1109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9BD621-9C01-29A2-63A6-D4FCA10FE4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804F404-29C3-8EB6-22A0-03883109A1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B210C4-2B04-F88F-0F0C-BC10EE0F0F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CC8E091-809D-EE76-B21A-567DFEAE3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2026/7/8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B9EEE47-DE42-1321-E825-22E3830045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57BFBE2-4385-6620-1DEB-B766780BB3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CBC809-9FDD-5691-1076-C1AA4BD0E5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60DAF6-B2AA-B290-15E6-F035243398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E91AF9-1DA9-2804-0818-BD0D2F871E1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D0C6FF9-F795-9D22-DA2B-0D912A51E96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B980BB8-6F56-67BE-02EE-439FC6E6A29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8434A0E-0271-F1F1-50B0-5C197DB000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2026/7/8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B41384E-3FE4-40E0-A89F-DA1321BA55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BB3CC63-DEE3-C77A-1AB4-0B713400E9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0BDC88-F62F-7A77-6A6E-F4EC8E3A1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79C6132-320F-43F0-9874-24C331BBC1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2026/7/8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D5EC13-A8F0-4556-34D9-B647229D9E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F68C51D-B56C-16DE-BC00-06ADFDEBC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C10F818-0924-6DD2-F65F-5A8209378E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2026/7/8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91C6397-B79B-DAAA-516D-00BE500138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D18F66A-BEF1-E0CB-1D60-D83638D822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A4AB7B-E505-2B06-7AA4-0C893CBFC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76A40A-4E36-413B-82D5-3BEA66DCF7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D9C8F6D-499D-B677-13CA-FCD24AA597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21676D5-FD4D-07BF-3308-2AB7CE4746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2026/7/8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979ABE-701B-A144-CF28-7A263F5308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3A38C9-B08A-795E-4590-802BB605A0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0FC798-BD72-9A5F-4C13-110E2B11E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FA109CB-C821-5036-4CBB-16FB9B70BD7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EE18737-A50E-8346-3A7D-CD67CF2BA1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08FA554-873E-409A-1BC4-4104F345D3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2026/7/8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6180AE6-6340-0508-C6E8-4652ABD74D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8A2B844-6895-54AC-AE7D-08EB45708D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E06B07-CB0E-A234-B469-6D1317959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7836A7-90BB-5F61-D583-3C350F21B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96CAE6-486E-41A8-9BDF-075F446D89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44BEBB8-D688-B32F-FFA7-C41A92058B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486E08-FD8E-0872-BB55-36D74AC47C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6DEFE1D-81E8-2168-987E-8BBD6E7CA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3DC6BBA-4AB4-2AC7-02A9-467950C08B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D5A315-DBFF-07B1-E1D2-6ACAFC3787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21121E-4C91-BE94-B006-5875FC0BB9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A717CD-57B7-C732-18DC-328F62C386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4a6efc3c384ef3" /><Relationship Type="http://schemas.openxmlformats.org/officeDocument/2006/relationships/slideLayout" Target="/ppt/slideLayouts/slideLayout1.xml" Id="R28ccf908be1c408c" /><Relationship Type="http://schemas.openxmlformats.org/officeDocument/2006/relationships/slideLayout" Target="/ppt/slideLayouts/slideLayout2.xml" Id="R7ac567d8bd704198" /><Relationship Type="http://schemas.openxmlformats.org/officeDocument/2006/relationships/slideLayout" Target="/ppt/slideLayouts/slideLayout3.xml" Id="R21dd5ead81c24f58" /><Relationship Type="http://schemas.openxmlformats.org/officeDocument/2006/relationships/slideLayout" Target="/ppt/slideLayouts/slideLayout4.xml" Id="R9fd876322ed14db9" /><Relationship Type="http://schemas.openxmlformats.org/officeDocument/2006/relationships/slideLayout" Target="/ppt/slideLayouts/slideLayout5.xml" Id="R6d9479f9c7c7479d" /><Relationship Type="http://schemas.openxmlformats.org/officeDocument/2006/relationships/slideLayout" Target="/ppt/slideLayouts/slideLayout6.xml" Id="Rcc7000b70bfa4f64" /><Relationship Type="http://schemas.openxmlformats.org/officeDocument/2006/relationships/slideLayout" Target="/ppt/slideLayouts/slideLayout7.xml" Id="R7c8c1a73cab2490a" /><Relationship Type="http://schemas.openxmlformats.org/officeDocument/2006/relationships/slideLayout" Target="/ppt/slideLayouts/slideLayout8.xml" Id="R2d66e867ec654b3e" /><Relationship Type="http://schemas.openxmlformats.org/officeDocument/2006/relationships/slideLayout" Target="/ppt/slideLayouts/slideLayout9.xml" Id="Rd42416be082b4ff8" /><Relationship Type="http://schemas.openxmlformats.org/officeDocument/2006/relationships/slideLayout" Target="/ppt/slideLayouts/slideLayout10.xml" Id="Rfb6a31dd9f844406" /><Relationship Type="http://schemas.openxmlformats.org/officeDocument/2006/relationships/slideLayout" Target="/ppt/slideLayouts/slideLayout11.xml" Id="Rbdcc348fdff74a1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3982928-E139-B9D5-18B4-E6F224FC07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ACA8AD2-5C06-D2E6-B8EA-294D852494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7837CC-055B-0510-8226-0C831BB033F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0FBFF0B3-CA30-7E43-AC99-C263E9572C0D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419C0D-5777-C491-B994-B7B10B5371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3637D3-EDB9-B136-100D-0BB2067D768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ccf908be1c408c"/>
    <p:sldLayoutId xmlns:r="http://schemas.openxmlformats.org/officeDocument/2006/relationships" id="2147483650" r:id="R7ac567d8bd704198"/>
    <p:sldLayoutId xmlns:r="http://schemas.openxmlformats.org/officeDocument/2006/relationships" id="2147483651" r:id="R21dd5ead81c24f58"/>
    <p:sldLayoutId xmlns:r="http://schemas.openxmlformats.org/officeDocument/2006/relationships" id="2147483652" r:id="R9fd876322ed14db9"/>
    <p:sldLayoutId xmlns:r="http://schemas.openxmlformats.org/officeDocument/2006/relationships" id="2147483653" r:id="R6d9479f9c7c7479d"/>
    <p:sldLayoutId xmlns:r="http://schemas.openxmlformats.org/officeDocument/2006/relationships" id="2147483654" r:id="Rcc7000b70bfa4f64"/>
    <p:sldLayoutId xmlns:r="http://schemas.openxmlformats.org/officeDocument/2006/relationships" id="2147483655" r:id="R7c8c1a73cab2490a"/>
    <p:sldLayoutId xmlns:r="http://schemas.openxmlformats.org/officeDocument/2006/relationships" id="2147483656" r:id="R2d66e867ec654b3e"/>
    <p:sldLayoutId xmlns:r="http://schemas.openxmlformats.org/officeDocument/2006/relationships" id="2147483657" r:id="Rd42416be082b4ff8"/>
    <p:sldLayoutId xmlns:r="http://schemas.openxmlformats.org/officeDocument/2006/relationships" id="2147483658" r:id="Rfb6a31dd9f844406"/>
    <p:sldLayoutId xmlns:r="http://schemas.openxmlformats.org/officeDocument/2006/relationships" id="2147483659" r:id="Rbdcc348fdff74a1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53aa0c3dd84d07" /><Relationship Type="http://schemas.openxmlformats.org/officeDocument/2006/relationships/image" Target="/ppt/media/image.png" Id="Rd998edfa59c94234" /><Relationship Type="http://schemas.openxmlformats.org/officeDocument/2006/relationships/image" Target="/ppt/media/image2.png" Id="R61a9a80977de4abf" /><Relationship Type="http://schemas.openxmlformats.org/officeDocument/2006/relationships/notesSlide" Target="/ppt/notesSlides/notesSlide1.xml" Id="R93230206052a4f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651be178974a1d" /><Relationship Type="http://schemas.openxmlformats.org/officeDocument/2006/relationships/image" Target="/ppt/media/image3.png" Id="R59d1b229664b4881" /><Relationship Type="http://schemas.openxmlformats.org/officeDocument/2006/relationships/image" Target="/ppt/media/image2.png" Id="R73bdc90c11c4425f" /><Relationship Type="http://schemas.openxmlformats.org/officeDocument/2006/relationships/image" Target="/ppt/media/image4.png" Id="R6e9f2b08d4f24fb1" /><Relationship Type="http://schemas.openxmlformats.org/officeDocument/2006/relationships/image" Target="/ppt/media/image5.png" Id="Ra259d5a562c84632" /><Relationship Type="http://schemas.openxmlformats.org/officeDocument/2006/relationships/image" Target="/ppt/media/image6.png" Id="Ra8818e99b240449d" /><Relationship Type="http://schemas.openxmlformats.org/officeDocument/2006/relationships/image" Target="/ppt/media/image7.png" Id="R402cff94929c4e59" /><Relationship Type="http://schemas.openxmlformats.org/officeDocument/2006/relationships/image" Target="/ppt/media/image8.png" Id="R71cc1608ad7b40e1" /><Relationship Type="http://schemas.openxmlformats.org/officeDocument/2006/relationships/image" Target="/ppt/media/image9.png" Id="R57c627514ec94ace" /><Relationship Type="http://schemas.openxmlformats.org/officeDocument/2006/relationships/image" Target="/ppt/media/image10.png" Id="Rb299fee97f2d4a57" /><Relationship Type="http://schemas.openxmlformats.org/officeDocument/2006/relationships/image" Target="/ppt/media/image11.png" Id="R1b9c15be3b9d4f2e" /><Relationship Type="http://schemas.openxmlformats.org/officeDocument/2006/relationships/notesSlide" Target="/ppt/notesSlides/notesSlide2.xml" Id="Rf4db0c6ccad64b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7f4e3b028b481e" /><Relationship Type="http://schemas.openxmlformats.org/officeDocument/2006/relationships/image" Target="/ppt/media/image12.png" Id="R26c231d0678942b1" /><Relationship Type="http://schemas.openxmlformats.org/officeDocument/2006/relationships/image" Target="/ppt/media/image13.png" Id="R1132ef7cfcec4343" /><Relationship Type="http://schemas.openxmlformats.org/officeDocument/2006/relationships/notesSlide" Target="/ppt/notesSlides/notesSlide3.xml" Id="R7469a8ec05b043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f1d5b672f945c6" /><Relationship Type="http://schemas.openxmlformats.org/officeDocument/2006/relationships/image" Target="/ppt/media/image14.png" Id="Rc81cf95d3bdd4b41" /><Relationship Type="http://schemas.openxmlformats.org/officeDocument/2006/relationships/image" Target="/ppt/media/image13.png" Id="R970ae3b6e8684de5" /><Relationship Type="http://schemas.openxmlformats.org/officeDocument/2006/relationships/image" Target="/ppt/media/image4.png" Id="Rb60355b262124c7b" /><Relationship Type="http://schemas.openxmlformats.org/officeDocument/2006/relationships/image" Target="/ppt/media/image15.png" Id="R25fd496553f94e80" /><Relationship Type="http://schemas.openxmlformats.org/officeDocument/2006/relationships/notesSlide" Target="/ppt/notesSlides/notesSlide4.xml" Id="R6be1fd78990146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a7ec0862704473" /><Relationship Type="http://schemas.openxmlformats.org/officeDocument/2006/relationships/image" Target="/ppt/media/image16.png" Id="R2204c4ec7c994d0c" /><Relationship Type="http://schemas.openxmlformats.org/officeDocument/2006/relationships/image" Target="/ppt/media/image13.png" Id="R6a1e646e4c3d40fd" /><Relationship Type="http://schemas.openxmlformats.org/officeDocument/2006/relationships/image" Target="/ppt/media/image4.png" Id="R1c26eb1baa3d4159" /><Relationship Type="http://schemas.openxmlformats.org/officeDocument/2006/relationships/image" Target="/ppt/media/image15.png" Id="Rd491205f1f8049dc" /><Relationship Type="http://schemas.openxmlformats.org/officeDocument/2006/relationships/notesSlide" Target="/ppt/notesSlides/notesSlide5.xml" Id="Rd749f09d6cef46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2c8d7d97aa469e" /><Relationship Type="http://schemas.openxmlformats.org/officeDocument/2006/relationships/image" Target="/ppt/media/image17.png" Id="Rbda643ef13e94398" /><Relationship Type="http://schemas.openxmlformats.org/officeDocument/2006/relationships/image" Target="/ppt/media/image4.png" Id="Raaa4c49a42264c4f" /><Relationship Type="http://schemas.openxmlformats.org/officeDocument/2006/relationships/image" Target="/ppt/media/image15.png" Id="Rbe987b76a62d4dd9" /><Relationship Type="http://schemas.openxmlformats.org/officeDocument/2006/relationships/notesSlide" Target="/ppt/notesSlides/notesSlide6.xml" Id="R38cdd9eb7ece4b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86bd59bc854a31" /><Relationship Type="http://schemas.openxmlformats.org/officeDocument/2006/relationships/image" Target="/ppt/media/image18.png" Id="R9f9adc7d168943f2" /><Relationship Type="http://schemas.openxmlformats.org/officeDocument/2006/relationships/image" Target="/ppt/media/image19.png" Id="Rb2d63e96804743da" /><Relationship Type="http://schemas.openxmlformats.org/officeDocument/2006/relationships/image" Target="/ppt/media/image4.png" Id="Rf526993d3f654e84" /><Relationship Type="http://schemas.openxmlformats.org/officeDocument/2006/relationships/image" Target="/ppt/media/image15.png" Id="Rf1caded21f9c4ffa" /><Relationship Type="http://schemas.openxmlformats.org/officeDocument/2006/relationships/notesSlide" Target="/ppt/notesSlides/notesSlide7.xml" Id="R6db3d7f9e5134c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0463f217854b1a" /><Relationship Type="http://schemas.openxmlformats.org/officeDocument/2006/relationships/image" Target="/ppt/media/image20.png" Id="Rfb9f2b1c18ce4868" /><Relationship Type="http://schemas.openxmlformats.org/officeDocument/2006/relationships/image" Target="/ppt/media/image21.png" Id="Rd9da958a29524b78" /><Relationship Type="http://schemas.openxmlformats.org/officeDocument/2006/relationships/image" Target="/ppt/media/image4.png" Id="R12c10c350a35414e" /><Relationship Type="http://schemas.openxmlformats.org/officeDocument/2006/relationships/image" Target="/ppt/media/image15.png" Id="R2de730045b3b4c71" /><Relationship Type="http://schemas.openxmlformats.org/officeDocument/2006/relationships/notesSlide" Target="/ppt/notesSlides/notesSlide8.xml" Id="R3b5614b439cf46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614b246d964d0f" /><Relationship Type="http://schemas.openxmlformats.org/officeDocument/2006/relationships/image" Target="/ppt/media/image22.png" Id="R02464e2ce970449f" /><Relationship Type="http://schemas.openxmlformats.org/officeDocument/2006/relationships/image" Target="/ppt/media/image23.png" Id="Rbd4381b90dcb4fb5" /><Relationship Type="http://schemas.openxmlformats.org/officeDocument/2006/relationships/image" Target="/ppt/media/image24.png" Id="R9f39ed457590427f" /><Relationship Type="http://schemas.openxmlformats.org/officeDocument/2006/relationships/image" Target="/ppt/media/image15.png" Id="Rf5568d9bbb9d4cb7" /><Relationship Type="http://schemas.openxmlformats.org/officeDocument/2006/relationships/image" Target="/ppt/media/image4.png" Id="R4ace4dcf82904d53" /><Relationship Type="http://schemas.openxmlformats.org/officeDocument/2006/relationships/notesSlide" Target="/ppt/notesSlides/notesSlide9.xml" Id="R1e2d1fded21e4b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ef65a2e4ae4ab2" /><Relationship Type="http://schemas.openxmlformats.org/officeDocument/2006/relationships/image" Target="/ppt/media/image25.png" Id="Rd6cd8078c40d46eb" /><Relationship Type="http://schemas.openxmlformats.org/officeDocument/2006/relationships/image" Target="/ppt/media/image13.png" Id="R61d46416e61b449f" /><Relationship Type="http://schemas.openxmlformats.org/officeDocument/2006/relationships/image" Target="/ppt/media/image2.png" Id="Raf6a254f7d1e49ae" /><Relationship Type="http://schemas.openxmlformats.org/officeDocument/2006/relationships/image" Target="/ppt/media/image4.png" Id="R535979c2f3594944" /><Relationship Type="http://schemas.openxmlformats.org/officeDocument/2006/relationships/image" Target="/ppt/media/image26.png" Id="R0b16f49fcd014cef" /><Relationship Type="http://schemas.openxmlformats.org/officeDocument/2006/relationships/image" Target="/ppt/media/image27.png" Id="Rca9dccbb116b4e1a" /><Relationship Type="http://schemas.openxmlformats.org/officeDocument/2006/relationships/image" Target="/ppt/media/image28.png" Id="Rce20c8c5fd834933" /><Relationship Type="http://schemas.openxmlformats.org/officeDocument/2006/relationships/image" Target="/ppt/media/image29.png" Id="R47a62829cf474db3" /><Relationship Type="http://schemas.openxmlformats.org/officeDocument/2006/relationships/image" Target="/ppt/media/image30.png" Id="R5cbef6296cb24b7e" /><Relationship Type="http://schemas.openxmlformats.org/officeDocument/2006/relationships/image" Target="/ppt/media/image31.png" Id="R9fa344ab56f9437c" /><Relationship Type="http://schemas.openxmlformats.org/officeDocument/2006/relationships/image" Target="/ppt/media/image32.png" Id="R7d5678e67e724294" /><Relationship Type="http://schemas.openxmlformats.org/officeDocument/2006/relationships/image" Target="/ppt/media/image33.png" Id="R421f30ea63da48d9" /><Relationship Type="http://schemas.openxmlformats.org/officeDocument/2006/relationships/notesSlide" Target="/ppt/notesSlides/notesSlide10.xml" Id="Rf8f271e8dbf746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37064A92-E12F-4258-8F93-807036DB35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8edfa59c94234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E6C27EF2-EC6C-4D19-8DEB-8533F87239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9a80977de4a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692" y="641312"/>
            <a:ext cx="4251158" cy="5369883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AEAE2008-FAB0-448C-A104-D2F10BC2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Milo.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EB0E8876-B3A4-4E28-9362-7EF294415E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1b229664b4881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3B9795D-A8B3-4921-8297-41CBFBCB54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dc90c11c442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692" y="641312"/>
            <a:ext cx="4251158" cy="5369883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3C482E2B-B16B-4D34-9726-6BBE6097D2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f2b08d4f24f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2633" y="4241814"/>
            <a:ext cx="1304201" cy="404825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23B17-84AF-40AF-80E4-27A220FDF9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9d5a562c84632"/>
          <a:stretch xmlns:a="http://schemas.openxmlformats.org/drawingml/2006/main"/>
        </p:blipFill>
        <p:spPr>
          <a:xfrm xmlns:a="http://schemas.openxmlformats.org/drawingml/2006/main">
            <a:off x="6574594" y="4015498"/>
            <a:ext cx="1337901" cy="674464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FE3B2E-1334-4EFD-9DEF-420C4CDFAD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18e99b240449d"/>
          <a:stretch xmlns:a="http://schemas.openxmlformats.org/drawingml/2006/main"/>
        </p:blipFill>
        <p:spPr>
          <a:xfrm xmlns:a="http://schemas.openxmlformats.org/drawingml/2006/main">
            <a:off x="6471016" y="3908614"/>
            <a:ext cx="1337901" cy="674464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ACD2B-EFD0-4DD4-B604-D9E3EC2F11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cff94929c4e59"/>
          <a:stretch xmlns:a="http://schemas.openxmlformats.org/drawingml/2006/main"/>
        </p:blipFill>
        <p:spPr>
          <a:xfrm xmlns:a="http://schemas.openxmlformats.org/drawingml/2006/main">
            <a:off x="6937003" y="3904583"/>
            <a:ext cx="1337901" cy="674464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7B557-90B2-4598-921C-1D42B9638A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c1608ad7b40e1"/>
          <a:stretch xmlns:a="http://schemas.openxmlformats.org/drawingml/2006/main"/>
        </p:blipFill>
        <p:spPr>
          <a:xfrm xmlns:a="http://schemas.openxmlformats.org/drawingml/2006/main">
            <a:off x="6738933" y="3816010"/>
            <a:ext cx="1337901" cy="674464"/>
          </a:xfrm>
          <a:prstGeom xmlns:a="http://schemas.openxmlformats.org/drawingml/2006/main" prst="rect">
            <a:avLst/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C10D7-1C15-439D-9CFF-8BE3A0C19F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627514ec94ace"/>
          <a:stretch xmlns:a="http://schemas.openxmlformats.org/drawingml/2006/main"/>
        </p:blipFill>
        <p:spPr>
          <a:xfrm xmlns:a="http://schemas.openxmlformats.org/drawingml/2006/main">
            <a:off x="6946570" y="4009490"/>
            <a:ext cx="1337901" cy="674464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8A6AF-329C-4F18-9E52-37E8283122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9fee97f2d4a57"/>
          <a:stretch xmlns:a="http://schemas.openxmlformats.org/drawingml/2006/main"/>
        </p:blipFill>
        <p:spPr>
          <a:xfrm xmlns:a="http://schemas.openxmlformats.org/drawingml/2006/main">
            <a:off x="6936972" y="3762721"/>
            <a:ext cx="1337901" cy="674464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B6A34-7EF4-477D-850E-DBA1F93E0C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c15be3b9d4f2e"/>
          <a:stretch xmlns:a="http://schemas.openxmlformats.org/drawingml/2006/main"/>
        </p:blipFill>
        <p:spPr>
          <a:xfrm xmlns:a="http://schemas.openxmlformats.org/drawingml/2006/main">
            <a:off x="6466702" y="3791425"/>
            <a:ext cx="1337901" cy="674464"/>
          </a:xfrm>
          <a:prstGeom xmlns:a="http://schemas.openxmlformats.org/drawingml/2006/main" prst="rect">
            <a:avLst/>
          </a:prstGeom>
        </p:spPr>
      </p:pic>
      <p:sp>
        <p:nvSpPr>
          <p:cNvPr id="2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A6DF962-6585-4BED-B972-62AD3333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31941421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8F719453-8C06-4EB4-B2E7-EE42087D09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231d0678942b1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1D92D33-6E9C-4B68-B4F0-39D5B55697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2ef7cfcec43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2" y="264300"/>
            <a:ext cx="4066877" cy="5571067"/>
          </a:xfrm>
          <a:prstGeom xmlns:a="http://schemas.openxmlformats.org/drawingml/2006/main" prst="rect">
            <a:avLst/>
          </a:prstGeom>
        </p:spPr>
      </p:pic>
      <p:sp>
        <p:nvSpPr>
          <p:cNvPr id="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8085582B-D856-4E80-8EE4-0A8D6B89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Sasha.</a:t>
            </a:r>
          </a:p>
        </p:txBody>
      </p:sp>
    </p:spTree>
    <p:extLst>
      <p:ext uri="{BB962C8B-B14F-4D97-AF65-F5344CB8AC3E}">
        <p14:creationId xmlns:p14="http://schemas.microsoft.com/office/powerpoint/2010/main" val="40737818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6E3F90D3-3064-4F7F-ACD1-EA636548D5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cf95d3bdd4b41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F67EA4DB-4959-4275-AF43-188FFF22BE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ae3b6e8684d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2" y="264300"/>
            <a:ext cx="4066877" cy="5571067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7318A439-E804-4E29-9FE3-E3EB93FDA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355b262124c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3094" y="4166657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D93B5BE2-2B77-4259-8821-EB38041344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d496553f94e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7103" y="3985218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95FFB97B-847F-464F-BBAD-7867FA4F1A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d496553f94e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2540" y="3985218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01526BA-8B38-4BBC-9063-D2F81FE9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Sasha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38726455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E5780E7B-D558-439A-8108-2FBBD50171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4c4ec7c994d0c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63425333-B89D-4536-9642-4F11BD7870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e646e4c3d40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2" y="264300"/>
            <a:ext cx="4066877" cy="5571067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112433F-2506-4F63-8FDF-D9FE0F138E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6eb1baa3d41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6974" y="5226413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0ADAB1FB-D1FF-401C-8831-2639E62030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1205f1f8049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80983" y="504497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0077C4C2-7E25-49E6-BFFB-8EA8A4D9E1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1205f1f8049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3792" y="5042137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368BC61-E776-49D1-BD8E-0E7A994C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Sasha puts her cookies on the ground.</a:t>
            </a:r>
          </a:p>
        </p:txBody>
      </p:sp>
    </p:spTree>
    <p:extLst>
      <p:ext uri="{BB962C8B-B14F-4D97-AF65-F5344CB8AC3E}">
        <p14:creationId xmlns:p14="http://schemas.microsoft.com/office/powerpoint/2010/main" val="20115246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F72E208C-119F-46AC-8BA7-2B4E796960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643ef13e94398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80C131B-4C6F-485C-BEA2-60DBB1B758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4c49a42264c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6974" y="5226413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2010DFED-BA40-41CE-9FD8-3A8E50284B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87b76a62d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80983" y="504497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36D27944-F35A-4307-B65C-FD248E2FB8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87b76a62d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3792" y="5042137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D9A45678-804D-4FEC-A3CB-D73F3B66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Sasha walks away from her cookies.</a:t>
            </a:r>
          </a:p>
        </p:txBody>
      </p:sp>
    </p:spTree>
    <p:extLst>
      <p:ext uri="{BB962C8B-B14F-4D97-AF65-F5344CB8AC3E}">
        <p14:creationId xmlns:p14="http://schemas.microsoft.com/office/powerpoint/2010/main" val="18338447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4157B5FA-4A9A-48BD-BAD3-AAC40A9395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adc7d168943f2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0032B367-CE8A-4874-A6BA-90FA2F40CC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63e96804743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891960" y="89210"/>
            <a:ext cx="3682603" cy="5648387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B9E1C651-9E7A-459B-95BC-237DD7A8F7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6993d3f654e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6974" y="5226413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853F4EB9-2CC3-4347-AF8D-48DA6BCD90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aded21f9c4f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80983" y="504497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59A8DE2E-863E-4AC3-8968-A29ADFF832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aded21f9c4f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3792" y="5042137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010571C-F99B-4736-AFFD-85870059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is angry.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27706667-5D30-4556-B2D3-2F41BB7885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f2b1c18ce4868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F2410E0B-D399-4AE9-93D1-60BAFB7BA4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a958a29524b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78970" y="57185"/>
            <a:ext cx="3682603" cy="5630132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EE7672D3-02EE-4CE8-8216-BF27ADE286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10c350a35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6974" y="5226413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952704C-FB2B-4905-BE6F-6E4D72D373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730045b3b4c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80983" y="504497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764FA537-AB1E-464E-A508-E12D60223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730045b3b4c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3792" y="5042137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0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84C739D-4948-4259-8DD6-C9FC32AF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 walks over.</a:t>
            </a:r>
          </a:p>
        </p:txBody>
      </p:sp>
    </p:spTree>
    <p:extLst>
      <p:ext uri="{BB962C8B-B14F-4D97-AF65-F5344CB8AC3E}">
        <p14:creationId xmlns:p14="http://schemas.microsoft.com/office/powerpoint/2010/main" val="24144588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E2754741-463E-4CC9-B1B3-E43FE8280E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64e2ce970449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A5C846E0-557F-4BC5-B09D-56B83276AC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381b90dcb4f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35773" y="-58187"/>
            <a:ext cx="4115035" cy="5639468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23E9A047-055E-439E-B316-48D4708237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9ed457590427f"/>
          <a:stretch xmlns:a="http://schemas.openxmlformats.org/drawingml/2006/main"/>
        </p:blipFill>
        <p:spPr>
          <a:xfrm xmlns:a="http://schemas.openxmlformats.org/drawingml/2006/main">
            <a:off x="3581075" y="0"/>
            <a:ext cx="5029850" cy="5932644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0DAD76E4-45DA-4210-A6D6-5F2C20F0F0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68d9bbb9d4c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46092">
            <a:off x="6873038" y="332463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5662D8E0-A9D3-43A0-AAE8-0A1CE1645A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68d9bbb9d4c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41334">
            <a:off x="7232968" y="3677578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B169EAC-E652-42A0-986E-56379CB7B1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e4dcf82904d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6974" y="5226413"/>
            <a:ext cx="1027288" cy="318871"/>
          </a:xfrm>
          <a:prstGeom xmlns:a="http://schemas.openxmlformats.org/drawingml/2006/main" prst="rect">
            <a:avLst/>
          </a:prstGeom>
        </p:spPr>
      </p:pic>
      <p:sp>
        <p:nvSpPr>
          <p:cNvPr id="1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C139AF8-3160-4FDE-9EC3-4E24AA0B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hits 2 of Sasha’s cookies!</a:t>
            </a:r>
          </a:p>
        </p:txBody>
      </p:sp>
    </p:spTree>
    <p:extLst>
      <p:ext uri="{BB962C8B-B14F-4D97-AF65-F5344CB8AC3E}">
        <p14:creationId xmlns:p14="http://schemas.microsoft.com/office/powerpoint/2010/main" val="29160114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E5CA7780-BF20-4FA0-B3C4-B249FB3966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d8078c40d46eb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584A5FB9-22B6-4C26-BA44-91CBCD919D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46416e61b44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1063" y="707206"/>
            <a:ext cx="3746126" cy="488959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EFB00078-AE6B-48CC-A26D-49707002B9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a254f7d1e49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4811" y="465115"/>
            <a:ext cx="4251158" cy="5369883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AEA2E16C-803E-42EB-B138-74CDFC0F93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979c2f35949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334" y="410122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3180A9BC-F2CF-4484-9AA1-9B87B18376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979c2f35949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6823" y="4169375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C0D81DEC-237C-48AB-B531-EB59C4F2A7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6f49fcd014c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6304720" y="5050421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0707CFC5-4E27-4269-B4B2-7AE9BC7695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6f49fcd014c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956284" y="4915409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ACEBD-A32C-47DA-9B3C-162B775434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dccbb116b4e1a"/>
          <a:stretch xmlns:a="http://schemas.openxmlformats.org/drawingml/2006/main"/>
        </p:blipFill>
        <p:spPr>
          <a:xfrm xmlns:a="http://schemas.openxmlformats.org/drawingml/2006/main">
            <a:off x="2520832" y="399111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9D1EF-E1DA-456A-9D5E-D5BC4857A3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0c8c5fd834933"/>
          <a:stretch xmlns:a="http://schemas.openxmlformats.org/drawingml/2006/main"/>
        </p:blipFill>
        <p:spPr>
          <a:xfrm xmlns:a="http://schemas.openxmlformats.org/drawingml/2006/main">
            <a:off x="2439246" y="390692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0E8D0-011F-41D6-86A6-B447312871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62829cf474db3"/>
          <a:stretch xmlns:a="http://schemas.openxmlformats.org/drawingml/2006/main"/>
        </p:blipFill>
        <p:spPr>
          <a:xfrm xmlns:a="http://schemas.openxmlformats.org/drawingml/2006/main">
            <a:off x="2806293" y="3903746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6537F-4DD1-42E3-BC32-6C9B90D618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ef6296cb24b7e"/>
          <a:stretch xmlns:a="http://schemas.openxmlformats.org/drawingml/2006/main"/>
        </p:blipFill>
        <p:spPr>
          <a:xfrm xmlns:a="http://schemas.openxmlformats.org/drawingml/2006/main">
            <a:off x="2650278" y="383397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85B9A-A69B-4A94-96D7-B60A6BD598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344ab56f9437c"/>
          <a:stretch xmlns:a="http://schemas.openxmlformats.org/drawingml/2006/main"/>
        </p:blipFill>
        <p:spPr>
          <a:xfrm xmlns:a="http://schemas.openxmlformats.org/drawingml/2006/main">
            <a:off x="2813829" y="398637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06748-62DA-4738-9A4A-15D16FC91E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678e67e724294"/>
          <a:stretch xmlns:a="http://schemas.openxmlformats.org/drawingml/2006/main"/>
        </p:blipFill>
        <p:spPr>
          <a:xfrm xmlns:a="http://schemas.openxmlformats.org/drawingml/2006/main">
            <a:off x="2806269" y="379200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99D1F4-0C15-4973-B97C-96F10201F2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f30ea63da48d9"/>
          <a:stretch xmlns:a="http://schemas.openxmlformats.org/drawingml/2006/main"/>
        </p:blipFill>
        <p:spPr>
          <a:xfrm xmlns:a="http://schemas.openxmlformats.org/drawingml/2006/main">
            <a:off x="2435848" y="3814614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BFDBF485-9EB1-45C7-A1F4-F0BED0C9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still has 8 cookies. Sasha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30893856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2026-10-11T18:01:16.9970000Z</dcterms:created>
  <dcterms:modified xsi:type="dcterms:W3CDTF">2026-10-11T18:01:16.9970000Z</dcterms:modified>
</coreProperties>
</file>