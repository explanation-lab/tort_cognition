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335137f7642d9" /><Relationship Type="http://schemas.openxmlformats.org/officeDocument/2006/relationships/extended-properties" Target="/docProps/app.xml" Id="Re2cfd7258a1d41b0" /><Relationship Type="http://schemas.openxmlformats.org/officeDocument/2006/relationships/officeDocument" Target="/ppt/presentation.xml" Id="Ra98ed00538e54f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984340af2a4141"/>
  </p:sldMasterIdLst>
  <p:notesMasterIdLst>
    <p:notesMasterId xmlns:r="http://schemas.openxmlformats.org/officeDocument/2006/relationships" r:id="R4e68ff0475ce4c23"/>
  </p:notesMasterIdLst>
  <p:sldIdLst>
    <p:sldId xmlns:r="http://schemas.openxmlformats.org/officeDocument/2006/relationships" id="256" r:id="Rda8b3fcfe53e4d74"/>
    <p:sldId xmlns:r="http://schemas.openxmlformats.org/officeDocument/2006/relationships" id="257" r:id="R7d86666251844404"/>
    <p:sldId xmlns:r="http://schemas.openxmlformats.org/officeDocument/2006/relationships" id="258" r:id="Rc126980889644ef4"/>
    <p:sldId xmlns:r="http://schemas.openxmlformats.org/officeDocument/2006/relationships" id="259" r:id="R2f8e0b3a298743b9"/>
    <p:sldId xmlns:r="http://schemas.openxmlformats.org/officeDocument/2006/relationships" id="260" r:id="Rfd3a9fdc605546cc"/>
    <p:sldId xmlns:r="http://schemas.openxmlformats.org/officeDocument/2006/relationships" id="261" r:id="R0242df9f0d174b2f"/>
    <p:sldId xmlns:r="http://schemas.openxmlformats.org/officeDocument/2006/relationships" id="262" r:id="R5cafe4057e6e475d"/>
    <p:sldId xmlns:r="http://schemas.openxmlformats.org/officeDocument/2006/relationships" id="263" r:id="R05f70bc852554c4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3871119f164785" /><Relationship Type="http://schemas.openxmlformats.org/officeDocument/2006/relationships/slideMaster" Target="/ppt/slideMasters/slideMaster1.xml" Id="Ra2984340af2a4141" /><Relationship Type="http://schemas.openxmlformats.org/officeDocument/2006/relationships/notesMaster" Target="/ppt/notesMasters/notesMaster1.xml" Id="R4e68ff0475ce4c23" /><Relationship Type="http://schemas.openxmlformats.org/officeDocument/2006/relationships/presProps" Target="/ppt/presProps.xml" Id="R18597d4ca9cb439a" /><Relationship Type="http://schemas.openxmlformats.org/officeDocument/2006/relationships/viewProps" Target="/ppt/viewProps.xml" Id="R4c708eaf83f74477" /><Relationship Type="http://schemas.openxmlformats.org/officeDocument/2006/relationships/tableStyles" Target="/ppt/tableStyles.xml" Id="R3064a16039d14fec" /><Relationship Type="http://schemas.openxmlformats.org/officeDocument/2006/relationships/slide" Target="/ppt/slides/slide1.xml" Id="Rda8b3fcfe53e4d74" /><Relationship Type="http://schemas.openxmlformats.org/officeDocument/2006/relationships/slide" Target="/ppt/slides/slide2.xml" Id="R7d86666251844404" /><Relationship Type="http://schemas.openxmlformats.org/officeDocument/2006/relationships/slide" Target="/ppt/slides/slide3.xml" Id="Rc126980889644ef4" /><Relationship Type="http://schemas.openxmlformats.org/officeDocument/2006/relationships/slide" Target="/ppt/slides/slide4.xml" Id="R2f8e0b3a298743b9" /><Relationship Type="http://schemas.openxmlformats.org/officeDocument/2006/relationships/slide" Target="/ppt/slides/slide5.xml" Id="Rfd3a9fdc605546cc" /><Relationship Type="http://schemas.openxmlformats.org/officeDocument/2006/relationships/slide" Target="/ppt/slides/slide6.xml" Id="R0242df9f0d174b2f" /><Relationship Type="http://schemas.openxmlformats.org/officeDocument/2006/relationships/slide" Target="/ppt/slides/slide7.xml" Id="R5cafe4057e6e475d" /><Relationship Type="http://schemas.openxmlformats.org/officeDocument/2006/relationships/slide" Target="/ppt/slides/slide8.xml" Id="R05f70bc852554c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196122f46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f3945f0804613" /><Relationship Type="http://schemas.openxmlformats.org/officeDocument/2006/relationships/notesMaster" Target="/ppt/notesMasters/notesMaster1.xml" Id="Rfb27aa2bdb46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dc7020cb6a42b0" /><Relationship Type="http://schemas.openxmlformats.org/officeDocument/2006/relationships/notesMaster" Target="/ppt/notesMasters/notesMaster1.xml" Id="R2292b626ff7e4b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768d0d186e457d" /><Relationship Type="http://schemas.openxmlformats.org/officeDocument/2006/relationships/notesMaster" Target="/ppt/notesMasters/notesMaster1.xml" Id="R9eba944be91b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dfbb6e13a84528" /><Relationship Type="http://schemas.openxmlformats.org/officeDocument/2006/relationships/notesMaster" Target="/ppt/notesMasters/notesMaster1.xml" Id="Rd7035709370b4f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31adab6fcc4b56" /><Relationship Type="http://schemas.openxmlformats.org/officeDocument/2006/relationships/notesMaster" Target="/ppt/notesMasters/notesMaster1.xml" Id="R48fde5bcb79847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9c0a2d5ff54651" /><Relationship Type="http://schemas.openxmlformats.org/officeDocument/2006/relationships/notesMaster" Target="/ppt/notesMasters/notesMaster1.xml" Id="Rb52c21f66dc64e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1fb623a3b045f2" /><Relationship Type="http://schemas.openxmlformats.org/officeDocument/2006/relationships/notesMaster" Target="/ppt/notesMasters/notesMaster1.xml" Id="R4b73f6ced5d34e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055f863f1448c8" /><Relationship Type="http://schemas.openxmlformats.org/officeDocument/2006/relationships/notesMaster" Target="/ppt/notesMasters/notesMaster1.xml" Id="R24432e5eb7a2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05c7f9ac446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44ad6c1794a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12f3e61784b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3e577bcdf42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b6126400a48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8a7200f334f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5fde343314f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ff89c152a46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feaadb94d48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6ed5f91c14f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6b18cdc9f470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9f4a0006a490f" /><Relationship Type="http://schemas.openxmlformats.org/officeDocument/2006/relationships/slideLayout" Target="/ppt/slideLayouts/slideLayout1.xml" Id="Rc86de7610640436d" /><Relationship Type="http://schemas.openxmlformats.org/officeDocument/2006/relationships/slideLayout" Target="/ppt/slideLayouts/slideLayout2.xml" Id="R390bce828feb4d70" /><Relationship Type="http://schemas.openxmlformats.org/officeDocument/2006/relationships/slideLayout" Target="/ppt/slideLayouts/slideLayout3.xml" Id="Rce3f20d82fdb4130" /><Relationship Type="http://schemas.openxmlformats.org/officeDocument/2006/relationships/slideLayout" Target="/ppt/slideLayouts/slideLayout4.xml" Id="Rd8ffec8eb9af4e7f" /><Relationship Type="http://schemas.openxmlformats.org/officeDocument/2006/relationships/slideLayout" Target="/ppt/slideLayouts/slideLayout5.xml" Id="R6fff7e3599a0430f" /><Relationship Type="http://schemas.openxmlformats.org/officeDocument/2006/relationships/slideLayout" Target="/ppt/slideLayouts/slideLayout6.xml" Id="Re3e74155cf274db4" /><Relationship Type="http://schemas.openxmlformats.org/officeDocument/2006/relationships/slideLayout" Target="/ppt/slideLayouts/slideLayout7.xml" Id="R5a0d4467b119458e" /><Relationship Type="http://schemas.openxmlformats.org/officeDocument/2006/relationships/slideLayout" Target="/ppt/slideLayouts/slideLayout8.xml" Id="Re729e086fa0849d9" /><Relationship Type="http://schemas.openxmlformats.org/officeDocument/2006/relationships/slideLayout" Target="/ppt/slideLayouts/slideLayout9.xml" Id="R4fed5ab28b224ef8" /><Relationship Type="http://schemas.openxmlformats.org/officeDocument/2006/relationships/slideLayout" Target="/ppt/slideLayouts/slideLayout10.xml" Id="Ra615959d1aa5429e" /><Relationship Type="http://schemas.openxmlformats.org/officeDocument/2006/relationships/slideLayout" Target="/ppt/slideLayouts/slideLayout11.xml" Id="R72b08947779142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6EFDB4A-8EE4-1645-ADF0-31732329A8FA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6de7610640436d"/>
    <p:sldLayoutId xmlns:r="http://schemas.openxmlformats.org/officeDocument/2006/relationships" id="2147483650" r:id="R390bce828feb4d70"/>
    <p:sldLayoutId xmlns:r="http://schemas.openxmlformats.org/officeDocument/2006/relationships" id="2147483651" r:id="Rce3f20d82fdb4130"/>
    <p:sldLayoutId xmlns:r="http://schemas.openxmlformats.org/officeDocument/2006/relationships" id="2147483652" r:id="Rd8ffec8eb9af4e7f"/>
    <p:sldLayoutId xmlns:r="http://schemas.openxmlformats.org/officeDocument/2006/relationships" id="2147483653" r:id="R6fff7e3599a0430f"/>
    <p:sldLayoutId xmlns:r="http://schemas.openxmlformats.org/officeDocument/2006/relationships" id="2147483654" r:id="Re3e74155cf274db4"/>
    <p:sldLayoutId xmlns:r="http://schemas.openxmlformats.org/officeDocument/2006/relationships" id="2147483655" r:id="R5a0d4467b119458e"/>
    <p:sldLayoutId xmlns:r="http://schemas.openxmlformats.org/officeDocument/2006/relationships" id="2147483656" r:id="Re729e086fa0849d9"/>
    <p:sldLayoutId xmlns:r="http://schemas.openxmlformats.org/officeDocument/2006/relationships" id="2147483657" r:id="R4fed5ab28b224ef8"/>
    <p:sldLayoutId xmlns:r="http://schemas.openxmlformats.org/officeDocument/2006/relationships" id="2147483658" r:id="Ra615959d1aa5429e"/>
    <p:sldLayoutId xmlns:r="http://schemas.openxmlformats.org/officeDocument/2006/relationships" id="2147483659" r:id="R72b089477791424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f913bcc9a84775" /><Relationship Type="http://schemas.openxmlformats.org/officeDocument/2006/relationships/image" Target="/ppt/media/image.png" Id="R309a292de9444e38" /><Relationship Type="http://schemas.openxmlformats.org/officeDocument/2006/relationships/image" Target="/ppt/media/image2.png" Id="R9240c2fc817d4b1a" /><Relationship Type="http://schemas.openxmlformats.org/officeDocument/2006/relationships/notesSlide" Target="/ppt/notesSlides/notesSlide1.xml" Id="R54fb52c89d5b45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5f844ae9c4eb8" /><Relationship Type="http://schemas.openxmlformats.org/officeDocument/2006/relationships/image" Target="/ppt/media/image3.png" Id="Rdc43dd7331924d5e" /><Relationship Type="http://schemas.openxmlformats.org/officeDocument/2006/relationships/image" Target="/ppt/media/image2.png" Id="R6a41b4e2cca342b3" /><Relationship Type="http://schemas.openxmlformats.org/officeDocument/2006/relationships/image" Target="/ppt/media/image4.png" Id="Ra5e8601a057345ca" /><Relationship Type="http://schemas.openxmlformats.org/officeDocument/2006/relationships/image" Target="/ppt/media/image5.png" Id="R2fc93682332d40a5" /><Relationship Type="http://schemas.openxmlformats.org/officeDocument/2006/relationships/notesSlide" Target="/ppt/notesSlides/notesSlide2.xml" Id="Ra581e18a68e546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84a81187b8441e" /><Relationship Type="http://schemas.openxmlformats.org/officeDocument/2006/relationships/image" Target="/ppt/media/image6.png" Id="R26f2417dbffa40ec" /><Relationship Type="http://schemas.openxmlformats.org/officeDocument/2006/relationships/image" Target="/ppt/media/image7.png" Id="Ra62f0afde110404f" /><Relationship Type="http://schemas.openxmlformats.org/officeDocument/2006/relationships/notesSlide" Target="/ppt/notesSlides/notesSlide3.xml" Id="R2e2bf99cb1674f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9fa72cfe14a21" /><Relationship Type="http://schemas.openxmlformats.org/officeDocument/2006/relationships/image" Target="/ppt/media/image8.png" Id="Ra0e1d5cea2fe49f8" /><Relationship Type="http://schemas.openxmlformats.org/officeDocument/2006/relationships/image" Target="/ppt/media/image7.png" Id="R3a6a06b5942c4b15" /><Relationship Type="http://schemas.openxmlformats.org/officeDocument/2006/relationships/image" Target="/ppt/media/image4.png" Id="R98be646e87544a2a" /><Relationship Type="http://schemas.openxmlformats.org/officeDocument/2006/relationships/image" Target="/ppt/media/image5.png" Id="R1c44b677536a4035" /><Relationship Type="http://schemas.openxmlformats.org/officeDocument/2006/relationships/notesSlide" Target="/ppt/notesSlides/notesSlide4.xml" Id="R0bc20814687e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7f6a0ee8a1442a" /><Relationship Type="http://schemas.openxmlformats.org/officeDocument/2006/relationships/image" Target="/ppt/media/image9.png" Id="Rf6c3fc4138494e07" /><Relationship Type="http://schemas.openxmlformats.org/officeDocument/2006/relationships/image" Target="/ppt/media/image4.png" Id="R9997ce9b54ad45e5" /><Relationship Type="http://schemas.openxmlformats.org/officeDocument/2006/relationships/image" Target="/ppt/media/image5.png" Id="Rd7eaf983a08e4dd3" /><Relationship Type="http://schemas.openxmlformats.org/officeDocument/2006/relationships/image" Target="/ppt/media/image10.png" Id="R2128b6b6126b4923" /><Relationship Type="http://schemas.openxmlformats.org/officeDocument/2006/relationships/image" Target="/ppt/media/image2.png" Id="R68323da3a3bf40d6" /><Relationship Type="http://schemas.openxmlformats.org/officeDocument/2006/relationships/notesSlide" Target="/ppt/notesSlides/notesSlide5.xml" Id="Rf3817d1695bc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fa2f18cc794523" /><Relationship Type="http://schemas.openxmlformats.org/officeDocument/2006/relationships/image" Target="/ppt/media/image11.png" Id="Rf2856f5e11734590" /><Relationship Type="http://schemas.openxmlformats.org/officeDocument/2006/relationships/image" Target="/ppt/media/image4.png" Id="R660e0311badf4e8a" /><Relationship Type="http://schemas.openxmlformats.org/officeDocument/2006/relationships/image" Target="/ppt/media/image5.png" Id="Rc61d3a44c9a64317" /><Relationship Type="http://schemas.openxmlformats.org/officeDocument/2006/relationships/image" Target="/ppt/media/image2.png" Id="R6dd4a3666f194cf8" /><Relationship Type="http://schemas.openxmlformats.org/officeDocument/2006/relationships/image" Target="/ppt/media/image12.png" Id="R1dcfedffbea246aa" /><Relationship Type="http://schemas.openxmlformats.org/officeDocument/2006/relationships/notesSlide" Target="/ppt/notesSlides/notesSlide6.xml" Id="R0b8f17533d434e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2a5f0731ef4ad4" /><Relationship Type="http://schemas.openxmlformats.org/officeDocument/2006/relationships/image" Target="/ppt/media/image13.png" Id="Rcde02b2b3e9e4aa7" /><Relationship Type="http://schemas.openxmlformats.org/officeDocument/2006/relationships/image" Target="/ppt/media/image4.png" Id="R82b7350bd7014edc" /><Relationship Type="http://schemas.openxmlformats.org/officeDocument/2006/relationships/image" Target="/ppt/media/image2.png" Id="Rba632ba8e3d6415e" /><Relationship Type="http://schemas.openxmlformats.org/officeDocument/2006/relationships/image" Target="/ppt/media/image5.png" Id="R796e880f06b94edc" /><Relationship Type="http://schemas.openxmlformats.org/officeDocument/2006/relationships/image" Target="/ppt/media/image14.png" Id="R59a1e5c13e0146ca" /><Relationship Type="http://schemas.openxmlformats.org/officeDocument/2006/relationships/image" Target="/ppt/media/image15.png" Id="Rf92d64ae20604baf" /><Relationship Type="http://schemas.openxmlformats.org/officeDocument/2006/relationships/notesSlide" Target="/ppt/notesSlides/notesSlide7.xml" Id="Rf3ba2412526345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82f2582ce74f38" /><Relationship Type="http://schemas.openxmlformats.org/officeDocument/2006/relationships/image" Target="/ppt/media/image16.png" Id="R391cc70a42f341b1" /><Relationship Type="http://schemas.openxmlformats.org/officeDocument/2006/relationships/image" Target="/ppt/media/image2.png" Id="R2242aa3cd7e34713" /><Relationship Type="http://schemas.openxmlformats.org/officeDocument/2006/relationships/image" Target="/ppt/media/image4.png" Id="Ra31bbe1ae003495c" /><Relationship Type="http://schemas.openxmlformats.org/officeDocument/2006/relationships/image" Target="/ppt/media/image5.png" Id="R34af095ea5b4441f" /><Relationship Type="http://schemas.openxmlformats.org/officeDocument/2006/relationships/image" Target="/ppt/media/image7.png" Id="R602ead3adae04fc3" /><Relationship Type="http://schemas.openxmlformats.org/officeDocument/2006/relationships/image" Target="/ppt/media/image14.png" Id="R3b1e2a2d489b493c" /><Relationship Type="http://schemas.openxmlformats.org/officeDocument/2006/relationships/notesSlide" Target="/ppt/notesSlides/notesSlide8.xml" Id="Rade909b86d9349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8FE0EF2A-E0AE-41AF-A4AE-DF91ED491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a292de9444e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DB93C1B1-E8A9-4872-B7C7-292E6581A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0c2fc817d4b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427" y="195522"/>
            <a:ext cx="3249924" cy="5554716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15FB682-5E11-4DC0-A9A6-A1C6B00E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Nora.</a:t>
            </a:r>
          </a:p>
        </p:txBody>
      </p:sp>
    </p:spTree>
    <p:extLst>
      <p:ext uri="{BB962C8B-B14F-4D97-AF65-F5344CB8AC3E}">
        <p14:creationId xmlns:p14="http://schemas.microsoft.com/office/powerpoint/2010/main" val="10129425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A049F9A-6124-4CDD-8D80-1039552D3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3dd7331924d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EA2CE128-2DA4-4220-BB65-3D9A5E210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1b4e2cca3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427" y="195522"/>
            <a:ext cx="3249924" cy="5554716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B0C25CDF-411D-463C-8AF2-3EA91E4B3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8601a057345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420864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CC497241-0EAB-403F-AF71-214D123DB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3682332d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40303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8BB061B6-F007-4D0A-A5E7-FACF95487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3682332d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394618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0173F9C-1877-4FAE-81D6-A4D471628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3682332d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394301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01CA3F0D-9750-4A86-ACD3-BCBB726260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3682332d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8732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7408F762-4052-4E57-98C2-8FCE52DFF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3682332d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40256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5CF4DEC-6D7F-44C6-904A-C22CE7B04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3682332d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83127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DD4637A-D681-430E-80CF-BA10CD52C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3682332d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853882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4CA6EEC-D5A6-43E6-B60E-7F4E5A1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21343919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0E0FF61-66C4-44AB-81F1-95C114724A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2417dbffa40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0C78B3F-8E45-42C2-BB06-00BCEFD422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f0afde110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773" y="537695"/>
            <a:ext cx="2682453" cy="519650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A380CD5-287B-4D70-96C0-F3FE02A5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Eric.</a:t>
            </a:r>
          </a:p>
        </p:txBody>
      </p:sp>
    </p:spTree>
    <p:extLst>
      <p:ext uri="{BB962C8B-B14F-4D97-AF65-F5344CB8AC3E}">
        <p14:creationId xmlns:p14="http://schemas.microsoft.com/office/powerpoint/2010/main" val="38993061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4DDE6AD-9F6E-4395-9ECC-1953DB67A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1d5cea2fe49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C310279-18BE-4223-8A3B-3BF22A0D7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a06b5942c4b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773" y="537695"/>
            <a:ext cx="2682453" cy="519650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8852C633-7A73-4AC6-95BB-265FE1D89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e646e8754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0020" y="414548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666FD3A1-FACC-48E1-879F-709598C82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4b677536a4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4029" y="39672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9557D6C5-5462-45AF-8BC1-B9D03031C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4b677536a4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6300" y="396722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459E728-0258-4D4C-8AB6-25019ABF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12088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5D2058C4-A53D-48D2-9437-B22BBE150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3fc4138494e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2B69725-CBB7-49F9-93AA-73275A5549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ce9b54ad45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F71CB27-144D-498B-B06A-8EC1FC42C9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168" y="501368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400715C-D900-40B2-B3F6-C3D87EFFB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8154" y="501368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8DFE6990-0939-4D2A-B13F-DA73B79A8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8b6b6126b4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1122744"/>
            <a:ext cx="2856405" cy="461251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014C75FA-378D-45D9-8A70-C42964EDD0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23da3a3bf40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EE3ECAE9-01B6-4CF6-A8CF-F742D21DE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ce9b54ad45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54C30ECC-6CDD-4A73-A720-5E7FAA70C0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123A847C-7736-4B40-BBD7-02FB293BD9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4403C6CE-3EE0-446A-BCE2-AA84B5B29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7ED967E7-E98A-4AFA-AB02-6D4DDE6B6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69041D2C-2193-48CF-A4B2-C186685C75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07781D8B-95CE-480F-A276-F76A61C90C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7777625C-96A3-4156-9178-2756153BB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f983a08e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50AEA02-3201-4F91-A5A4-C452D7F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is tying his shoelaces.</a:t>
            </a:r>
          </a:p>
        </p:txBody>
      </p:sp>
    </p:spTree>
    <p:extLst>
      <p:ext uri="{BB962C8B-B14F-4D97-AF65-F5344CB8AC3E}">
        <p14:creationId xmlns:p14="http://schemas.microsoft.com/office/powerpoint/2010/main" val="18098935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681EC7C1-B154-4037-86B6-C911D2D22C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56f5e117345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F1DDF43-7E51-4914-AE73-2AA404DFD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e0311badf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7AA4828-8979-4E2F-B89F-DDD75310A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168" y="501368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3CFC607-B160-4B0C-ABE4-6520042D4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8154" y="501368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878B2843-AC5C-4B2E-AB08-0BF3E4F49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4a3666f19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F23464B5-5CB5-4FA9-B47A-21BFE8D90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e0311badf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636CB330-5093-47BD-9776-36F12B863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E63CDFDB-0C19-470A-94AB-1FC4D85D1D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87731233-F49D-45F1-88C0-E3A29911C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2424159E-94FD-4251-B010-AE389B182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A807A9B4-BAE6-43F6-A32D-8CC238EE8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0A3E7FB7-085D-4595-B3F7-045411C8C4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28D2137B-60ED-4099-9724-3C7C6F754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d3a44c9a6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944CE4F-987E-4273-8A23-C0D683CC0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fedffbea246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968" y="879412"/>
            <a:ext cx="2377440" cy="3566160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2C6331F-BC32-4ED6-85CA-92FF31AA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walks away from his cookies.</a:t>
            </a:r>
          </a:p>
        </p:txBody>
      </p:sp>
    </p:spTree>
    <p:extLst>
      <p:ext uri="{BB962C8B-B14F-4D97-AF65-F5344CB8AC3E}">
        <p14:creationId xmlns:p14="http://schemas.microsoft.com/office/powerpoint/2010/main" val="33901411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4B9A3F28-A395-4DE2-97B8-401727AE2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02b2b3e9e4a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9080D183-89D5-4D9C-9531-BF3E27D32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7350bd701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E6E4A615-CBE5-4BE8-981E-511104D90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32ba8e3d6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15FB9D67-3CE5-4FCB-8D04-5F69E6B9E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7350bd701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8C52A3D0-AB50-4233-99DE-3861AEC4C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B02F77AE-A342-493F-B6A3-54321599C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3C9F7190-A11D-47D3-87EA-A9688D584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65667107-BB3B-41E0-8F31-15DEE9045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63743C3B-B1A9-4F1B-A251-1B8A8CA36D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4E8D7A17-1251-454B-9DE0-CDAEF411F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ECBBF50F-204E-4206-BDAA-163D8EEF7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3E906E97-5CFE-4816-8341-11FF552D54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1e5c13e0146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3537" y="4075142"/>
            <a:ext cx="1467516" cy="1499390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627571A5-7E7A-4BC1-A473-7E0B0AF0A2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438" y="4434639"/>
            <a:ext cx="894528" cy="450950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A01F7F68-D0C9-4EA1-A510-40A04D0E69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880f06b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5453" y="4403213"/>
            <a:ext cx="894528" cy="45095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41EA0CA-ADE2-4436-8664-EAC680931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d64ae2060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4761" y="801512"/>
            <a:ext cx="2377440" cy="3566160"/>
          </a:xfrm>
          <a:prstGeom xmlns:a="http://schemas.openxmlformats.org/drawingml/2006/main" prst="rect">
            <a:avLst/>
          </a:prstGeom>
        </p:spPr>
      </p:pic>
      <p:sp>
        <p:nvSpPr>
          <p:cNvPr id="2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0D3486B-ACA1-4C16-9415-9005916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squirrel eats 2 of Eric’s cookies!</a:t>
            </a:r>
          </a:p>
        </p:txBody>
      </p:sp>
    </p:spTree>
    <p:extLst>
      <p:ext uri="{BB962C8B-B14F-4D97-AF65-F5344CB8AC3E}">
        <p14:creationId xmlns:p14="http://schemas.microsoft.com/office/powerpoint/2010/main" val="14979823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43">
            <a:extLst xmlns:a="http://schemas.openxmlformats.org/drawingml/2006/main">
              <a:ext uri="{FF2B5EF4-FFF2-40B4-BE49-F238E27FC236}">
                <a16:creationId xmlns:a16="http://schemas.microsoft.com/office/drawing/2014/main" id="{3ECA8386-D3A9-4165-A00C-EFD07A7E9A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cc70a42f341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82F9F4D2-D893-424D-A517-775050FE7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2aa3cd7e34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660" y="340372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91842CCA-8AB0-496E-A3E0-70110EF10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bbe1ae003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5325" y="3898959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C42D7FF-2FD2-457A-9587-7547E13CB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640" y="37391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DBCE7BAB-357C-45D5-9136-76E245DA9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0054" y="365494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7BA09B0B-99ED-4971-AC6C-8FF7331994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7101" y="3651768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A17A4327-F185-440F-883B-4B357EDE14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1086" y="3582001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28712F28-052C-4B06-99A0-D7AEADE77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4637" y="3734401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2F0A7486-F30D-40B2-957F-1117B9E4E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7077" y="3540027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77D6F1BC-752C-47F9-8F26-8EE222AAA4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6656" y="3562636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3CD946B1-5592-4EA0-82B7-D6CC373727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ead3adae04f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1601" y="255815"/>
            <a:ext cx="2682453" cy="5196501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EF7536DB-CB16-438B-BFBE-C46B24A2D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bbe1ae003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6848" y="386360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1" name="Picture 40">
            <a:extLst xmlns:a="http://schemas.openxmlformats.org/drawingml/2006/main">
              <a:ext uri="{FF2B5EF4-FFF2-40B4-BE49-F238E27FC236}">
                <a16:creationId xmlns:a16="http://schemas.microsoft.com/office/drawing/2014/main" id="{2B3B9218-6E65-4E94-9461-2841D33E04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e2a2d489b49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1964" y="4044889"/>
            <a:ext cx="1467516" cy="1499390"/>
          </a:xfrm>
          <a:prstGeom xmlns:a="http://schemas.openxmlformats.org/drawingml/2006/main" prst="rect">
            <a:avLst/>
          </a:prstGeom>
        </p:spPr>
      </p:pic>
      <p:pic>
        <p:nvPicPr>
          <p:cNvPr id="42" name="Picture 41">
            <a:extLst xmlns:a="http://schemas.openxmlformats.org/drawingml/2006/main">
              <a:ext uri="{FF2B5EF4-FFF2-40B4-BE49-F238E27FC236}">
                <a16:creationId xmlns:a16="http://schemas.microsoft.com/office/drawing/2014/main" id="{5526D2C1-A567-43F1-AA1B-0F43B1B80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7865" y="4404386"/>
            <a:ext cx="894528" cy="4509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2">
            <a:extLst xmlns:a="http://schemas.openxmlformats.org/drawingml/2006/main">
              <a:ext uri="{FF2B5EF4-FFF2-40B4-BE49-F238E27FC236}">
                <a16:creationId xmlns:a16="http://schemas.microsoft.com/office/drawing/2014/main" id="{40469940-0720-429A-B432-75280C48D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095ea5b4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3880" y="4372960"/>
            <a:ext cx="894528" cy="450950"/>
          </a:xfrm>
          <a:prstGeom xmlns:a="http://schemas.openxmlformats.org/drawingml/2006/main" prst="rect">
            <a:avLst/>
          </a:prstGeom>
        </p:spPr>
      </p:pic>
      <p:sp>
        <p:nvSpPr>
          <p:cNvPr id="4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4ACA855-1E13-4EA8-A228-1CA9DCA3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still has 8 cookies. Eric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400070105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2026-10-11T18:01:50.1120000Z</dcterms:created>
  <dcterms:modified xsi:type="dcterms:W3CDTF">2026-10-11T18:01:50.1120000Z</dcterms:modified>
</coreProperties>
</file>