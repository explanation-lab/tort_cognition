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dbd623de5b44ef" /><Relationship Type="http://schemas.openxmlformats.org/officeDocument/2006/relationships/extended-properties" Target="/docProps/app.xml" Id="R8a6fb4cc93264678" /><Relationship Type="http://schemas.openxmlformats.org/officeDocument/2006/relationships/officeDocument" Target="/ppt/presentation.xml" Id="R7b9dca90fa1547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ff7dd23fbe42ca"/>
  </p:sldMasterIdLst>
  <p:notesMasterIdLst>
    <p:notesMasterId xmlns:r="http://schemas.openxmlformats.org/officeDocument/2006/relationships" r:id="R58b663caa3084f12"/>
  </p:notesMasterIdLst>
  <p:sldIdLst>
    <p:sldId xmlns:r="http://schemas.openxmlformats.org/officeDocument/2006/relationships" id="256" r:id="R53330c0968e941c2"/>
    <p:sldId xmlns:r="http://schemas.openxmlformats.org/officeDocument/2006/relationships" id="257" r:id="Rc5631498d5de4ded"/>
    <p:sldId xmlns:r="http://schemas.openxmlformats.org/officeDocument/2006/relationships" id="258" r:id="R7db1dd22fa8e4b4e"/>
    <p:sldId xmlns:r="http://schemas.openxmlformats.org/officeDocument/2006/relationships" id="259" r:id="Rf3ba68479ab74200"/>
    <p:sldId xmlns:r="http://schemas.openxmlformats.org/officeDocument/2006/relationships" id="260" r:id="R2f53355d04ba41b5"/>
    <p:sldId xmlns:r="http://schemas.openxmlformats.org/officeDocument/2006/relationships" id="261" r:id="R5eb08ab1ab634080"/>
    <p:sldId xmlns:r="http://schemas.openxmlformats.org/officeDocument/2006/relationships" id="262" r:id="R56088a079e4e428f"/>
    <p:sldId xmlns:r="http://schemas.openxmlformats.org/officeDocument/2006/relationships" id="263" r:id="R0f89590ea0a248e0"/>
    <p:sldId xmlns:r="http://schemas.openxmlformats.org/officeDocument/2006/relationships" id="264" r:id="Re4c099e7649949c7"/>
    <p:sldId xmlns:r="http://schemas.openxmlformats.org/officeDocument/2006/relationships" id="265" r:id="Rdf7f97563c984027"/>
    <p:sldId xmlns:r="http://schemas.openxmlformats.org/officeDocument/2006/relationships" id="266" r:id="R74398de12c2f40d4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e8d3d690084fd8" /><Relationship Type="http://schemas.openxmlformats.org/officeDocument/2006/relationships/slideMaster" Target="/ppt/slideMasters/slideMaster1.xml" Id="R20ff7dd23fbe42ca" /><Relationship Type="http://schemas.openxmlformats.org/officeDocument/2006/relationships/notesMaster" Target="/ppt/notesMasters/notesMaster1.xml" Id="R58b663caa3084f12" /><Relationship Type="http://schemas.openxmlformats.org/officeDocument/2006/relationships/presProps" Target="/ppt/presProps.xml" Id="R02263d88c05e4749" /><Relationship Type="http://schemas.openxmlformats.org/officeDocument/2006/relationships/viewProps" Target="/ppt/viewProps.xml" Id="Rf09469fc2aec495f" /><Relationship Type="http://schemas.openxmlformats.org/officeDocument/2006/relationships/tableStyles" Target="/ppt/tableStyles.xml" Id="Re8cf8da076fb4488" /><Relationship Type="http://schemas.openxmlformats.org/officeDocument/2006/relationships/slide" Target="/ppt/slides/slide1.xml" Id="R53330c0968e941c2" /><Relationship Type="http://schemas.openxmlformats.org/officeDocument/2006/relationships/slide" Target="/ppt/slides/slide2.xml" Id="Rc5631498d5de4ded" /><Relationship Type="http://schemas.openxmlformats.org/officeDocument/2006/relationships/slide" Target="/ppt/slides/slide3.xml" Id="R7db1dd22fa8e4b4e" /><Relationship Type="http://schemas.openxmlformats.org/officeDocument/2006/relationships/slide" Target="/ppt/slides/slide4.xml" Id="Rf3ba68479ab74200" /><Relationship Type="http://schemas.openxmlformats.org/officeDocument/2006/relationships/slide" Target="/ppt/slides/slide5.xml" Id="R2f53355d04ba41b5" /><Relationship Type="http://schemas.openxmlformats.org/officeDocument/2006/relationships/slide" Target="/ppt/slides/slide6.xml" Id="R5eb08ab1ab634080" /><Relationship Type="http://schemas.openxmlformats.org/officeDocument/2006/relationships/slide" Target="/ppt/slides/slide7.xml" Id="R56088a079e4e428f" /><Relationship Type="http://schemas.openxmlformats.org/officeDocument/2006/relationships/slide" Target="/ppt/slides/slide8.xml" Id="R0f89590ea0a248e0" /><Relationship Type="http://schemas.openxmlformats.org/officeDocument/2006/relationships/slide" Target="/ppt/slides/slide9.xml" Id="Re4c099e7649949c7" /><Relationship Type="http://schemas.openxmlformats.org/officeDocument/2006/relationships/slide" Target="/ppt/slides/slide10.xml" Id="Rdf7f97563c984027" /><Relationship Type="http://schemas.openxmlformats.org/officeDocument/2006/relationships/slide" Target="/ppt/slides/slide11.xml" Id="R74398de12c2f40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0557d66da246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af10ab99414a41" /><Relationship Type="http://schemas.openxmlformats.org/officeDocument/2006/relationships/notesMaster" Target="/ppt/notesMasters/notesMaster1.xml" Id="R8e675f8061ca44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31ae933a7543d4" /><Relationship Type="http://schemas.openxmlformats.org/officeDocument/2006/relationships/notesMaster" Target="/ppt/notesMasters/notesMaster1.xml" Id="Rcda40bd5a02d4a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fadd6d878b4b5a" /><Relationship Type="http://schemas.openxmlformats.org/officeDocument/2006/relationships/notesMaster" Target="/ppt/notesMasters/notesMaster1.xml" Id="R6f631ca6b89349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2c19c366234442" /><Relationship Type="http://schemas.openxmlformats.org/officeDocument/2006/relationships/notesMaster" Target="/ppt/notesMasters/notesMaster1.xml" Id="Rf30c1b9cd90646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1b77dc3a044f10" /><Relationship Type="http://schemas.openxmlformats.org/officeDocument/2006/relationships/notesMaster" Target="/ppt/notesMasters/notesMaster1.xml" Id="Rfa48567cf15048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c98a7915cb414f" /><Relationship Type="http://schemas.openxmlformats.org/officeDocument/2006/relationships/notesMaster" Target="/ppt/notesMasters/notesMaster1.xml" Id="R514fd27819d543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be30cc65c94b6a" /><Relationship Type="http://schemas.openxmlformats.org/officeDocument/2006/relationships/notesMaster" Target="/ppt/notesMasters/notesMaster1.xml" Id="R27965dbc12b940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98bf1921364f70" /><Relationship Type="http://schemas.openxmlformats.org/officeDocument/2006/relationships/notesMaster" Target="/ppt/notesMasters/notesMaster1.xml" Id="Rfeda6c4622b540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677160992b4a72" /><Relationship Type="http://schemas.openxmlformats.org/officeDocument/2006/relationships/notesMaster" Target="/ppt/notesMasters/notesMaster1.xml" Id="R90b4597ce7ce4b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fc8497e4414a51" /><Relationship Type="http://schemas.openxmlformats.org/officeDocument/2006/relationships/notesMaster" Target="/ppt/notesMasters/notesMaster1.xml" Id="R4b25fbd2d5f441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ee0df5cd7f48f6" /><Relationship Type="http://schemas.openxmlformats.org/officeDocument/2006/relationships/notesMaster" Target="/ppt/notesMasters/notesMaster1.xml" Id="Rba2609137edc4f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1750cb21e41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d332bc29db41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c6dd18fc340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86a9981dc40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72addd57b94b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e40268da1b46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EC273F-FEED-4B8C-BB31-35C477E001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30EDFA-2D82-4E63-AE5D-292BAE1984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C15759-43CB-492F-A13A-254D0B33BF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938DEC-D66B-4240-AD88-CCBD57AEE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CD7D2E7-8ECF-4BD4-A888-D2F1AB4C60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8B3CDD-283E-4FA5-A390-1C04045D5A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11E7A4-FBA8-49D8-9A73-6EF6F7BFC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C89F2F-0FB6-4ED0-AE9F-04500F6C0C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D14A23-BE90-4EAE-86D3-59B9059F32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E4AB62-3BEC-4AB5-A18A-2302E33CEB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27c1f4856a46b1" /><Relationship Type="http://schemas.openxmlformats.org/officeDocument/2006/relationships/slideLayout" Target="/ppt/slideLayouts/slideLayout1.xml" Id="R0b64d71801104ac1" /><Relationship Type="http://schemas.openxmlformats.org/officeDocument/2006/relationships/slideLayout" Target="/ppt/slideLayouts/slideLayout2.xml" Id="R06023ce0d3614c14" /><Relationship Type="http://schemas.openxmlformats.org/officeDocument/2006/relationships/slideLayout" Target="/ppt/slideLayouts/slideLayout3.xml" Id="R8d6c5ef4317e4017" /><Relationship Type="http://schemas.openxmlformats.org/officeDocument/2006/relationships/slideLayout" Target="/ppt/slideLayouts/slideLayout4.xml" Id="R46948c66422145fe" /><Relationship Type="http://schemas.openxmlformats.org/officeDocument/2006/relationships/slideLayout" Target="/ppt/slideLayouts/slideLayout5.xml" Id="Re4fa156547664a81" /><Relationship Type="http://schemas.openxmlformats.org/officeDocument/2006/relationships/slideLayout" Target="/ppt/slideLayouts/slideLayout6.xml" Id="Rfa5165e7a2e941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64d71801104ac1"/>
    <p:sldLayoutId xmlns:r="http://schemas.openxmlformats.org/officeDocument/2006/relationships" id="2147483650" r:id="R06023ce0d3614c14"/>
    <p:sldLayoutId xmlns:r="http://schemas.openxmlformats.org/officeDocument/2006/relationships" id="2147483651" r:id="R8d6c5ef4317e4017"/>
    <p:sldLayoutId xmlns:r="http://schemas.openxmlformats.org/officeDocument/2006/relationships" id="2147483652" r:id="R46948c66422145fe"/>
    <p:sldLayoutId xmlns:r="http://schemas.openxmlformats.org/officeDocument/2006/relationships" id="2147483653" r:id="Re4fa156547664a81"/>
    <p:sldLayoutId xmlns:r="http://schemas.openxmlformats.org/officeDocument/2006/relationships" id="2147483654" r:id="Rfa5165e7a2e941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5eab171c644a2b" /><Relationship Type="http://schemas.openxmlformats.org/officeDocument/2006/relationships/image" Target="/ppt/media/image.png" Id="R014bdd6be45c4e30" /><Relationship Type="http://schemas.openxmlformats.org/officeDocument/2006/relationships/image" Target="/ppt/media/image2.png" Id="R70cedee684644527" /><Relationship Type="http://schemas.openxmlformats.org/officeDocument/2006/relationships/notesSlide" Target="/ppt/notesSlides/notesSlide1.xml" Id="R8345ead5c6da40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79cd861f63461e" /><Relationship Type="http://schemas.openxmlformats.org/officeDocument/2006/relationships/image" Target="/ppt/media/image.png" Id="R437daa07974a45ef" /><Relationship Type="http://schemas.openxmlformats.org/officeDocument/2006/relationships/image" Target="/ppt/media/image2.png" Id="Re4c3a009a00142f8" /><Relationship Type="http://schemas.openxmlformats.org/officeDocument/2006/relationships/image" Target="/ppt/media/image3.png" Id="Re5acf4f6cc1e45f2" /><Relationship Type="http://schemas.openxmlformats.org/officeDocument/2006/relationships/image" Target="/ppt/media/image4.png" Id="Rf5e140e15daa4379" /><Relationship Type="http://schemas.openxmlformats.org/officeDocument/2006/relationships/notesSlide" Target="/ppt/notesSlides/notesSlide2.xml" Id="Rc3acef2c01954c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8e8122ac60438f" /><Relationship Type="http://schemas.openxmlformats.org/officeDocument/2006/relationships/image" Target="/ppt/media/image.png" Id="Re77937938b714aff" /><Relationship Type="http://schemas.openxmlformats.org/officeDocument/2006/relationships/image" Target="/ppt/media/image5.png" Id="R2a55a1b4c2004d15" /><Relationship Type="http://schemas.openxmlformats.org/officeDocument/2006/relationships/image" Target="/ppt/media/image2.png" Id="R2d61b94ad0b347fb" /><Relationship Type="http://schemas.openxmlformats.org/officeDocument/2006/relationships/image" Target="/ppt/media/image3.png" Id="Raf22478336df48fe" /><Relationship Type="http://schemas.openxmlformats.org/officeDocument/2006/relationships/image" Target="/ppt/media/image4.png" Id="R6c250ec83f454cf3" /><Relationship Type="http://schemas.openxmlformats.org/officeDocument/2006/relationships/notesSlide" Target="/ppt/notesSlides/notesSlide3.xml" Id="R0ca0415b40a74b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cf0582751749a5" /><Relationship Type="http://schemas.openxmlformats.org/officeDocument/2006/relationships/image" Target="/ppt/media/image.png" Id="R3332d3c66c0842e6" /><Relationship Type="http://schemas.openxmlformats.org/officeDocument/2006/relationships/image" Target="/ppt/media/image6.png" Id="Reda29922c9764baa" /><Relationship Type="http://schemas.openxmlformats.org/officeDocument/2006/relationships/image" Target="/ppt/media/image3.png" Id="R8a1d3cc8cde045dc" /><Relationship Type="http://schemas.openxmlformats.org/officeDocument/2006/relationships/image" Target="/ppt/media/image4.png" Id="Rbe9d97f1dabb4b9a" /><Relationship Type="http://schemas.openxmlformats.org/officeDocument/2006/relationships/notesSlide" Target="/ppt/notesSlides/notesSlide4.xml" Id="R787ee63712e443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103151e8a44559" /><Relationship Type="http://schemas.openxmlformats.org/officeDocument/2006/relationships/image" Target="/ppt/media/image.png" Id="R33dfaae0d4904f9a" /><Relationship Type="http://schemas.openxmlformats.org/officeDocument/2006/relationships/image" Target="/ppt/media/image6.png" Id="R28877dcd106f4bf7" /><Relationship Type="http://schemas.openxmlformats.org/officeDocument/2006/relationships/image" Target="/ppt/media/image3.png" Id="R85b1f4dbc0b242db" /><Relationship Type="http://schemas.openxmlformats.org/officeDocument/2006/relationships/image" Target="/ppt/media/image4.png" Id="Ra8d909633d99474f" /><Relationship Type="http://schemas.openxmlformats.org/officeDocument/2006/relationships/notesSlide" Target="/ppt/notesSlides/notesSlide5.xml" Id="R5e9cbf8a3a334b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8e85988fd94f2a" /><Relationship Type="http://schemas.openxmlformats.org/officeDocument/2006/relationships/image" Target="/ppt/media/image7.png" Id="R690dd4430b32458c" /><Relationship Type="http://schemas.openxmlformats.org/officeDocument/2006/relationships/image" Target="/ppt/media/image5.png" Id="Rf962f17083684dd3" /><Relationship Type="http://schemas.openxmlformats.org/officeDocument/2006/relationships/notesSlide" Target="/ppt/notesSlides/notesSlide6.xml" Id="Red533b07297e42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5c24f56234a4b" /><Relationship Type="http://schemas.openxmlformats.org/officeDocument/2006/relationships/image" Target="/ppt/media/image.png" Id="R4c710c800ef34e05" /><Relationship Type="http://schemas.openxmlformats.org/officeDocument/2006/relationships/image" Target="/ppt/media/image8.png" Id="R66deb8b602df41f9" /><Relationship Type="http://schemas.openxmlformats.org/officeDocument/2006/relationships/image" Target="/ppt/media/image6.png" Id="Re615837a5b7247ed" /><Relationship Type="http://schemas.openxmlformats.org/officeDocument/2006/relationships/image" Target="/ppt/media/image3.png" Id="Rdc80579a72364a23" /><Relationship Type="http://schemas.openxmlformats.org/officeDocument/2006/relationships/image" Target="/ppt/media/image4.png" Id="R0de8e24bf8a84e4b" /><Relationship Type="http://schemas.openxmlformats.org/officeDocument/2006/relationships/notesSlide" Target="/ppt/notesSlides/notesSlide7.xml" Id="R836ce6dd37f84d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d34c988ede4ba0" /><Relationship Type="http://schemas.openxmlformats.org/officeDocument/2006/relationships/image" Target="/ppt/media/image.png" Id="R89587200b2734407" /><Relationship Type="http://schemas.openxmlformats.org/officeDocument/2006/relationships/image" Target="/ppt/media/image8.png" Id="R87c22feb660f4e72" /><Relationship Type="http://schemas.openxmlformats.org/officeDocument/2006/relationships/image" Target="/ppt/media/image6.png" Id="R1b25b449cdb0402c" /><Relationship Type="http://schemas.openxmlformats.org/officeDocument/2006/relationships/image" Target="/ppt/media/image3.png" Id="R5331f04a37e7461e" /><Relationship Type="http://schemas.openxmlformats.org/officeDocument/2006/relationships/image" Target="/ppt/media/image4.png" Id="R6d007beab4534fa9" /><Relationship Type="http://schemas.openxmlformats.org/officeDocument/2006/relationships/notesSlide" Target="/ppt/notesSlides/notesSlide8.xml" Id="R61e9ce1120cb42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3dd22b79a34629" /><Relationship Type="http://schemas.openxmlformats.org/officeDocument/2006/relationships/image" Target="/ppt/media/image9.png" Id="R8a012ec8a28e424c" /><Relationship Type="http://schemas.openxmlformats.org/officeDocument/2006/relationships/image" Target="/ppt/media/image5.png" Id="R5ee8977f41ab4485" /><Relationship Type="http://schemas.openxmlformats.org/officeDocument/2006/relationships/image" Target="/ppt/media/image2.png" Id="R58bc4510863644d7" /><Relationship Type="http://schemas.openxmlformats.org/officeDocument/2006/relationships/image" Target="/ppt/media/image3.png" Id="R27016b80464a4917" /><Relationship Type="http://schemas.openxmlformats.org/officeDocument/2006/relationships/image" Target="/ppt/media/image4.png" Id="R510605114fc349a3" /><Relationship Type="http://schemas.openxmlformats.org/officeDocument/2006/relationships/image" Target="/ppt/media/image6.png" Id="Ra662555dca244ebb" /><Relationship Type="http://schemas.openxmlformats.org/officeDocument/2006/relationships/notesSlide" Target="/ppt/notesSlides/notesSlide9.xml" Id="R2fcfb092d3224e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9fde68eef347ad" /><Relationship Type="http://schemas.openxmlformats.org/officeDocument/2006/relationships/image" Target="/ppt/media/image9.png" Id="R86920a9b6cc24475" /><Relationship Type="http://schemas.openxmlformats.org/officeDocument/2006/relationships/image" Target="/ppt/media/image2.png" Id="R79fa71b6dbc54852" /><Relationship Type="http://schemas.openxmlformats.org/officeDocument/2006/relationships/image" Target="/ppt/media/image3.png" Id="R8425fe49dad94eca" /><Relationship Type="http://schemas.openxmlformats.org/officeDocument/2006/relationships/image" Target="/ppt/media/image4.png" Id="R26613969ce714312" /><Relationship Type="http://schemas.openxmlformats.org/officeDocument/2006/relationships/image" Target="/ppt/media/image6.png" Id="Rba2c47b096eb4fb7" /><Relationship Type="http://schemas.openxmlformats.org/officeDocument/2006/relationships/image" Target="/ppt/media/image10.png" Id="R90969e00c4d444ec" /><Relationship Type="http://schemas.openxmlformats.org/officeDocument/2006/relationships/notesSlide" Target="/ppt/notesSlides/notesSlide10.xml" Id="R1bb2ecc4001f4a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2f675125184ebb" /><Relationship Type="http://schemas.openxmlformats.org/officeDocument/2006/relationships/image" Target="/ppt/media/image9.png" Id="R2172f24c8a584e6c" /><Relationship Type="http://schemas.openxmlformats.org/officeDocument/2006/relationships/image" Target="/ppt/media/image10.png" Id="R422f7d9fd21d4768" /><Relationship Type="http://schemas.openxmlformats.org/officeDocument/2006/relationships/image" Target="/ppt/media/image2.png" Id="R8e1255c0b26b40e9" /><Relationship Type="http://schemas.openxmlformats.org/officeDocument/2006/relationships/image" Target="/ppt/media/image3.png" Id="R4859bf8cd60e4085" /><Relationship Type="http://schemas.openxmlformats.org/officeDocument/2006/relationships/image" Target="/ppt/media/image4.png" Id="R8d5fda7fb2e84e43" /><Relationship Type="http://schemas.openxmlformats.org/officeDocument/2006/relationships/image" Target="/ppt/media/image6.png" Id="R026da957efbf49d7" /><Relationship Type="http://schemas.openxmlformats.org/officeDocument/2006/relationships/notesSlide" Target="/ppt/notesSlides/notesSlide11.xml" Id="R5eec7ceca0ad4d3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48E14F17-D964-41D9-89E0-BB700AE585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bdd6be45c4e3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9D9649A1-07EC-4D7C-A62F-4A62EBF29B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edee684644527"/>
          <a:stretch xmlns:a="http://schemas.openxmlformats.org/drawingml/2006/main"/>
        </p:blipFill>
        <p:spPr>
          <a:xfrm xmlns:a="http://schemas.openxmlformats.org/drawingml/2006/main">
            <a:off x="5321440" y="1280583"/>
            <a:ext cx="2667000" cy="3654778"/>
          </a:xfrm>
          <a:prstGeom xmlns:a="http://schemas.openxmlformats.org/drawingml/2006/main" prst="rect">
            <a:avLst/>
          </a:prstGeom>
        </p:spPr>
      </p:pic>
      <p:sp>
        <p:nvSpPr>
          <p:cNvPr id="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B19F5F0D-E264-4260-9EA6-C1A5E569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Sam.</a:t>
            </a:r>
          </a:p>
        </p:txBody>
      </p:sp>
    </p:spTree>
    <p:extLst>
      <p:ext uri="{BB962C8B-B14F-4D97-AF65-F5344CB8AC3E}">
        <p14:creationId xmlns:p14="http://schemas.microsoft.com/office/powerpoint/2010/main" val="17578349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2F1FF5ED-943E-4A42-8F46-FE3D3C0FFF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daa07974a45e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3C0C3BFD-3FCB-44F5-BE1C-E082B66B41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3a009a00142f8"/>
          <a:stretch xmlns:a="http://schemas.openxmlformats.org/drawingml/2006/main"/>
        </p:blipFill>
        <p:spPr>
          <a:xfrm xmlns:a="http://schemas.openxmlformats.org/drawingml/2006/main">
            <a:off x="5321440" y="1280583"/>
            <a:ext cx="2667000" cy="365477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96DCA627-2643-4A62-9874-9775D066F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cf4f6cc1e45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1044" y="372417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05D0658F-EA06-436A-AE9C-70B356BCBB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140e15daa43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5053" y="354590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E093E8FB-F275-4E4D-99E1-AC3FD2641C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140e15daa43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3467" y="346171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7E01700B-ED2F-4AC2-BDD1-1D719F229F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140e15daa43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514" y="345854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FECA65B3-1965-45FB-9F39-67F0797A88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140e15daa43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4499" y="338877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B9AFBA4C-1117-4034-BC9C-7CF996B8C9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140e15daa43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8050" y="354117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09F3069C-A8A5-4327-BD1F-821B65AEE3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140e15daa43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490" y="334680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147C5453-EC66-4198-82EB-9E2C039BBB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140e15daa43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0069" y="336941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C711DB29-4EB8-4167-AF3F-5ECA634E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13431240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587CED6F-0F0A-4537-9D63-00D36AF28B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937938b714af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0E10D9F7-5286-41D5-8325-3A0FC57B12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5a1b4c2004d15"/>
          <a:stretch xmlns:a="http://schemas.openxmlformats.org/drawingml/2006/main"/>
        </p:blipFill>
        <p:spPr>
          <a:xfrm xmlns:a="http://schemas.openxmlformats.org/drawingml/2006/main">
            <a:off x="2984132" y="2894426"/>
            <a:ext cx="3026397" cy="219075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66AB222A-F273-4AEE-BD81-DC53969C7B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1b94ad0b347fb"/>
          <a:stretch xmlns:a="http://schemas.openxmlformats.org/drawingml/2006/main"/>
        </p:blipFill>
        <p:spPr>
          <a:xfrm xmlns:a="http://schemas.openxmlformats.org/drawingml/2006/main">
            <a:off x="5321440" y="1280583"/>
            <a:ext cx="2667000" cy="3654778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E9644401-5111-4E7E-A2E4-0247E246BA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2478336df48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1044" y="372417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08590C90-65C9-4FF7-B964-444F9985EA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50ec83f454c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5053" y="354590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A591B933-AAFE-42C6-B14F-8E3C50BF97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50ec83f454c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3467" y="346171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5D9AEFDE-1F74-49A3-842E-CAF5AD8539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50ec83f454c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514" y="345854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4A01653C-0A3F-4059-BE94-EA18961492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50ec83f454c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4499" y="338877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FEFD4F04-B26B-4D7A-B930-E78B5F7063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50ec83f454c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8050" y="354117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9A32813F-D693-44ED-BA0D-A5DE5AE68D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50ec83f454c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490" y="334680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5CCE20B4-C8E4-4453-93E9-6AD45022CB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50ec83f454c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0069" y="336941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CB6997A-5E8E-4BA5-849C-A7C8CF19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 has an alligator.</a:t>
            </a:r>
          </a:p>
        </p:txBody>
      </p:sp>
    </p:spTree>
    <p:extLst>
      <p:ext uri="{BB962C8B-B14F-4D97-AF65-F5344CB8AC3E}">
        <p14:creationId xmlns:p14="http://schemas.microsoft.com/office/powerpoint/2010/main" val="12707952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90B54644-F811-4A78-A05C-45600541A4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2d3c66c0842e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B020E4FF-A7CD-4DA9-8F37-F779E5AD66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29922c9764baa"/>
          <a:stretch xmlns:a="http://schemas.openxmlformats.org/drawingml/2006/main"/>
        </p:blipFill>
        <p:spPr>
          <a:xfrm xmlns:a="http://schemas.openxmlformats.org/drawingml/2006/main">
            <a:off x="4770120" y="1315861"/>
            <a:ext cx="2667000" cy="3654778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287102DA-5B74-46FE-8509-7C62F592AC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d3cc8cde045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1035" y="374031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199C0905-40FD-4A91-A410-68AF9FA4EA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d97f1dabb4b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65044" y="350742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27D34589-0D9C-4E01-93DC-C6069AD3E5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d97f1dabb4b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0869" y="3515998"/>
            <a:ext cx="1309107" cy="659948"/>
          </a:xfrm>
          <a:prstGeom xmlns:a="http://schemas.openxmlformats.org/drawingml/2006/main" prst="rect">
            <a:avLst/>
          </a:prstGeom>
        </p:spPr>
      </p:pic>
      <p:sp>
        <p:nvSpPr>
          <p:cNvPr id="9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4F663FC0-461A-4B5F-8B88-39174046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Ella.</a:t>
            </a:r>
          </a:p>
        </p:txBody>
      </p:sp>
    </p:spTree>
    <p:extLst>
      <p:ext uri="{BB962C8B-B14F-4D97-AF65-F5344CB8AC3E}">
        <p14:creationId xmlns:p14="http://schemas.microsoft.com/office/powerpoint/2010/main" val="7809606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78F15D51-FBC3-43B7-A1B7-D8B3BA148D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faae0d4904f9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27B3F229-ED21-4AFF-AEF4-25AD65B153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77dcd106f4bf7"/>
          <a:stretch xmlns:a="http://schemas.openxmlformats.org/drawingml/2006/main"/>
        </p:blipFill>
        <p:spPr>
          <a:xfrm xmlns:a="http://schemas.openxmlformats.org/drawingml/2006/main">
            <a:off x="4770120" y="1315861"/>
            <a:ext cx="2667000" cy="3654778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4947E915-4093-4D91-BC23-1BD005E7A5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1f4dbc0b242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1035" y="374031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44734C58-3A62-416C-B5D9-542C1B24C4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909633d9947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65044" y="350742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DD0AF830-2149-418C-B99C-BEC542884A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909633d9947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0869" y="3515998"/>
            <a:ext cx="1309107" cy="659948"/>
          </a:xfrm>
          <a:prstGeom xmlns:a="http://schemas.openxmlformats.org/drawingml/2006/main" prst="rect">
            <a:avLst/>
          </a:prstGeom>
        </p:spPr>
      </p:pic>
      <p:sp>
        <p:nvSpPr>
          <p:cNvPr id="1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51DCDC4A-4F5D-47EC-AD90-DB94EE44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Ella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44790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67AAFA7-6430-49D1-B92F-B1A3B2FAE6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dd4430b32458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E96CE04A-A8F5-4A6D-9945-A526662A96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2f17083684dd3"/>
          <a:stretch xmlns:a="http://schemas.openxmlformats.org/drawingml/2006/main"/>
        </p:blipFill>
        <p:spPr>
          <a:xfrm xmlns:a="http://schemas.openxmlformats.org/drawingml/2006/main">
            <a:off x="4253845" y="2809875"/>
            <a:ext cx="3684309" cy="2667000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C1D98D44-34EA-4618-A384-20AD4246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 puts his alligator inside the house.</a:t>
            </a:r>
          </a:p>
        </p:txBody>
      </p:sp>
    </p:spTree>
    <p:extLst>
      <p:ext uri="{BB962C8B-B14F-4D97-AF65-F5344CB8AC3E}">
        <p14:creationId xmlns:p14="http://schemas.microsoft.com/office/powerpoint/2010/main" val="8289550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5BAFAA76-CDB1-4281-B241-EBE63045CB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10c800ef34e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AFB41BC0-20EB-4434-B384-605C14865D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eb8b602df41f9"/>
          <a:stretch xmlns:a="http://schemas.openxmlformats.org/drawingml/2006/main"/>
        </p:blipFill>
        <p:spPr>
          <a:xfrm xmlns:a="http://schemas.openxmlformats.org/drawingml/2006/main">
            <a:off x="2529841" y="2271686"/>
            <a:ext cx="1334230" cy="1828800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9BE7DCED-649F-49B0-86F5-003D5BBDCC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5837a5b7247ed"/>
          <a:stretch xmlns:a="http://schemas.openxmlformats.org/drawingml/2006/main"/>
        </p:blipFill>
        <p:spPr>
          <a:xfrm xmlns:a="http://schemas.openxmlformats.org/drawingml/2006/main">
            <a:off x="7936230" y="1315861"/>
            <a:ext cx="2667000" cy="3654778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7F306011-2BD2-4B70-AA00-469A70C5D0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0579a72364a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7145" y="374031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0516B703-EF57-474F-B77B-60452F32D5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8e24bf8a84e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1154" y="350742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DD1D81D9-1569-41E0-A32E-F23AB34177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8e24bf8a84e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6979" y="3515998"/>
            <a:ext cx="1309107" cy="659948"/>
          </a:xfrm>
          <a:prstGeom xmlns:a="http://schemas.openxmlformats.org/drawingml/2006/main" prst="rect">
            <a:avLst/>
          </a:prstGeom>
        </p:spPr>
      </p:pic>
      <p:sp>
        <p:nvSpPr>
          <p:cNvPr id="13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5724EF8-16FA-4356-87DB-52409D97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 locks the door and checks the lock.</a:t>
            </a:r>
          </a:p>
        </p:txBody>
      </p:sp>
    </p:spTree>
    <p:extLst>
      <p:ext uri="{BB962C8B-B14F-4D97-AF65-F5344CB8AC3E}">
        <p14:creationId xmlns:p14="http://schemas.microsoft.com/office/powerpoint/2010/main" val="7299561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E8D314AB-BBA0-44C3-9C19-107E0A67B0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87200b273440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A4641050-3E7F-4F42-BA29-5650EDECB8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22feb660f4e72"/>
          <a:stretch xmlns:a="http://schemas.openxmlformats.org/drawingml/2006/main"/>
        </p:blipFill>
        <p:spPr>
          <a:xfrm xmlns:a="http://schemas.openxmlformats.org/drawingml/2006/main">
            <a:off x="2529841" y="2271686"/>
            <a:ext cx="1334230" cy="1828800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2892EA61-3141-4A87-9BCF-6E095A6E0A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5b449cdb0402c"/>
          <a:stretch xmlns:a="http://schemas.openxmlformats.org/drawingml/2006/main"/>
        </p:blipFill>
        <p:spPr>
          <a:xfrm xmlns:a="http://schemas.openxmlformats.org/drawingml/2006/main">
            <a:off x="9266086" y="1596390"/>
            <a:ext cx="1868342" cy="2560320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7F893CB3-F929-40C2-B3E0-6C3333F6A3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1f04a37e746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7145" y="481473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75CE3216-5C97-403E-BE7E-637FBFC150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07beab4534f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1154" y="458184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FCD268FE-93CE-4C17-97B3-429473206A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07beab4534f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6979" y="4590418"/>
            <a:ext cx="1309107" cy="659948"/>
          </a:xfrm>
          <a:prstGeom xmlns:a="http://schemas.openxmlformats.org/drawingml/2006/main" prst="rect">
            <a:avLst/>
          </a:prstGeom>
        </p:spPr>
      </p:pic>
      <p:sp>
        <p:nvSpPr>
          <p:cNvPr id="13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B2FAEC2-5983-49C3-A013-BAC40DE6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Ella puts her cookies on the ground and walks away.</a:t>
            </a:r>
          </a:p>
        </p:txBody>
      </p:sp>
    </p:spTree>
    <p:extLst>
      <p:ext uri="{BB962C8B-B14F-4D97-AF65-F5344CB8AC3E}">
        <p14:creationId xmlns:p14="http://schemas.microsoft.com/office/powerpoint/2010/main" val="24866949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1074D95C-52F6-4DB7-83EF-4757903A42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12ec8a28e424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E77C7582-E44C-4E99-8DBF-A820A0BA21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8977f41ab4485"/>
          <a:stretch xmlns:a="http://schemas.openxmlformats.org/drawingml/2006/main"/>
        </p:blipFill>
        <p:spPr>
          <a:xfrm xmlns:a="http://schemas.openxmlformats.org/drawingml/2006/main">
            <a:off x="5233235" y="3250165"/>
            <a:ext cx="2894814" cy="2095500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E906DEE0-2D4B-474A-AB80-922E84E713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c4510863644d7"/>
          <a:stretch xmlns:a="http://schemas.openxmlformats.org/drawingml/2006/main"/>
        </p:blipFill>
        <p:spPr>
          <a:xfrm xmlns:a="http://schemas.openxmlformats.org/drawingml/2006/main">
            <a:off x="3058300" y="1280583"/>
            <a:ext cx="2667000" cy="3654778"/>
          </a:xfrm>
          <a:prstGeom xmlns:a="http://schemas.openxmlformats.org/drawingml/2006/main" prst="rect">
            <a:avLst/>
          </a:prstGeom>
        </p:spPr>
      </p:pic>
      <p:pic>
        <p:nvPicPr>
          <p:cNvPr id="27" name="Picture 26">
            <a:extLst xmlns:a="http://schemas.openxmlformats.org/drawingml/2006/main">
              <a:ext uri="{FF2B5EF4-FFF2-40B4-BE49-F238E27FC236}">
                <a16:creationId xmlns:a16="http://schemas.microsoft.com/office/drawing/2014/main" id="{0B46C154-8685-4C86-9441-2AE03CFF1A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16b80464a49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7904" y="372417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8" name="Picture 27">
            <a:extLst xmlns:a="http://schemas.openxmlformats.org/drawingml/2006/main">
              <a:ext uri="{FF2B5EF4-FFF2-40B4-BE49-F238E27FC236}">
                <a16:creationId xmlns:a16="http://schemas.microsoft.com/office/drawing/2014/main" id="{EF3D8867-9F30-4B1E-B172-9A6A921E4E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605114fc349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1913" y="354590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9" name="Picture 28">
            <a:extLst xmlns:a="http://schemas.openxmlformats.org/drawingml/2006/main">
              <a:ext uri="{FF2B5EF4-FFF2-40B4-BE49-F238E27FC236}">
                <a16:creationId xmlns:a16="http://schemas.microsoft.com/office/drawing/2014/main" id="{E76D2E06-D278-4BB0-B725-3E39C41099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605114fc349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0327" y="346171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0" name="Picture 29">
            <a:extLst xmlns:a="http://schemas.openxmlformats.org/drawingml/2006/main">
              <a:ext uri="{FF2B5EF4-FFF2-40B4-BE49-F238E27FC236}">
                <a16:creationId xmlns:a16="http://schemas.microsoft.com/office/drawing/2014/main" id="{A5957F25-A9EF-408D-BE2E-D34C0A9EED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605114fc349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74" y="345854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1" name="Picture 30">
            <a:extLst xmlns:a="http://schemas.openxmlformats.org/drawingml/2006/main">
              <a:ext uri="{FF2B5EF4-FFF2-40B4-BE49-F238E27FC236}">
                <a16:creationId xmlns:a16="http://schemas.microsoft.com/office/drawing/2014/main" id="{9FE4F419-44D9-454D-9C38-FCBE0CB900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605114fc349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1359" y="338877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2" name="Picture 31">
            <a:extLst xmlns:a="http://schemas.openxmlformats.org/drawingml/2006/main">
              <a:ext uri="{FF2B5EF4-FFF2-40B4-BE49-F238E27FC236}">
                <a16:creationId xmlns:a16="http://schemas.microsoft.com/office/drawing/2014/main" id="{E95DC730-CF51-4D79-9A20-9B8158FB33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605114fc349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4910" y="354117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3" name="Picture 32">
            <a:extLst xmlns:a="http://schemas.openxmlformats.org/drawingml/2006/main">
              <a:ext uri="{FF2B5EF4-FFF2-40B4-BE49-F238E27FC236}">
                <a16:creationId xmlns:a16="http://schemas.microsoft.com/office/drawing/2014/main" id="{A22C4F5B-1242-4622-97D6-D6421D6F84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605114fc349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50" y="334680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4" name="Picture 33">
            <a:extLst xmlns:a="http://schemas.openxmlformats.org/drawingml/2006/main">
              <a:ext uri="{FF2B5EF4-FFF2-40B4-BE49-F238E27FC236}">
                <a16:creationId xmlns:a16="http://schemas.microsoft.com/office/drawing/2014/main" id="{C21090E4-C907-4F3A-88B6-F38C5CC630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605114fc349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29" y="3369410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20B7827D-BD07-487C-87B9-6482D21959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2555dca244ebb"/>
          <a:stretch xmlns:a="http://schemas.openxmlformats.org/drawingml/2006/main"/>
        </p:blipFill>
        <p:spPr>
          <a:xfrm xmlns:a="http://schemas.openxmlformats.org/drawingml/2006/main">
            <a:off x="9266086" y="1596390"/>
            <a:ext cx="1868342" cy="256032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76637143-412D-4BCB-BF4B-460FDFE38D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16b80464a49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7145" y="481473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46E420D-5D12-490D-AD7D-0093C87AE1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605114fc349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1154" y="458184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A1BED66D-E9B5-4AD7-A4D6-04214301C2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605114fc349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6979" y="4590418"/>
            <a:ext cx="1309107" cy="659948"/>
          </a:xfrm>
          <a:prstGeom xmlns:a="http://schemas.openxmlformats.org/drawingml/2006/main" prst="rect">
            <a:avLst/>
          </a:prstGeom>
        </p:spPr>
      </p:pic>
      <p:sp>
        <p:nvSpPr>
          <p:cNvPr id="3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AFCCA35D-9065-4FF8-926F-AB06827F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The alligator breaks out of the house!</a:t>
            </a:r>
          </a:p>
        </p:txBody>
      </p:sp>
    </p:spTree>
    <p:extLst>
      <p:ext uri="{BB962C8B-B14F-4D97-AF65-F5344CB8AC3E}">
        <p14:creationId xmlns:p14="http://schemas.microsoft.com/office/powerpoint/2010/main" val="17014753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36442C75-55CE-4899-82BF-5D5C3118B5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20a9b6cc2447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F055F92B-E610-4509-B170-9DDA39CA0D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a71b6dbc54852"/>
          <a:stretch xmlns:a="http://schemas.openxmlformats.org/drawingml/2006/main"/>
        </p:blipFill>
        <p:spPr>
          <a:xfrm xmlns:a="http://schemas.openxmlformats.org/drawingml/2006/main">
            <a:off x="3058300" y="1280583"/>
            <a:ext cx="2667000" cy="3654778"/>
          </a:xfrm>
          <a:prstGeom xmlns:a="http://schemas.openxmlformats.org/drawingml/2006/main" prst="rect">
            <a:avLst/>
          </a:prstGeom>
        </p:spPr>
      </p:pic>
      <p:pic>
        <p:nvPicPr>
          <p:cNvPr id="25" name="Picture 24">
            <a:extLst xmlns:a="http://schemas.openxmlformats.org/drawingml/2006/main">
              <a:ext uri="{FF2B5EF4-FFF2-40B4-BE49-F238E27FC236}">
                <a16:creationId xmlns:a16="http://schemas.microsoft.com/office/drawing/2014/main" id="{BF13DB76-D410-4148-8AE8-416846546C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5fe49dad94e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7904" y="372417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EB711A0F-21D2-43BF-A568-1318A0B64D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13969ce7143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1913" y="354590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" name="Picture 26">
            <a:extLst xmlns:a="http://schemas.openxmlformats.org/drawingml/2006/main">
              <a:ext uri="{FF2B5EF4-FFF2-40B4-BE49-F238E27FC236}">
                <a16:creationId xmlns:a16="http://schemas.microsoft.com/office/drawing/2014/main" id="{2ED925C8-AA63-48C7-A480-DFDCF3A079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13969ce7143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0327" y="346171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8" name="Picture 27">
            <a:extLst xmlns:a="http://schemas.openxmlformats.org/drawingml/2006/main">
              <a:ext uri="{FF2B5EF4-FFF2-40B4-BE49-F238E27FC236}">
                <a16:creationId xmlns:a16="http://schemas.microsoft.com/office/drawing/2014/main" id="{152B5812-DABF-4B12-B777-8B68D581AC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13969ce7143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74" y="345854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9" name="Picture 28">
            <a:extLst xmlns:a="http://schemas.openxmlformats.org/drawingml/2006/main">
              <a:ext uri="{FF2B5EF4-FFF2-40B4-BE49-F238E27FC236}">
                <a16:creationId xmlns:a16="http://schemas.microsoft.com/office/drawing/2014/main" id="{11DD6677-C2F3-455A-8E7C-EDD648BB7D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13969ce7143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1359" y="338877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0" name="Picture 29">
            <a:extLst xmlns:a="http://schemas.openxmlformats.org/drawingml/2006/main">
              <a:ext uri="{FF2B5EF4-FFF2-40B4-BE49-F238E27FC236}">
                <a16:creationId xmlns:a16="http://schemas.microsoft.com/office/drawing/2014/main" id="{B3B7DB8C-1A54-40BB-89BC-A1E25418FE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13969ce7143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4910" y="354117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1" name="Picture 30">
            <a:extLst xmlns:a="http://schemas.openxmlformats.org/drawingml/2006/main">
              <a:ext uri="{FF2B5EF4-FFF2-40B4-BE49-F238E27FC236}">
                <a16:creationId xmlns:a16="http://schemas.microsoft.com/office/drawing/2014/main" id="{09764CB2-A69A-4818-9076-B601AD33C4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13969ce7143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50" y="334680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2" name="Picture 31">
            <a:extLst xmlns:a="http://schemas.openxmlformats.org/drawingml/2006/main">
              <a:ext uri="{FF2B5EF4-FFF2-40B4-BE49-F238E27FC236}">
                <a16:creationId xmlns:a16="http://schemas.microsoft.com/office/drawing/2014/main" id="{C37A0BBF-F370-4B62-BA5C-68D6F43A97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13969ce7143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29" y="3369410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A9D64444-B96C-4BE9-971F-1E14D25BCD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c47b096eb4fb7"/>
          <a:stretch xmlns:a="http://schemas.openxmlformats.org/drawingml/2006/main"/>
        </p:blipFill>
        <p:spPr>
          <a:xfrm xmlns:a="http://schemas.openxmlformats.org/drawingml/2006/main">
            <a:off x="9266086" y="1596390"/>
            <a:ext cx="1868342" cy="256032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0CF23CC5-0AC4-4C37-8DAB-ED61C58EE3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5fe49dad94e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7145" y="481473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A366FD3F-7D76-449F-AA29-EB0A5ACBF5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69e00c4d444ec"/>
          <a:stretch xmlns:a="http://schemas.openxmlformats.org/drawingml/2006/main"/>
        </p:blipFill>
        <p:spPr>
          <a:xfrm xmlns:a="http://schemas.openxmlformats.org/drawingml/2006/main">
            <a:off x="5894463" y="3238500"/>
            <a:ext cx="2894814" cy="2095500"/>
          </a:xfrm>
          <a:prstGeom xmlns:a="http://schemas.openxmlformats.org/drawingml/2006/main" prst="rect">
            <a:avLst/>
          </a:prstGeom>
        </p:spPr>
      </p:pic>
      <p:sp>
        <p:nvSpPr>
          <p:cNvPr id="33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E78A9920-9176-4E20-9DA9-52FE484E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alligator eats 2 of Ella’s cookies!</a:t>
            </a:r>
          </a:p>
        </p:txBody>
      </p:sp>
    </p:spTree>
    <p:extLst>
      <p:ext uri="{BB962C8B-B14F-4D97-AF65-F5344CB8AC3E}">
        <p14:creationId xmlns:p14="http://schemas.microsoft.com/office/powerpoint/2010/main" val="16553703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74DC500B-9081-4F41-B9AA-7C477A1C6E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2f24c8a584e6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3AF84AA9-3DC4-4DE4-9AB0-2EE5255171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f7d9fd21d4768"/>
          <a:stretch xmlns:a="http://schemas.openxmlformats.org/drawingml/2006/main"/>
        </p:blipFill>
        <p:spPr>
          <a:xfrm xmlns:a="http://schemas.openxmlformats.org/drawingml/2006/main">
            <a:off x="5894463" y="3238500"/>
            <a:ext cx="2894814" cy="2095500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6C716A65-D3F6-41D7-B8C5-5988F2FDCE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255c0b26b40e9"/>
          <a:stretch xmlns:a="http://schemas.openxmlformats.org/drawingml/2006/main"/>
        </p:blipFill>
        <p:spPr>
          <a:xfrm xmlns:a="http://schemas.openxmlformats.org/drawingml/2006/main">
            <a:off x="3058300" y="1280583"/>
            <a:ext cx="2667000" cy="3654778"/>
          </a:xfrm>
          <a:prstGeom xmlns:a="http://schemas.openxmlformats.org/drawingml/2006/main" prst="rect">
            <a:avLst/>
          </a:prstGeom>
        </p:spPr>
      </p:pic>
      <p:pic>
        <p:nvPicPr>
          <p:cNvPr id="25" name="Picture 24">
            <a:extLst xmlns:a="http://schemas.openxmlformats.org/drawingml/2006/main">
              <a:ext uri="{FF2B5EF4-FFF2-40B4-BE49-F238E27FC236}">
                <a16:creationId xmlns:a16="http://schemas.microsoft.com/office/drawing/2014/main" id="{11DC3A6F-B981-4479-9479-F729AE9C07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9bf8cd60e40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7904" y="372417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4B7723DF-D081-431F-B900-726E40B2BA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fda7fb2e8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1913" y="354590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" name="Picture 26">
            <a:extLst xmlns:a="http://schemas.openxmlformats.org/drawingml/2006/main">
              <a:ext uri="{FF2B5EF4-FFF2-40B4-BE49-F238E27FC236}">
                <a16:creationId xmlns:a16="http://schemas.microsoft.com/office/drawing/2014/main" id="{238DFF2A-0CB2-46F7-A1F3-A4D8046192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fda7fb2e8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0327" y="346171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8" name="Picture 27">
            <a:extLst xmlns:a="http://schemas.openxmlformats.org/drawingml/2006/main">
              <a:ext uri="{FF2B5EF4-FFF2-40B4-BE49-F238E27FC236}">
                <a16:creationId xmlns:a16="http://schemas.microsoft.com/office/drawing/2014/main" id="{3CF4C0F0-306D-43F7-8DB8-126C4BFFFE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fda7fb2e8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74" y="345854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9" name="Picture 28">
            <a:extLst xmlns:a="http://schemas.openxmlformats.org/drawingml/2006/main">
              <a:ext uri="{FF2B5EF4-FFF2-40B4-BE49-F238E27FC236}">
                <a16:creationId xmlns:a16="http://schemas.microsoft.com/office/drawing/2014/main" id="{8C933220-0B80-4ED7-A836-5DBCB00194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fda7fb2e8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1359" y="338877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0" name="Picture 29">
            <a:extLst xmlns:a="http://schemas.openxmlformats.org/drawingml/2006/main">
              <a:ext uri="{FF2B5EF4-FFF2-40B4-BE49-F238E27FC236}">
                <a16:creationId xmlns:a16="http://schemas.microsoft.com/office/drawing/2014/main" id="{BA4B5A68-0F98-4604-8775-4C2B74C25B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fda7fb2e8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4910" y="354117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1" name="Picture 30">
            <a:extLst xmlns:a="http://schemas.openxmlformats.org/drawingml/2006/main">
              <a:ext uri="{FF2B5EF4-FFF2-40B4-BE49-F238E27FC236}">
                <a16:creationId xmlns:a16="http://schemas.microsoft.com/office/drawing/2014/main" id="{12AA31C9-456D-4729-BDA2-6FA11A09A4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fda7fb2e8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50" y="334680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2" name="Picture 31">
            <a:extLst xmlns:a="http://schemas.openxmlformats.org/drawingml/2006/main">
              <a:ext uri="{FF2B5EF4-FFF2-40B4-BE49-F238E27FC236}">
                <a16:creationId xmlns:a16="http://schemas.microsoft.com/office/drawing/2014/main" id="{6B3CA31A-9FED-4BAC-82CB-B86BDDA036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fda7fb2e8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29" y="3369410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3" name="Picture 32">
            <a:extLst xmlns:a="http://schemas.openxmlformats.org/drawingml/2006/main">
              <a:ext uri="{FF2B5EF4-FFF2-40B4-BE49-F238E27FC236}">
                <a16:creationId xmlns:a16="http://schemas.microsoft.com/office/drawing/2014/main" id="{BE3FD580-610E-4676-8507-1B662A0DDA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da957efbf49d7"/>
          <a:stretch xmlns:a="http://schemas.openxmlformats.org/drawingml/2006/main"/>
        </p:blipFill>
        <p:spPr>
          <a:xfrm xmlns:a="http://schemas.openxmlformats.org/drawingml/2006/main">
            <a:off x="7936230" y="1315861"/>
            <a:ext cx="2667000" cy="3654778"/>
          </a:xfrm>
          <a:prstGeom xmlns:a="http://schemas.openxmlformats.org/drawingml/2006/main" prst="rect">
            <a:avLst/>
          </a:prstGeom>
        </p:spPr>
      </p:pic>
      <p:pic>
        <p:nvPicPr>
          <p:cNvPr id="34" name="Picture 33">
            <a:extLst xmlns:a="http://schemas.openxmlformats.org/drawingml/2006/main">
              <a:ext uri="{FF2B5EF4-FFF2-40B4-BE49-F238E27FC236}">
                <a16:creationId xmlns:a16="http://schemas.microsoft.com/office/drawing/2014/main" id="{33B93ECF-DFDE-4F1B-93AC-0A242100AE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9bf8cd60e40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7145" y="3740311"/>
            <a:ext cx="1276132" cy="396112"/>
          </a:xfrm>
          <a:prstGeom xmlns:a="http://schemas.openxmlformats.org/drawingml/2006/main" prst="rect">
            <a:avLst/>
          </a:prstGeom>
        </p:spPr>
      </p:pic>
      <p:sp>
        <p:nvSpPr>
          <p:cNvPr id="3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5DD083A4-503F-4CB5-B84D-EA9E0221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 still has 8 cookies. Ella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3863217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2026-10-11T18:01:33.1960000Z</dcterms:created>
  <dcterms:modified xsi:type="dcterms:W3CDTF">2026-10-11T18:01:33.1960000Z</dcterms:modified>
</coreProperties>
</file>