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b07c3a79d416c" /><Relationship Type="http://schemas.openxmlformats.org/officeDocument/2006/relationships/extended-properties" Target="/docProps/app.xml" Id="Rfe0ab4807f304a76" /><Relationship Type="http://schemas.openxmlformats.org/officeDocument/2006/relationships/officeDocument" Target="/ppt/presentation.xml" Id="R21af5235ce74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abeb440dd42af"/>
  </p:sldMasterIdLst>
  <p:notesMasterIdLst>
    <p:notesMasterId xmlns:r="http://schemas.openxmlformats.org/officeDocument/2006/relationships" r:id="Ra3f6fbe623224ed2"/>
  </p:notesMasterIdLst>
  <p:sldIdLst>
    <p:sldId xmlns:r="http://schemas.openxmlformats.org/officeDocument/2006/relationships" id="256" r:id="R2996ca4e11fd4f6a"/>
    <p:sldId xmlns:r="http://schemas.openxmlformats.org/officeDocument/2006/relationships" id="257" r:id="R0aba0d035d444b48"/>
    <p:sldId xmlns:r="http://schemas.openxmlformats.org/officeDocument/2006/relationships" id="258" r:id="Rfa43ac5575fd4c70"/>
    <p:sldId xmlns:r="http://schemas.openxmlformats.org/officeDocument/2006/relationships" id="259" r:id="Rbf2a0890c0c5484b"/>
    <p:sldId xmlns:r="http://schemas.openxmlformats.org/officeDocument/2006/relationships" id="260" r:id="Rade855a9e6a84307"/>
    <p:sldId xmlns:r="http://schemas.openxmlformats.org/officeDocument/2006/relationships" id="261" r:id="Rb0dc26a8c2354852"/>
    <p:sldId xmlns:r="http://schemas.openxmlformats.org/officeDocument/2006/relationships" id="262" r:id="R33cec7b3d5b34727"/>
    <p:sldId xmlns:r="http://schemas.openxmlformats.org/officeDocument/2006/relationships" id="263" r:id="R9f78cc8e494e4d2e"/>
    <p:sldId xmlns:r="http://schemas.openxmlformats.org/officeDocument/2006/relationships" id="264" r:id="Redb71b7d90ce409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feb1d696442a4" /><Relationship Type="http://schemas.openxmlformats.org/officeDocument/2006/relationships/slideMaster" Target="/ppt/slideMasters/slideMaster1.xml" Id="Rc41abeb440dd42af" /><Relationship Type="http://schemas.openxmlformats.org/officeDocument/2006/relationships/notesMaster" Target="/ppt/notesMasters/notesMaster1.xml" Id="Ra3f6fbe623224ed2" /><Relationship Type="http://schemas.openxmlformats.org/officeDocument/2006/relationships/presProps" Target="/ppt/presProps.xml" Id="R8cb5584c9ca24669" /><Relationship Type="http://schemas.openxmlformats.org/officeDocument/2006/relationships/viewProps" Target="/ppt/viewProps.xml" Id="Re03e4985c4754daf" /><Relationship Type="http://schemas.openxmlformats.org/officeDocument/2006/relationships/tableStyles" Target="/ppt/tableStyles.xml" Id="R09c89b93ebc04814" /><Relationship Type="http://schemas.openxmlformats.org/officeDocument/2006/relationships/slide" Target="/ppt/slides/slide1.xml" Id="R2996ca4e11fd4f6a" /><Relationship Type="http://schemas.openxmlformats.org/officeDocument/2006/relationships/slide" Target="/ppt/slides/slide2.xml" Id="R0aba0d035d444b48" /><Relationship Type="http://schemas.openxmlformats.org/officeDocument/2006/relationships/slide" Target="/ppt/slides/slide3.xml" Id="Rfa43ac5575fd4c70" /><Relationship Type="http://schemas.openxmlformats.org/officeDocument/2006/relationships/slide" Target="/ppt/slides/slide4.xml" Id="Rbf2a0890c0c5484b" /><Relationship Type="http://schemas.openxmlformats.org/officeDocument/2006/relationships/slide" Target="/ppt/slides/slide5.xml" Id="Rade855a9e6a84307" /><Relationship Type="http://schemas.openxmlformats.org/officeDocument/2006/relationships/slide" Target="/ppt/slides/slide6.xml" Id="Rb0dc26a8c2354852" /><Relationship Type="http://schemas.openxmlformats.org/officeDocument/2006/relationships/slide" Target="/ppt/slides/slide7.xml" Id="R33cec7b3d5b34727" /><Relationship Type="http://schemas.openxmlformats.org/officeDocument/2006/relationships/slide" Target="/ppt/slides/slide8.xml" Id="R9f78cc8e494e4d2e" /><Relationship Type="http://schemas.openxmlformats.org/officeDocument/2006/relationships/slide" Target="/ppt/slides/slide9.xml" Id="Redb71b7d90ce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d8a19eb374f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2340ed89a4c57" /><Relationship Type="http://schemas.openxmlformats.org/officeDocument/2006/relationships/notesMaster" Target="/ppt/notesMasters/notesMaster1.xml" Id="R3b557ea88f7042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ae66bdce749aa" /><Relationship Type="http://schemas.openxmlformats.org/officeDocument/2006/relationships/notesMaster" Target="/ppt/notesMasters/notesMaster1.xml" Id="Re4fdd0dbb90545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369dafaab4622" /><Relationship Type="http://schemas.openxmlformats.org/officeDocument/2006/relationships/notesMaster" Target="/ppt/notesMasters/notesMaster1.xml" Id="R75eeb06a253a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8fa39c6e247ec" /><Relationship Type="http://schemas.openxmlformats.org/officeDocument/2006/relationships/notesMaster" Target="/ppt/notesMasters/notesMaster1.xml" Id="Rdc5e9506bcf0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d168d950d246ab" /><Relationship Type="http://schemas.openxmlformats.org/officeDocument/2006/relationships/notesMaster" Target="/ppt/notesMasters/notesMaster1.xml" Id="Rcbad779d9b4b40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36c0641a84085" /><Relationship Type="http://schemas.openxmlformats.org/officeDocument/2006/relationships/notesMaster" Target="/ppt/notesMasters/notesMaster1.xml" Id="R2359db4fb6ff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7f2206dcfb48d9" /><Relationship Type="http://schemas.openxmlformats.org/officeDocument/2006/relationships/notesMaster" Target="/ppt/notesMasters/notesMaster1.xml" Id="R152061a7420e40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76257cec9427c" /><Relationship Type="http://schemas.openxmlformats.org/officeDocument/2006/relationships/notesMaster" Target="/ppt/notesMasters/notesMaster1.xml" Id="Ra6facd4cb5694d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e192802c94a92" /><Relationship Type="http://schemas.openxmlformats.org/officeDocument/2006/relationships/notesMaster" Target="/ppt/notesMasters/notesMaster1.xml" Id="Rcbd9a4a9f455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43b24713846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54ef6096a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8b4780e07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b0bdd74a14f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bc31442f040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4943d0bfa4f4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fb9caeffe4b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7d1b8d9844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3a8db6fa045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da5d9444b4a4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62a07ae114a6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cb158d8e84fe3" /><Relationship Type="http://schemas.openxmlformats.org/officeDocument/2006/relationships/slideLayout" Target="/ppt/slideLayouts/slideLayout1.xml" Id="Rc5b2b3996cf34948" /><Relationship Type="http://schemas.openxmlformats.org/officeDocument/2006/relationships/slideLayout" Target="/ppt/slideLayouts/slideLayout2.xml" Id="Rdb908237258448af" /><Relationship Type="http://schemas.openxmlformats.org/officeDocument/2006/relationships/slideLayout" Target="/ppt/slideLayouts/slideLayout3.xml" Id="Rb4146b31ac404856" /><Relationship Type="http://schemas.openxmlformats.org/officeDocument/2006/relationships/slideLayout" Target="/ppt/slideLayouts/slideLayout4.xml" Id="Rcfca26f49bd444f1" /><Relationship Type="http://schemas.openxmlformats.org/officeDocument/2006/relationships/slideLayout" Target="/ppt/slideLayouts/slideLayout5.xml" Id="R37986f29e5134e2d" /><Relationship Type="http://schemas.openxmlformats.org/officeDocument/2006/relationships/slideLayout" Target="/ppt/slideLayouts/slideLayout6.xml" Id="R064d31b52e6d4d46" /><Relationship Type="http://schemas.openxmlformats.org/officeDocument/2006/relationships/slideLayout" Target="/ppt/slideLayouts/slideLayout7.xml" Id="R193f2387ed954c74" /><Relationship Type="http://schemas.openxmlformats.org/officeDocument/2006/relationships/slideLayout" Target="/ppt/slideLayouts/slideLayout8.xml" Id="R3b82ffab46b2446f" /><Relationship Type="http://schemas.openxmlformats.org/officeDocument/2006/relationships/slideLayout" Target="/ppt/slideLayouts/slideLayout9.xml" Id="Rdb8d5717ea1b47bb" /><Relationship Type="http://schemas.openxmlformats.org/officeDocument/2006/relationships/slideLayout" Target="/ppt/slideLayouts/slideLayout10.xml" Id="R10a6d1b087b84a9e" /><Relationship Type="http://schemas.openxmlformats.org/officeDocument/2006/relationships/slideLayout" Target="/ppt/slideLayouts/slideLayout11.xml" Id="R6a5b532abcea42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2026/7/8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b2b3996cf34948"/>
    <p:sldLayoutId xmlns:r="http://schemas.openxmlformats.org/officeDocument/2006/relationships" id="2147483650" r:id="Rdb908237258448af"/>
    <p:sldLayoutId xmlns:r="http://schemas.openxmlformats.org/officeDocument/2006/relationships" id="2147483651" r:id="Rb4146b31ac404856"/>
    <p:sldLayoutId xmlns:r="http://schemas.openxmlformats.org/officeDocument/2006/relationships" id="2147483652" r:id="Rcfca26f49bd444f1"/>
    <p:sldLayoutId xmlns:r="http://schemas.openxmlformats.org/officeDocument/2006/relationships" id="2147483653" r:id="R37986f29e5134e2d"/>
    <p:sldLayoutId xmlns:r="http://schemas.openxmlformats.org/officeDocument/2006/relationships" id="2147483654" r:id="R064d31b52e6d4d46"/>
    <p:sldLayoutId xmlns:r="http://schemas.openxmlformats.org/officeDocument/2006/relationships" id="2147483655" r:id="R193f2387ed954c74"/>
    <p:sldLayoutId xmlns:r="http://schemas.openxmlformats.org/officeDocument/2006/relationships" id="2147483656" r:id="R3b82ffab46b2446f"/>
    <p:sldLayoutId xmlns:r="http://schemas.openxmlformats.org/officeDocument/2006/relationships" id="2147483657" r:id="Rdb8d5717ea1b47bb"/>
    <p:sldLayoutId xmlns:r="http://schemas.openxmlformats.org/officeDocument/2006/relationships" id="2147483658" r:id="R10a6d1b087b84a9e"/>
    <p:sldLayoutId xmlns:r="http://schemas.openxmlformats.org/officeDocument/2006/relationships" id="2147483659" r:id="R6a5b532abcea42e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0d7456b244a67" /><Relationship Type="http://schemas.openxmlformats.org/officeDocument/2006/relationships/image" Target="/ppt/media/image.png" Id="R93f1f9e7690441a4" /><Relationship Type="http://schemas.openxmlformats.org/officeDocument/2006/relationships/image" Target="/ppt/media/image2.png" Id="Ra0c24b025b0b4fff" /><Relationship Type="http://schemas.openxmlformats.org/officeDocument/2006/relationships/notesSlide" Target="/ppt/notesSlides/notesSlide1.xml" Id="Re61685af01fd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47e37546f945f3" /><Relationship Type="http://schemas.openxmlformats.org/officeDocument/2006/relationships/image" Target="/ppt/media/image3.png" Id="Ra7140124aa514c5c" /><Relationship Type="http://schemas.openxmlformats.org/officeDocument/2006/relationships/image" Target="/ppt/media/image2.png" Id="Rb71fd89426f14ba6" /><Relationship Type="http://schemas.openxmlformats.org/officeDocument/2006/relationships/image" Target="/ppt/media/image4.png" Id="Rebb7f1db7ebd4aee" /><Relationship Type="http://schemas.openxmlformats.org/officeDocument/2006/relationships/image" Target="/ppt/media/image5.png" Id="R8e7bfe2e29c148d0" /><Relationship Type="http://schemas.openxmlformats.org/officeDocument/2006/relationships/notesSlide" Target="/ppt/notesSlides/notesSlide2.xml" Id="R37e4fba780df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7976b8d2b4bc3" /><Relationship Type="http://schemas.openxmlformats.org/officeDocument/2006/relationships/image" Target="/ppt/media/image6.png" Id="Ra7e459e3b0174b32" /><Relationship Type="http://schemas.openxmlformats.org/officeDocument/2006/relationships/image" Target="/ppt/media/image7.png" Id="R505552fc0dc5469c" /><Relationship Type="http://schemas.openxmlformats.org/officeDocument/2006/relationships/notesSlide" Target="/ppt/notesSlides/notesSlide3.xml" Id="Ra1abed6e31d843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33746d899464b" /><Relationship Type="http://schemas.openxmlformats.org/officeDocument/2006/relationships/image" Target="/ppt/media/image8.png" Id="R98b1265065344f23" /><Relationship Type="http://schemas.openxmlformats.org/officeDocument/2006/relationships/image" Target="/ppt/media/image7.png" Id="R4bc8e097682c49dd" /><Relationship Type="http://schemas.openxmlformats.org/officeDocument/2006/relationships/image" Target="/ppt/media/image4.png" Id="R21ce3589b09a4296" /><Relationship Type="http://schemas.openxmlformats.org/officeDocument/2006/relationships/image" Target="/ppt/media/image5.png" Id="R5990157e24d64056" /><Relationship Type="http://schemas.openxmlformats.org/officeDocument/2006/relationships/notesSlide" Target="/ppt/notesSlides/notesSlide4.xml" Id="R1793113ce071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e25a449eb4bf6" /><Relationship Type="http://schemas.openxmlformats.org/officeDocument/2006/relationships/image" Target="/ppt/media/image9.png" Id="R4ab2fbe5f81a41c4" /><Relationship Type="http://schemas.openxmlformats.org/officeDocument/2006/relationships/image" Target="/ppt/media/image10.png" Id="Ra350a9d87bff4bcd" /><Relationship Type="http://schemas.openxmlformats.org/officeDocument/2006/relationships/image" Target="/ppt/media/image11.png" Id="Rde39fb55d50644f2" /><Relationship Type="http://schemas.openxmlformats.org/officeDocument/2006/relationships/image" Target="/ppt/media/image4.png" Id="R92ea4b0dfc154791" /><Relationship Type="http://schemas.openxmlformats.org/officeDocument/2006/relationships/image" Target="/ppt/media/image5.png" Id="Rd9f0f0b26d7d4785" /><Relationship Type="http://schemas.openxmlformats.org/officeDocument/2006/relationships/notesSlide" Target="/ppt/notesSlides/notesSlide5.xml" Id="Rc723f4c466bf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faa6014ab4ae8" /><Relationship Type="http://schemas.openxmlformats.org/officeDocument/2006/relationships/image" Target="/ppt/media/image12.png" Id="Rfbc8fb2c56004bb9" /><Relationship Type="http://schemas.openxmlformats.org/officeDocument/2006/relationships/image" Target="/ppt/media/image11.png" Id="R09e6a16ad0a54062" /><Relationship Type="http://schemas.openxmlformats.org/officeDocument/2006/relationships/image" Target="/ppt/media/image10.png" Id="Rf4ef4010e62e4387" /><Relationship Type="http://schemas.openxmlformats.org/officeDocument/2006/relationships/image" Target="/ppt/media/image4.png" Id="Rb5c862be783547df" /><Relationship Type="http://schemas.openxmlformats.org/officeDocument/2006/relationships/image" Target="/ppt/media/image5.png" Id="R047c0e93db28433c" /><Relationship Type="http://schemas.openxmlformats.org/officeDocument/2006/relationships/notesSlide" Target="/ppt/notesSlides/notesSlide6.xml" Id="R147a363babe3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a792d07d0419d" /><Relationship Type="http://schemas.openxmlformats.org/officeDocument/2006/relationships/image" Target="/ppt/media/image13.png" Id="R56b04c83eb9c45e1" /><Relationship Type="http://schemas.openxmlformats.org/officeDocument/2006/relationships/image" Target="/ppt/media/image14.png" Id="Rc5af54a3ddc14d4e" /><Relationship Type="http://schemas.openxmlformats.org/officeDocument/2006/relationships/image" Target="/ppt/media/image4.png" Id="R1eac4f72d0894796" /><Relationship Type="http://schemas.openxmlformats.org/officeDocument/2006/relationships/image" Target="/ppt/media/image5.png" Id="R5e321760e873436c" /><Relationship Type="http://schemas.openxmlformats.org/officeDocument/2006/relationships/notesSlide" Target="/ppt/notesSlides/notesSlide7.xml" Id="R6e02cae46bc9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be6cf9c054ebb" /><Relationship Type="http://schemas.openxmlformats.org/officeDocument/2006/relationships/image" Target="/ppt/media/image15.png" Id="R7f74470615574bd5" /><Relationship Type="http://schemas.openxmlformats.org/officeDocument/2006/relationships/image" Target="/ppt/media/image14.png" Id="R7e824736f8224e5a" /><Relationship Type="http://schemas.openxmlformats.org/officeDocument/2006/relationships/image" Target="/ppt/media/image4.png" Id="R7c49feb8d4b74769" /><Relationship Type="http://schemas.openxmlformats.org/officeDocument/2006/relationships/image" Target="/ppt/media/image5.png" Id="R3b29e7b9ce4e4858" /><Relationship Type="http://schemas.openxmlformats.org/officeDocument/2006/relationships/notesSlide" Target="/ppt/notesSlides/notesSlide8.xml" Id="Ree1dbdad362c44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a04ec08d4e40b6" /><Relationship Type="http://schemas.openxmlformats.org/officeDocument/2006/relationships/image" Target="/ppt/media/image16.png" Id="Re7d5d1b0e8744fe6" /><Relationship Type="http://schemas.openxmlformats.org/officeDocument/2006/relationships/image" Target="/ppt/media/image7.png" Id="R3fbfd58c12dd40e9" /><Relationship Type="http://schemas.openxmlformats.org/officeDocument/2006/relationships/image" Target="/ppt/media/image2.png" Id="Refede77f616e4a06" /><Relationship Type="http://schemas.openxmlformats.org/officeDocument/2006/relationships/image" Target="/ppt/media/image4.png" Id="R84ed2a230f354577" /><Relationship Type="http://schemas.openxmlformats.org/officeDocument/2006/relationships/image" Target="/ppt/media/image5.png" Id="Ra09927c1e4de4fd0" /><Relationship Type="http://schemas.openxmlformats.org/officeDocument/2006/relationships/image" Target="/ppt/media/image17.png" Id="Red853d89a43742ac" /><Relationship Type="http://schemas.openxmlformats.org/officeDocument/2006/relationships/notesSlide" Target="/ppt/notesSlides/notesSlide9.xml" Id="R40e8735c65314c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2819EF0-C34F-4929-B713-6F6012673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1f9e7690441a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B16C2D1-6159-49CE-AC8E-64151CCFF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24b025b0b4f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5B645B0-C21A-4DEC-909C-2DDB4D2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Kai.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452F7CC-F6F6-463E-8670-DC0792C0B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40124aa514c5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9736AC4-1085-444B-8B69-E0FBCB6DA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fd89426f1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440128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FB70B91-613A-4F36-9D5B-E13BFB003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7f1db7ebd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B4FC2C35-CE1F-4434-8E9D-546408923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7241238-26D7-481D-A732-15E9B54EA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40103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A501424D-908A-4324-AE48-0AEA06B57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400718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9F499C5D-6D1D-4459-B4BD-430AE839D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9374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AD89160-98E1-449B-AAAE-BEDDFD89C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898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FD19BCC-70DB-47C3-A9D4-3102B44C4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9544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0CF5B76-EB92-42BA-A911-99E9327DF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fe2e29c1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91805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AAAAB6B-6F3B-4D91-875E-C58284E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900754A-DD6D-43CB-AF0E-979CC374D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459e3b0174b3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5A44850-D7CC-4B21-B347-9BAAE5052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552fc0dc5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5917378-4DFE-4410-8407-EEEF08BD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Ruby.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462D8D2-79A3-45AD-AFE0-25D89FFD8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1265065344f2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77B204B-7011-453E-AEB0-2C7A64424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8e097682c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5091" y="440128"/>
            <a:ext cx="4015619" cy="53560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E88DA847-AD8A-467C-A057-0BB7866E3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e3589b09a4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537" y="420155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CDCFC10-5BCC-4EE3-88E7-AD10A120B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0157e24d6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7546" y="402329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40C72D0-46D3-4FFE-ACD6-DC8DD6C98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0157e24d6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21934" y="402329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031AD19-7DF7-484D-8364-0429FDB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92099DC3-F889-422A-9DC8-55A7F5982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2fbe5f81a41c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35C6437-B4C3-4750-9C51-7217BB11D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0a9d87bff4b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8400" y="26636"/>
            <a:ext cx="3718472" cy="56134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E5625C3-96AB-4D67-B71A-CB454EAE6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9fb55d50644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1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C139446-CD9E-43E0-BD66-58E5C0B71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a4b0dfc15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C6AA93D-852F-4EDA-AE1E-A57C8C7BF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0f0b26d7d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2526428-FDE6-4251-99FA-C4AB05FEA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0f0b26d7d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11212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8070485-4E22-418D-AD3A-BC99C6C3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is walking and staring at his phone.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76375058-4D80-4160-B421-46CA1EBB5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8fb2c56004bb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2D88E48-4C34-4985-8DC4-5EC1C4B38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6a16ad0a5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6291" y="194996"/>
            <a:ext cx="2905869" cy="5347606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E7459D0-8B97-4B03-9EB5-77F947E8F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f4010e62e4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8400" y="26636"/>
            <a:ext cx="3718472" cy="5613463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A8D3391-9938-4EEB-AB58-F47FA20BBC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862be7835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711" y="427281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E5123B87-49EB-4DDD-BC6C-46CE60125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c0e93db28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720" y="40945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6967980-493C-4996-93A4-7114D3554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c0e93db28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157" y="411212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AB1D27A-1FF7-4096-B8E1-B8987AE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Ruby is also staring at her phone.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D6F1CED-D3D8-46E1-A830-D341C6686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04c83eb9c45e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1DE1707-FDA8-4DB7-82FF-8090B018B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f54a3ddc1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044D16B-A45E-4D70-9629-A689A4466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c4f72d0894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3" y="292254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15D9EB1B-5FA6-4C58-9A4D-75E4045C2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21760e873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EEAA7B3-2566-42A9-900D-145909F74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21760e873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D8B0686-350C-42F4-906E-83D50F144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c4f72d0894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1592" y="2924223"/>
            <a:ext cx="1027288" cy="31887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63C503F-3233-4BBF-9D18-B71C90BD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Kai bumps into Ruby!</a:t>
            </a:r>
          </a:p>
        </p:txBody>
      </p:sp>
    </p:spTree>
    <p:extLst>
      <p:ext uri="{BB962C8B-B14F-4D97-AF65-F5344CB8AC3E}">
        <p14:creationId xmlns:p14="http://schemas.microsoft.com/office/powerpoint/2010/main" val="41526672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EB9666F-21FA-4C43-80E2-D7DF2BE98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4470615574bd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147F5E1-B535-4678-83E6-1418A67FAF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24736f822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9628" y="-276999"/>
            <a:ext cx="4112744" cy="6291595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83D10C5-8ED7-4068-9489-5C1D560A1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9feb8d4b7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7843" y="292254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AB4671D-9276-4E52-98E8-CAD072E0D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9e7b9ce4e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526606">
            <a:off x="7865010" y="297582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E866ADB8-9D0A-497C-8DB8-5EF6DDE5B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9e7b9ce4e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67185">
            <a:off x="8147089" y="29697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05EE6C1-CBC5-4025-97FC-BAE165E1C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9feb8d4b7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1592" y="2924223"/>
            <a:ext cx="1027288" cy="31887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34902BC-D119-4A3A-9565-8002B9D9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Ruby’s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27034860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2801204-BD5C-4D28-B376-FC41D23AB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5d1b0e8744fe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2A5187E-A31F-4E9F-BF03-A661D0011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fd58c12dd40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6488" y="525447"/>
            <a:ext cx="3802149" cy="5071349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38E9B0A-DF93-4119-9FD5-AF10A9A5C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e77f616e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8901" y="525447"/>
            <a:ext cx="3859690" cy="5287249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2FB389FB-C89D-4565-AAF4-C385564C6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2a230f35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12448" y="413375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FC58969-3952-440B-8547-07F5EFDF4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2258" y="415608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0A187D6B-18F5-4762-A7F4-7D3FB0BA6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697" y="413374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4BE58601-114C-4C53-8563-4240D918E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7492" y="408356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C044491B-1B64-4469-B05C-1C9E12DAA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208" y="405130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F16B603A-7153-4280-8DD9-B752F438C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6419" y="406743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2BBDEE6-66F9-4AD7-A2D2-12CE49A8C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53d89a437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839595" y="5097085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BA7E560-4D4B-4E12-A4E3-843E01B1C8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53d89a437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491159" y="4962073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4FB817D-D84C-4966-BD4F-0B00F24E3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2a230f35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2236" y="407750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B292BAB4-0BEA-4B4B-B05A-8810A9F20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6509" y="3999695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1AF84F8C-8D5E-472E-913B-EE4D35826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927c1e4de4fd0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1410" y="3966198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2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8724102-7E49-4D8D-99E5-CAD95137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Kai still has 8 cookies. Ruby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2026-10-11T18:01:27.6410000Z</dcterms:created>
  <dcterms:modified xsi:type="dcterms:W3CDTF">2026-10-11T18:01:27.6410000Z</dcterms:modified>
</coreProperties>
</file>