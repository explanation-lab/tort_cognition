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3cd4235d3340c8" /><Relationship Type="http://schemas.openxmlformats.org/officeDocument/2006/relationships/extended-properties" Target="/docProps/app.xml" Id="R76dd23f2b82c4610" /><Relationship Type="http://schemas.openxmlformats.org/officeDocument/2006/relationships/officeDocument" Target="/ppt/presentation.xml" Id="Rd4afd2acea1740d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8a8f41e25c24cc9"/>
  </p:sldMasterIdLst>
  <p:notesMasterIdLst>
    <p:notesMasterId xmlns:r="http://schemas.openxmlformats.org/officeDocument/2006/relationships" r:id="R50eb2c273ae641a9"/>
  </p:notesMasterIdLst>
  <p:sldIdLst>
    <p:sldId xmlns:r="http://schemas.openxmlformats.org/officeDocument/2006/relationships" id="256" r:id="R1c6c7d78d045484f"/>
    <p:sldId xmlns:r="http://schemas.openxmlformats.org/officeDocument/2006/relationships" id="257" r:id="R2059424bac484b55"/>
    <p:sldId xmlns:r="http://schemas.openxmlformats.org/officeDocument/2006/relationships" id="258" r:id="R2d09e5688a204b06"/>
    <p:sldId xmlns:r="http://schemas.openxmlformats.org/officeDocument/2006/relationships" id="259" r:id="R6be996c6e97f422d"/>
    <p:sldId xmlns:r="http://schemas.openxmlformats.org/officeDocument/2006/relationships" id="260" r:id="Raf43fe64f6a54c06"/>
    <p:sldId xmlns:r="http://schemas.openxmlformats.org/officeDocument/2006/relationships" id="261" r:id="R918b7232f1ff4a22"/>
    <p:sldId xmlns:r="http://schemas.openxmlformats.org/officeDocument/2006/relationships" id="262" r:id="R8b653f9ed4d440a0"/>
    <p:sldId xmlns:r="http://schemas.openxmlformats.org/officeDocument/2006/relationships" id="263" r:id="R00eaedd889d64c9d"/>
    <p:sldId xmlns:r="http://schemas.openxmlformats.org/officeDocument/2006/relationships" id="264" r:id="Rdcc99ddf68124bfc"/>
    <p:sldId xmlns:r="http://schemas.openxmlformats.org/officeDocument/2006/relationships" id="265" r:id="R6699be723fad4491"/>
  </p:sldIdLst>
  <p:sldSz cx="12192000" cy="6858000"/>
  <p:notesSz cx="6858000" cy="9144000"/>
  <p:embeddedFontLst>
    <p:embeddedFont>
      <p:font typeface="Play"/>
      <p:regular xmlns:r="http://schemas.openxmlformats.org/officeDocument/2006/relationships" r:id="Rfd121ba6fffb42ed"/>
      <p:bold xmlns:r="http://schemas.openxmlformats.org/officeDocument/2006/relationships" r:id="Rb79fa10987a645b2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37295a6f234b2c" /><Relationship Type="http://schemas.openxmlformats.org/officeDocument/2006/relationships/slideMaster" Target="/ppt/slideMasters/slideMaster1.xml" Id="Rf8a8f41e25c24cc9" /><Relationship Type="http://schemas.openxmlformats.org/officeDocument/2006/relationships/notesMaster" Target="/ppt/notesMasters/notesMaster1.xml" Id="R50eb2c273ae641a9" /><Relationship Type="http://schemas.openxmlformats.org/officeDocument/2006/relationships/presProps" Target="/ppt/presProps.xml" Id="Rc734e2e841ea47c4" /><Relationship Type="http://schemas.openxmlformats.org/officeDocument/2006/relationships/viewProps" Target="/ppt/viewProps.xml" Id="Rdfcbbe3437f54c63" /><Relationship Type="http://schemas.openxmlformats.org/officeDocument/2006/relationships/tableStyles" Target="/ppt/tableStyles.xml" Id="R4c80550a5c454502" /><Relationship Type="http://schemas.openxmlformats.org/officeDocument/2006/relationships/font" Target="/ppt/fonts/font.dat" Id="Rfd121ba6fffb42ed" /><Relationship Type="http://schemas.openxmlformats.org/officeDocument/2006/relationships/font" Target="/ppt/fonts/font2.dat" Id="Rb79fa10987a645b2" /><Relationship Type="http://schemas.openxmlformats.org/officeDocument/2006/relationships/slide" Target="/ppt/slides/slide1.xml" Id="R1c6c7d78d045484f" /><Relationship Type="http://schemas.openxmlformats.org/officeDocument/2006/relationships/slide" Target="/ppt/slides/slide2.xml" Id="R2059424bac484b55" /><Relationship Type="http://schemas.openxmlformats.org/officeDocument/2006/relationships/slide" Target="/ppt/slides/slide3.xml" Id="R2d09e5688a204b06" /><Relationship Type="http://schemas.openxmlformats.org/officeDocument/2006/relationships/slide" Target="/ppt/slides/slide4.xml" Id="R6be996c6e97f422d" /><Relationship Type="http://schemas.openxmlformats.org/officeDocument/2006/relationships/slide" Target="/ppt/slides/slide5.xml" Id="Raf43fe64f6a54c06" /><Relationship Type="http://schemas.openxmlformats.org/officeDocument/2006/relationships/slide" Target="/ppt/slides/slide6.xml" Id="R918b7232f1ff4a22" /><Relationship Type="http://schemas.openxmlformats.org/officeDocument/2006/relationships/slide" Target="/ppt/slides/slide7.xml" Id="R8b653f9ed4d440a0" /><Relationship Type="http://schemas.openxmlformats.org/officeDocument/2006/relationships/slide" Target="/ppt/slides/slide8.xml" Id="R00eaedd889d64c9d" /><Relationship Type="http://schemas.openxmlformats.org/officeDocument/2006/relationships/slide" Target="/ppt/slides/slide9.xml" Id="Rdcc99ddf68124bfc" /><Relationship Type="http://schemas.openxmlformats.org/officeDocument/2006/relationships/slide" Target="/ppt/slides/slide10.xml" Id="R6699be723fad44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db92ff87f745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1b4eb48b2d41b9" /><Relationship Type="http://schemas.openxmlformats.org/officeDocument/2006/relationships/notesMaster" Target="/ppt/notesMasters/notesMaster1.xml" Id="R5e416714f5f146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518b63ecd5452b" /><Relationship Type="http://schemas.openxmlformats.org/officeDocument/2006/relationships/notesMaster" Target="/ppt/notesMasters/notesMaster1.xml" Id="R9c66f8b097e74d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af8b3a48fc4b60" /><Relationship Type="http://schemas.openxmlformats.org/officeDocument/2006/relationships/notesMaster" Target="/ppt/notesMasters/notesMaster1.xml" Id="Rc8cdb3391f8148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00a0e3406f4550" /><Relationship Type="http://schemas.openxmlformats.org/officeDocument/2006/relationships/notesMaster" Target="/ppt/notesMasters/notesMaster1.xml" Id="R5afc69b5bfa348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77a0ed9c0a48d1" /><Relationship Type="http://schemas.openxmlformats.org/officeDocument/2006/relationships/notesMaster" Target="/ppt/notesMasters/notesMaster1.xml" Id="R9e5a145b0ac347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1eb98ee4ea4848" /><Relationship Type="http://schemas.openxmlformats.org/officeDocument/2006/relationships/notesMaster" Target="/ppt/notesMasters/notesMaster1.xml" Id="R744b915e8e094a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e55348dde044fd" /><Relationship Type="http://schemas.openxmlformats.org/officeDocument/2006/relationships/notesMaster" Target="/ppt/notesMasters/notesMaster1.xml" Id="R437b888dd5f8408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f7f0160ad540c7" /><Relationship Type="http://schemas.openxmlformats.org/officeDocument/2006/relationships/notesMaster" Target="/ppt/notesMasters/notesMaster1.xml" Id="Rae3644436e504a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4ceff8622646d8" /><Relationship Type="http://schemas.openxmlformats.org/officeDocument/2006/relationships/notesMaster" Target="/ppt/notesMasters/notesMaster1.xml" Id="Ra2b7de7970f048b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b349deab1f4c50" /><Relationship Type="http://schemas.openxmlformats.org/officeDocument/2006/relationships/notesMaster" Target="/ppt/notesMasters/notesMaster1.xml" Id="Rf0eff5c9835945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5e69a90bac441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4bee7a964240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1b9bea2c5c4b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fa57dec7a48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17670e76f44e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660e6d0c243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b706b1b19b44b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b3c9e1a184f3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46308841142b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48291722d468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09d0eb5438400c" /></Relationships>
</file>

<file path=ppt/slideLayouts/slideLayout1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12">
            <a:extLst xmlns:a="http://schemas.openxmlformats.org/drawingml/2006/main">
              <a:ext uri="{FF2B5EF4-FFF2-40B4-BE49-F238E27FC236}">
                <a16:creationId xmlns:a16="http://schemas.microsoft.com/office/drawing/2014/main" id="{A02B1198-6317-46F1-A28A-D832D107DD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7" name="Google Shape;17;p12">
            <a:extLst xmlns:a="http://schemas.openxmlformats.org/drawingml/2006/main">
              <a:ext uri="{FF2B5EF4-FFF2-40B4-BE49-F238E27FC236}">
                <a16:creationId xmlns:a16="http://schemas.microsoft.com/office/drawing/2014/main" id="{47A1AB86-C8A1-4FFF-9A76-12FE8A22CE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12">
            <a:extLst xmlns:a="http://schemas.openxmlformats.org/drawingml/2006/main">
              <a:ext uri="{FF2B5EF4-FFF2-40B4-BE49-F238E27FC236}">
                <a16:creationId xmlns:a16="http://schemas.microsoft.com/office/drawing/2014/main" id="{9F8328AB-C001-4E38-A877-2A9E3B8A11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12">
            <a:extLst xmlns:a="http://schemas.openxmlformats.org/drawingml/2006/main">
              <a:ext uri="{FF2B5EF4-FFF2-40B4-BE49-F238E27FC236}">
                <a16:creationId xmlns:a16="http://schemas.microsoft.com/office/drawing/2014/main" id="{A1DFB98F-7EF9-4916-A081-8419981C1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12">
            <a:extLst xmlns:a="http://schemas.openxmlformats.org/drawingml/2006/main">
              <a:ext uri="{FF2B5EF4-FFF2-40B4-BE49-F238E27FC236}">
                <a16:creationId xmlns:a16="http://schemas.microsoft.com/office/drawing/2014/main" id="{73657AC8-2FE5-4A16-8A25-30F1C3C289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13">
            <a:extLst xmlns:a="http://schemas.openxmlformats.org/drawingml/2006/main">
              <a:ext uri="{FF2B5EF4-FFF2-40B4-BE49-F238E27FC236}">
                <a16:creationId xmlns:a16="http://schemas.microsoft.com/office/drawing/2014/main" id="{CDFD4F60-4AB2-462E-8658-9B71FE2DEE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13">
            <a:extLst xmlns:a="http://schemas.openxmlformats.org/drawingml/2006/main">
              <a:ext uri="{FF2B5EF4-FFF2-40B4-BE49-F238E27FC236}">
                <a16:creationId xmlns:a16="http://schemas.microsoft.com/office/drawing/2014/main" id="{0F027667-500A-4518-A225-33E4A92968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13">
            <a:extLst xmlns:a="http://schemas.openxmlformats.org/drawingml/2006/main">
              <a:ext uri="{FF2B5EF4-FFF2-40B4-BE49-F238E27FC236}">
                <a16:creationId xmlns:a16="http://schemas.microsoft.com/office/drawing/2014/main" id="{2C44F8E6-E0D8-43A5-9EFD-B70CC1C17E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14">
            <a:extLst xmlns:a="http://schemas.openxmlformats.org/drawingml/2006/main">
              <a:ext uri="{FF2B5EF4-FFF2-40B4-BE49-F238E27FC236}">
                <a16:creationId xmlns:a16="http://schemas.microsoft.com/office/drawing/2014/main" id="{7008FA91-4382-4603-A7CB-4942331199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14">
            <a:extLst xmlns:a="http://schemas.openxmlformats.org/drawingml/2006/main">
              <a:ext uri="{FF2B5EF4-FFF2-40B4-BE49-F238E27FC236}">
                <a16:creationId xmlns:a16="http://schemas.microsoft.com/office/drawing/2014/main" id="{07AA9065-E305-47E8-987A-29B28BF8C1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28" name="Google Shape;28;p14">
            <a:extLst xmlns:a="http://schemas.openxmlformats.org/drawingml/2006/main">
              <a:ext uri="{FF2B5EF4-FFF2-40B4-BE49-F238E27FC236}">
                <a16:creationId xmlns:a16="http://schemas.microsoft.com/office/drawing/2014/main" id="{042CD911-ABA9-4010-A26F-838D9562AE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9" name="Google Shape;29;p14">
            <a:extLst xmlns:a="http://schemas.openxmlformats.org/drawingml/2006/main">
              <a:ext uri="{FF2B5EF4-FFF2-40B4-BE49-F238E27FC236}">
                <a16:creationId xmlns:a16="http://schemas.microsoft.com/office/drawing/2014/main" id="{EA3A5488-4243-4282-B1A0-4B7BAC4653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14">
            <a:extLst xmlns:a="http://schemas.openxmlformats.org/drawingml/2006/main">
              <a:ext uri="{FF2B5EF4-FFF2-40B4-BE49-F238E27FC236}">
                <a16:creationId xmlns:a16="http://schemas.microsoft.com/office/drawing/2014/main" id="{66FE55A9-D289-429D-B996-D801A7165D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Google Shape;32;p15">
            <a:extLst xmlns:a="http://schemas.openxmlformats.org/drawingml/2006/main">
              <a:ext uri="{FF2B5EF4-FFF2-40B4-BE49-F238E27FC236}">
                <a16:creationId xmlns:a16="http://schemas.microsoft.com/office/drawing/2014/main" id="{6655CB78-52B6-4694-907C-9379090129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5">
            <a:extLst xmlns:a="http://schemas.openxmlformats.org/drawingml/2006/main">
              <a:ext uri="{FF2B5EF4-FFF2-40B4-BE49-F238E27FC236}">
                <a16:creationId xmlns:a16="http://schemas.microsoft.com/office/drawing/2014/main" id="{E61C1566-FFB0-4C71-A8DB-0865C0FBE8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15">
            <a:extLst xmlns:a="http://schemas.openxmlformats.org/drawingml/2006/main">
              <a:ext uri="{FF2B5EF4-FFF2-40B4-BE49-F238E27FC236}">
                <a16:creationId xmlns:a16="http://schemas.microsoft.com/office/drawing/2014/main" id="{F0FD2E76-92BC-4836-8A71-B19C06B606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15">
            <a:extLst xmlns:a="http://schemas.openxmlformats.org/drawingml/2006/main">
              <a:ext uri="{FF2B5EF4-FFF2-40B4-BE49-F238E27FC236}">
                <a16:creationId xmlns:a16="http://schemas.microsoft.com/office/drawing/2014/main" id="{78A1C62E-26C9-475D-AF06-04068FFBC9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6" name="Google Shape;36;p15">
            <a:extLst xmlns:a="http://schemas.openxmlformats.org/drawingml/2006/main">
              <a:ext uri="{FF2B5EF4-FFF2-40B4-BE49-F238E27FC236}">
                <a16:creationId xmlns:a16="http://schemas.microsoft.com/office/drawing/2014/main" id="{839B8787-6EBF-4921-BB87-EAD7CB878E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Google Shape;38;p16">
            <a:extLst xmlns:a="http://schemas.openxmlformats.org/drawingml/2006/main">
              <a:ext uri="{FF2B5EF4-FFF2-40B4-BE49-F238E27FC236}">
                <a16:creationId xmlns:a16="http://schemas.microsoft.com/office/drawing/2014/main" id="{68C61C6D-41E9-46E0-A454-BEE6FEDDAA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6">
            <a:extLst xmlns:a="http://schemas.openxmlformats.org/drawingml/2006/main">
              <a:ext uri="{FF2B5EF4-FFF2-40B4-BE49-F238E27FC236}">
                <a16:creationId xmlns:a16="http://schemas.microsoft.com/office/drawing/2014/main" id="{58FA468E-666A-4B9C-9183-A77AEC186F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16">
            <a:extLst xmlns:a="http://schemas.openxmlformats.org/drawingml/2006/main">
              <a:ext uri="{FF2B5EF4-FFF2-40B4-BE49-F238E27FC236}">
                <a16:creationId xmlns:a16="http://schemas.microsoft.com/office/drawing/2014/main" id="{F798EA8E-8B7E-49D0-B6B1-A1114599E51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1" name="Google Shape;41;p16">
            <a:extLst xmlns:a="http://schemas.openxmlformats.org/drawingml/2006/main">
              <a:ext uri="{FF2B5EF4-FFF2-40B4-BE49-F238E27FC236}">
                <a16:creationId xmlns:a16="http://schemas.microsoft.com/office/drawing/2014/main" id="{38A3A8EA-FB83-4C15-9CCB-D28BA00549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16">
            <a:extLst xmlns:a="http://schemas.openxmlformats.org/drawingml/2006/main">
              <a:ext uri="{FF2B5EF4-FFF2-40B4-BE49-F238E27FC236}">
                <a16:creationId xmlns:a16="http://schemas.microsoft.com/office/drawing/2014/main" id="{16B8B0F0-292B-4822-BA9B-37223E195C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16">
            <a:extLst xmlns:a="http://schemas.openxmlformats.org/drawingml/2006/main">
              <a:ext uri="{FF2B5EF4-FFF2-40B4-BE49-F238E27FC236}">
                <a16:creationId xmlns:a16="http://schemas.microsoft.com/office/drawing/2014/main" id="{3A30A043-8E9D-41B4-8408-0C056CBEC4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7">
            <a:extLst xmlns:a="http://schemas.openxmlformats.org/drawingml/2006/main">
              <a:ext uri="{FF2B5EF4-FFF2-40B4-BE49-F238E27FC236}">
                <a16:creationId xmlns:a16="http://schemas.microsoft.com/office/drawing/2014/main" id="{46FAF21E-7526-4A46-B20A-368BEC8A79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17">
            <a:extLst xmlns:a="http://schemas.openxmlformats.org/drawingml/2006/main">
              <a:ext uri="{FF2B5EF4-FFF2-40B4-BE49-F238E27FC236}">
                <a16:creationId xmlns:a16="http://schemas.microsoft.com/office/drawing/2014/main" id="{24FF6856-D88E-425F-8E55-3232497714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7">
            <a:extLst xmlns:a="http://schemas.openxmlformats.org/drawingml/2006/main">
              <a:ext uri="{FF2B5EF4-FFF2-40B4-BE49-F238E27FC236}">
                <a16:creationId xmlns:a16="http://schemas.microsoft.com/office/drawing/2014/main" id="{7502F7EE-7E6B-4493-B900-A81321F715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17">
            <a:extLst xmlns:a="http://schemas.openxmlformats.org/drawingml/2006/main">
              <a:ext uri="{FF2B5EF4-FFF2-40B4-BE49-F238E27FC236}">
                <a16:creationId xmlns:a16="http://schemas.microsoft.com/office/drawing/2014/main" id="{CF6A3881-A66A-4D6C-98D2-0E9EDF69217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49" name="Google Shape;49;p17">
            <a:extLst xmlns:a="http://schemas.openxmlformats.org/drawingml/2006/main">
              <a:ext uri="{FF2B5EF4-FFF2-40B4-BE49-F238E27FC236}">
                <a16:creationId xmlns:a16="http://schemas.microsoft.com/office/drawing/2014/main" id="{AF98DC90-B178-4D36-B35C-9842F900F5DE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0" name="Google Shape;50;p17">
            <a:extLst xmlns:a="http://schemas.openxmlformats.org/drawingml/2006/main">
              <a:ext uri="{FF2B5EF4-FFF2-40B4-BE49-F238E27FC236}">
                <a16:creationId xmlns:a16="http://schemas.microsoft.com/office/drawing/2014/main" id="{C10F7CF9-ABC0-45A0-8702-134DFC31B1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17">
            <a:extLst xmlns:a="http://schemas.openxmlformats.org/drawingml/2006/main">
              <a:ext uri="{FF2B5EF4-FFF2-40B4-BE49-F238E27FC236}">
                <a16:creationId xmlns:a16="http://schemas.microsoft.com/office/drawing/2014/main" id="{44011F3B-9676-4C63-83D5-3707B01E9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17">
            <a:extLst xmlns:a="http://schemas.openxmlformats.org/drawingml/2006/main">
              <a:ext uri="{FF2B5EF4-FFF2-40B4-BE49-F238E27FC236}">
                <a16:creationId xmlns:a16="http://schemas.microsoft.com/office/drawing/2014/main" id="{866C28BD-4396-4CCF-B97E-3E529C0916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8">
            <a:extLst xmlns:a="http://schemas.openxmlformats.org/drawingml/2006/main">
              <a:ext uri="{FF2B5EF4-FFF2-40B4-BE49-F238E27FC236}">
                <a16:creationId xmlns:a16="http://schemas.microsoft.com/office/drawing/2014/main" id="{C8232CDD-7E10-4AC1-85AE-AB37432DE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18">
            <a:extLst xmlns:a="http://schemas.openxmlformats.org/drawingml/2006/main">
              <a:ext uri="{FF2B5EF4-FFF2-40B4-BE49-F238E27FC236}">
                <a16:creationId xmlns:a16="http://schemas.microsoft.com/office/drawing/2014/main" id="{CE5B8269-A67B-4DF8-8ABC-A85E3545D2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18">
            <a:extLst xmlns:a="http://schemas.openxmlformats.org/drawingml/2006/main">
              <a:ext uri="{FF2B5EF4-FFF2-40B4-BE49-F238E27FC236}">
                <a16:creationId xmlns:a16="http://schemas.microsoft.com/office/drawing/2014/main" id="{0A9B7681-2F82-4C5D-B8F7-C6C9CFCF55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18">
            <a:extLst xmlns:a="http://schemas.openxmlformats.org/drawingml/2006/main">
              <a:ext uri="{FF2B5EF4-FFF2-40B4-BE49-F238E27FC236}">
                <a16:creationId xmlns:a16="http://schemas.microsoft.com/office/drawing/2014/main" id="{98130FED-9DBA-49D9-8C0F-D1ED9294C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19">
            <a:extLst xmlns:a="http://schemas.openxmlformats.org/drawingml/2006/main">
              <a:ext uri="{FF2B5EF4-FFF2-40B4-BE49-F238E27FC236}">
                <a16:creationId xmlns:a16="http://schemas.microsoft.com/office/drawing/2014/main" id="{585EA361-74D6-445D-8A04-11FD04DCE6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19">
            <a:extLst xmlns:a="http://schemas.openxmlformats.org/drawingml/2006/main">
              <a:ext uri="{FF2B5EF4-FFF2-40B4-BE49-F238E27FC236}">
                <a16:creationId xmlns:a16="http://schemas.microsoft.com/office/drawing/2014/main" id="{3658B23A-30F1-49F5-B15F-C84042CD5C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19">
            <a:extLst xmlns:a="http://schemas.openxmlformats.org/drawingml/2006/main">
              <a:ext uri="{FF2B5EF4-FFF2-40B4-BE49-F238E27FC236}">
                <a16:creationId xmlns:a16="http://schemas.microsoft.com/office/drawing/2014/main" id="{1C33CDE2-051C-4133-AC4D-9BF21BBFAD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19">
            <a:extLst xmlns:a="http://schemas.openxmlformats.org/drawingml/2006/main">
              <a:ext uri="{FF2B5EF4-FFF2-40B4-BE49-F238E27FC236}">
                <a16:creationId xmlns:a16="http://schemas.microsoft.com/office/drawing/2014/main" id="{EBAB66C5-6011-4001-97D1-F2533DE429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3" name="Google Shape;63;p19">
            <a:extLst xmlns:a="http://schemas.openxmlformats.org/drawingml/2006/main">
              <a:ext uri="{FF2B5EF4-FFF2-40B4-BE49-F238E27FC236}">
                <a16:creationId xmlns:a16="http://schemas.microsoft.com/office/drawing/2014/main" id="{C3E844D9-CDBE-4B4E-9108-4244B1A197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4" name="Google Shape;64;p19">
            <a:extLst xmlns:a="http://schemas.openxmlformats.org/drawingml/2006/main">
              <a:ext uri="{FF2B5EF4-FFF2-40B4-BE49-F238E27FC236}">
                <a16:creationId xmlns:a16="http://schemas.microsoft.com/office/drawing/2014/main" id="{6481FD94-A116-4F86-B8DD-F981C253F6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20">
            <a:extLst xmlns:a="http://schemas.openxmlformats.org/drawingml/2006/main">
              <a:ext uri="{FF2B5EF4-FFF2-40B4-BE49-F238E27FC236}">
                <a16:creationId xmlns:a16="http://schemas.microsoft.com/office/drawing/2014/main" id="{9B661FE5-8493-4342-B2F7-61F5E1CFB4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20">
            <a:extLst xmlns:a="http://schemas.openxmlformats.org/drawingml/2006/main">
              <a:ext uri="{FF2B5EF4-FFF2-40B4-BE49-F238E27FC236}">
                <a16:creationId xmlns:a16="http://schemas.microsoft.com/office/drawing/2014/main" id="{25269E91-DE51-4BFF-B675-B42061C5235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20">
            <a:extLst xmlns:a="http://schemas.openxmlformats.org/drawingml/2006/main">
              <a:ext uri="{FF2B5EF4-FFF2-40B4-BE49-F238E27FC236}">
                <a16:creationId xmlns:a16="http://schemas.microsoft.com/office/drawing/2014/main" id="{3DD738D6-3D25-480B-B8FA-402B57F37F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20">
            <a:extLst xmlns:a="http://schemas.openxmlformats.org/drawingml/2006/main">
              <a:ext uri="{FF2B5EF4-FFF2-40B4-BE49-F238E27FC236}">
                <a16:creationId xmlns:a16="http://schemas.microsoft.com/office/drawing/2014/main" id="{5BD45E7D-A593-4A3A-A90A-A081DF71E9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20">
            <a:extLst xmlns:a="http://schemas.openxmlformats.org/drawingml/2006/main">
              <a:ext uri="{FF2B5EF4-FFF2-40B4-BE49-F238E27FC236}">
                <a16:creationId xmlns:a16="http://schemas.microsoft.com/office/drawing/2014/main" id="{9732958C-1C70-4657-BAEA-D07FDB09D1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20">
            <a:extLst xmlns:a="http://schemas.openxmlformats.org/drawingml/2006/main">
              <a:ext uri="{FF2B5EF4-FFF2-40B4-BE49-F238E27FC236}">
                <a16:creationId xmlns:a16="http://schemas.microsoft.com/office/drawing/2014/main" id="{71C6AC58-AC31-4B85-BD85-ADBBCB4D86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21">
            <a:extLst xmlns:a="http://schemas.openxmlformats.org/drawingml/2006/main">
              <a:ext uri="{FF2B5EF4-FFF2-40B4-BE49-F238E27FC236}">
                <a16:creationId xmlns:a16="http://schemas.microsoft.com/office/drawing/2014/main" id="{B0AC0BD2-90B5-4216-8753-64BC167B5D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21">
            <a:extLst xmlns:a="http://schemas.openxmlformats.org/drawingml/2006/main">
              <a:ext uri="{FF2B5EF4-FFF2-40B4-BE49-F238E27FC236}">
                <a16:creationId xmlns:a16="http://schemas.microsoft.com/office/drawing/2014/main" id="{9078D977-8927-4755-8979-9C5B443F13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5" name="Google Shape;75;p21">
            <a:extLst xmlns:a="http://schemas.openxmlformats.org/drawingml/2006/main">
              <a:ext uri="{FF2B5EF4-FFF2-40B4-BE49-F238E27FC236}">
                <a16:creationId xmlns:a16="http://schemas.microsoft.com/office/drawing/2014/main" id="{C1D04351-DDE7-48EC-99E5-0DE28E1332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21">
            <a:extLst xmlns:a="http://schemas.openxmlformats.org/drawingml/2006/main">
              <a:ext uri="{FF2B5EF4-FFF2-40B4-BE49-F238E27FC236}">
                <a16:creationId xmlns:a16="http://schemas.microsoft.com/office/drawing/2014/main" id="{8C0CE121-F72C-4B10-8A10-78484A7C1D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7" name="Google Shape;77;p21">
            <a:extLst xmlns:a="http://schemas.openxmlformats.org/drawingml/2006/main">
              <a:ext uri="{FF2B5EF4-FFF2-40B4-BE49-F238E27FC236}">
                <a16:creationId xmlns:a16="http://schemas.microsoft.com/office/drawing/2014/main" id="{2910DB0F-5B85-43AE-AFCD-F272EFA12D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Google Shape;79;p22">
            <a:extLst xmlns:a="http://schemas.openxmlformats.org/drawingml/2006/main">
              <a:ext uri="{FF2B5EF4-FFF2-40B4-BE49-F238E27FC236}">
                <a16:creationId xmlns:a16="http://schemas.microsoft.com/office/drawing/2014/main" id="{A9DB6303-7101-4017-822C-C2BB82238D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22">
            <a:extLst xmlns:a="http://schemas.openxmlformats.org/drawingml/2006/main">
              <a:ext uri="{FF2B5EF4-FFF2-40B4-BE49-F238E27FC236}">
                <a16:creationId xmlns:a16="http://schemas.microsoft.com/office/drawing/2014/main" id="{F3128E69-7420-4E7C-B227-5B6B51FE70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p22">
            <a:extLst xmlns:a="http://schemas.openxmlformats.org/drawingml/2006/main">
              <a:ext uri="{FF2B5EF4-FFF2-40B4-BE49-F238E27FC236}">
                <a16:creationId xmlns:a16="http://schemas.microsoft.com/office/drawing/2014/main" id="{D494D9DD-268C-4CC4-8A80-8C34BAFED2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p22">
            <a:extLst xmlns:a="http://schemas.openxmlformats.org/drawingml/2006/main">
              <a:ext uri="{FF2B5EF4-FFF2-40B4-BE49-F238E27FC236}">
                <a16:creationId xmlns:a16="http://schemas.microsoft.com/office/drawing/2014/main" id="{A3D5AB02-9CA9-4271-B1A8-1932B3B4BE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22">
            <a:extLst xmlns:a="http://schemas.openxmlformats.org/drawingml/2006/main">
              <a:ext uri="{FF2B5EF4-FFF2-40B4-BE49-F238E27FC236}">
                <a16:creationId xmlns:a16="http://schemas.microsoft.com/office/drawing/2014/main" id="{5FC762F6-5341-48A8-B7C7-535E954673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e5cbfa62f24c8d" /><Relationship Type="http://schemas.openxmlformats.org/officeDocument/2006/relationships/slideLayout" Target="/ppt/slideLayouts/slideLayout1.xml" Id="Rf70d473371e64f94" /><Relationship Type="http://schemas.openxmlformats.org/officeDocument/2006/relationships/slideLayout" Target="/ppt/slideLayouts/slideLayout2.xml" Id="Rd30f3586358944ab" /><Relationship Type="http://schemas.openxmlformats.org/officeDocument/2006/relationships/slideLayout" Target="/ppt/slideLayouts/slideLayout3.xml" Id="Re25226b704db4372" /><Relationship Type="http://schemas.openxmlformats.org/officeDocument/2006/relationships/slideLayout" Target="/ppt/slideLayouts/slideLayout4.xml" Id="R437508af4c2c4f25" /><Relationship Type="http://schemas.openxmlformats.org/officeDocument/2006/relationships/slideLayout" Target="/ppt/slideLayouts/slideLayout5.xml" Id="R7276843200d84a36" /><Relationship Type="http://schemas.openxmlformats.org/officeDocument/2006/relationships/slideLayout" Target="/ppt/slideLayouts/slideLayout6.xml" Id="R38b72a5c6ee647b5" /><Relationship Type="http://schemas.openxmlformats.org/officeDocument/2006/relationships/slideLayout" Target="/ppt/slideLayouts/slideLayout7.xml" Id="Ra9688ee60e704a7a" /><Relationship Type="http://schemas.openxmlformats.org/officeDocument/2006/relationships/slideLayout" Target="/ppt/slideLayouts/slideLayout8.xml" Id="R9978726a533f4ab9" /><Relationship Type="http://schemas.openxmlformats.org/officeDocument/2006/relationships/slideLayout" Target="/ppt/slideLayouts/slideLayout9.xml" Id="R52358ded6d1e4f33" /><Relationship Type="http://schemas.openxmlformats.org/officeDocument/2006/relationships/slideLayout" Target="/ppt/slideLayouts/slideLayout10.xml" Id="Rbd34052ba41e43dc" /><Relationship Type="http://schemas.openxmlformats.org/officeDocument/2006/relationships/slideLayout" Target="/ppt/slideLayouts/slideLayout11.xml" Id="R0d39c864df6b439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11">
            <a:extLst xmlns:a="http://schemas.openxmlformats.org/drawingml/2006/main">
              <a:ext uri="{FF2B5EF4-FFF2-40B4-BE49-F238E27FC236}">
                <a16:creationId xmlns:a16="http://schemas.microsoft.com/office/drawing/2014/main" id="{94D308D2-7DD5-405D-896D-6C0959569F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11">
            <a:extLst xmlns:a="http://schemas.openxmlformats.org/drawingml/2006/main">
              <a:ext uri="{FF2B5EF4-FFF2-40B4-BE49-F238E27FC236}">
                <a16:creationId xmlns:a16="http://schemas.microsoft.com/office/drawing/2014/main" id="{16498FDF-6529-4D54-B0CD-648C972051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11">
            <a:extLst xmlns:a="http://schemas.openxmlformats.org/drawingml/2006/main">
              <a:ext uri="{FF2B5EF4-FFF2-40B4-BE49-F238E27FC236}">
                <a16:creationId xmlns:a16="http://schemas.microsoft.com/office/drawing/2014/main" id="{F3B22622-4F8B-489A-90BD-70A2BD3854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11">
            <a:extLst xmlns:a="http://schemas.openxmlformats.org/drawingml/2006/main">
              <a:ext uri="{FF2B5EF4-FFF2-40B4-BE49-F238E27FC236}">
                <a16:creationId xmlns:a16="http://schemas.microsoft.com/office/drawing/2014/main" id="{E7367A33-8253-42AB-9B52-635106FDAF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11">
            <a:extLst xmlns:a="http://schemas.openxmlformats.org/drawingml/2006/main">
              <a:ext uri="{FF2B5EF4-FFF2-40B4-BE49-F238E27FC236}">
                <a16:creationId xmlns:a16="http://schemas.microsoft.com/office/drawing/2014/main" id="{AC1178A7-7758-46A3-AB2D-35490D2C0C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0d473371e64f94"/>
    <p:sldLayoutId xmlns:r="http://schemas.openxmlformats.org/officeDocument/2006/relationships" id="2147483650" r:id="Rd30f3586358944ab"/>
    <p:sldLayoutId xmlns:r="http://schemas.openxmlformats.org/officeDocument/2006/relationships" id="2147483651" r:id="Re25226b704db4372"/>
    <p:sldLayoutId xmlns:r="http://schemas.openxmlformats.org/officeDocument/2006/relationships" id="2147483652" r:id="R437508af4c2c4f25"/>
    <p:sldLayoutId xmlns:r="http://schemas.openxmlformats.org/officeDocument/2006/relationships" id="2147483653" r:id="R7276843200d84a36"/>
    <p:sldLayoutId xmlns:r="http://schemas.openxmlformats.org/officeDocument/2006/relationships" id="2147483654" r:id="R38b72a5c6ee647b5"/>
    <p:sldLayoutId xmlns:r="http://schemas.openxmlformats.org/officeDocument/2006/relationships" id="2147483655" r:id="Ra9688ee60e704a7a"/>
    <p:sldLayoutId xmlns:r="http://schemas.openxmlformats.org/officeDocument/2006/relationships" id="2147483656" r:id="R9978726a533f4ab9"/>
    <p:sldLayoutId xmlns:r="http://schemas.openxmlformats.org/officeDocument/2006/relationships" id="2147483657" r:id="R52358ded6d1e4f33"/>
    <p:sldLayoutId xmlns:r="http://schemas.openxmlformats.org/officeDocument/2006/relationships" id="2147483658" r:id="Rbd34052ba41e43dc"/>
    <p:sldLayoutId xmlns:r="http://schemas.openxmlformats.org/officeDocument/2006/relationships" id="2147483659" r:id="R0d39c864df6b439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30c7c98ea4da5" /><Relationship Type="http://schemas.openxmlformats.org/officeDocument/2006/relationships/image" Target="/ppt/media/image.png" Id="R95a9da6d2c314acb" /><Relationship Type="http://schemas.openxmlformats.org/officeDocument/2006/relationships/image" Target="/ppt/media/image2.png" Id="R247fd0afed5640c7" /><Relationship Type="http://schemas.openxmlformats.org/officeDocument/2006/relationships/notesSlide" Target="/ppt/notesSlides/notesSlide1.xml" Id="R66e73f4718d244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6796370404256" /><Relationship Type="http://schemas.openxmlformats.org/officeDocument/2006/relationships/image" Target="/ppt/media/image3.png" Id="R1c2bbf2e55314d8a" /><Relationship Type="http://schemas.openxmlformats.org/officeDocument/2006/relationships/image" Target="/ppt/media/image2.png" Id="R09e3a186b31c47a5" /><Relationship Type="http://schemas.openxmlformats.org/officeDocument/2006/relationships/image" Target="/ppt/media/image4.png" Id="R92e2c3c15ab24ce9" /><Relationship Type="http://schemas.openxmlformats.org/officeDocument/2006/relationships/image" Target="/ppt/media/image5.png" Id="Rcffcce65df244aa4" /><Relationship Type="http://schemas.openxmlformats.org/officeDocument/2006/relationships/image" Target="/ppt/media/image6.png" Id="R76ca1d8a7fa94778" /><Relationship Type="http://schemas.openxmlformats.org/officeDocument/2006/relationships/image" Target="/ppt/media/image7.png" Id="R44dad600e7e34f19" /><Relationship Type="http://schemas.openxmlformats.org/officeDocument/2006/relationships/image" Target="/ppt/media/image8.png" Id="R9d630bc41aea437c" /><Relationship Type="http://schemas.openxmlformats.org/officeDocument/2006/relationships/image" Target="/ppt/media/image9.png" Id="R8c69cf36960343ac" /><Relationship Type="http://schemas.openxmlformats.org/officeDocument/2006/relationships/image" Target="/ppt/media/image10.png" Id="Ra08dbe9c5073479f" /><Relationship Type="http://schemas.openxmlformats.org/officeDocument/2006/relationships/image" Target="/ppt/media/image11.png" Id="Rb6c44a7c946a4ebf" /><Relationship Type="http://schemas.openxmlformats.org/officeDocument/2006/relationships/notesSlide" Target="/ppt/notesSlides/notesSlide2.xml" Id="R995e76de6bd040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27dbb81554170" /><Relationship Type="http://schemas.openxmlformats.org/officeDocument/2006/relationships/image" Target="/ppt/media/image12.png" Id="Racea7e27b50743ef" /><Relationship Type="http://schemas.openxmlformats.org/officeDocument/2006/relationships/image" Target="/ppt/media/image13.png" Id="R04d0b51672e54a86" /><Relationship Type="http://schemas.openxmlformats.org/officeDocument/2006/relationships/notesSlide" Target="/ppt/notesSlides/notesSlide3.xml" Id="Rfa5b1c52174945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0b6d5246c42bb" /><Relationship Type="http://schemas.openxmlformats.org/officeDocument/2006/relationships/image" Target="/ppt/media/image14.png" Id="Rd755dae55a6d42d0" /><Relationship Type="http://schemas.openxmlformats.org/officeDocument/2006/relationships/image" Target="/ppt/media/image13.png" Id="Ra499176722e64bc9" /><Relationship Type="http://schemas.openxmlformats.org/officeDocument/2006/relationships/image" Target="/ppt/media/image4.png" Id="Rcaaa82d0903a481c" /><Relationship Type="http://schemas.openxmlformats.org/officeDocument/2006/relationships/image" Target="/ppt/media/image15.png" Id="Reec84e66333f4621" /><Relationship Type="http://schemas.openxmlformats.org/officeDocument/2006/relationships/notesSlide" Target="/ppt/notesSlides/notesSlide4.xml" Id="R5451ce20111841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4bdb1028a64f53" /><Relationship Type="http://schemas.openxmlformats.org/officeDocument/2006/relationships/image" Target="/ppt/media/image16.png" Id="R6978b610c23b427d" /><Relationship Type="http://schemas.openxmlformats.org/officeDocument/2006/relationships/image" Target="/ppt/media/image17.png" Id="R230d167041a84438" /><Relationship Type="http://schemas.openxmlformats.org/officeDocument/2006/relationships/image" Target="/ppt/media/image18.png" Id="R5eacb3d52799430d" /><Relationship Type="http://schemas.openxmlformats.org/officeDocument/2006/relationships/image" Target="/ppt/media/image19.png" Id="R0de03175ea5a4a17" /><Relationship Type="http://schemas.openxmlformats.org/officeDocument/2006/relationships/image" Target="/ppt/media/image4.png" Id="Rd26f17a56cb944d2" /><Relationship Type="http://schemas.openxmlformats.org/officeDocument/2006/relationships/image" Target="/ppt/media/image15.png" Id="R11efa411cec049fe" /><Relationship Type="http://schemas.openxmlformats.org/officeDocument/2006/relationships/image" Target="/ppt/media/image20.png" Id="R2ea5ab7b3ea24bbb" /><Relationship Type="http://schemas.openxmlformats.org/officeDocument/2006/relationships/image" Target="/ppt/media/image21.png" Id="Rb741035eaaa44315" /><Relationship Type="http://schemas.openxmlformats.org/officeDocument/2006/relationships/image" Target="/ppt/media/image22.png" Id="R659a9114fee1449d" /><Relationship Type="http://schemas.openxmlformats.org/officeDocument/2006/relationships/image" Target="/ppt/media/image23.png" Id="R13d94eefa1c44ec0" /><Relationship Type="http://schemas.openxmlformats.org/officeDocument/2006/relationships/image" Target="/ppt/media/image24.png" Id="R5df27714933f4fe4" /><Relationship Type="http://schemas.openxmlformats.org/officeDocument/2006/relationships/image" Target="/ppt/media/image25.png" Id="R522839bfe7814bcf" /><Relationship Type="http://schemas.openxmlformats.org/officeDocument/2006/relationships/image" Target="/ppt/media/image26.png" Id="Rcf0e54247dd24321" /><Relationship Type="http://schemas.openxmlformats.org/officeDocument/2006/relationships/notesSlide" Target="/ppt/notesSlides/notesSlide5.xml" Id="Rc09d08bfaeb840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397965b3544ad" /><Relationship Type="http://schemas.openxmlformats.org/officeDocument/2006/relationships/image" Target="/ppt/media/image27.png" Id="R9cdefe550075425e" /><Relationship Type="http://schemas.openxmlformats.org/officeDocument/2006/relationships/image" Target="/ppt/media/image17.png" Id="Rddc14aaec02247ae" /><Relationship Type="http://schemas.openxmlformats.org/officeDocument/2006/relationships/image" Target="/ppt/media/image13.png" Id="R987749f5475146b3" /><Relationship Type="http://schemas.openxmlformats.org/officeDocument/2006/relationships/image" Target="/ppt/media/image19.png" Id="R17043c75c4c049c9" /><Relationship Type="http://schemas.openxmlformats.org/officeDocument/2006/relationships/image" Target="/ppt/media/image4.png" Id="Re7b3668dc2ad4e37" /><Relationship Type="http://schemas.openxmlformats.org/officeDocument/2006/relationships/image" Target="/ppt/media/image15.png" Id="Rc096dfd004a04fd8" /><Relationship Type="http://schemas.openxmlformats.org/officeDocument/2006/relationships/image" Target="/ppt/media/image28.png" Id="R040ca154508e4abf" /><Relationship Type="http://schemas.openxmlformats.org/officeDocument/2006/relationships/image" Target="/ppt/media/image29.png" Id="Rb978f2eb743844d8" /><Relationship Type="http://schemas.openxmlformats.org/officeDocument/2006/relationships/image" Target="/ppt/media/image30.png" Id="Ra00fe07690a7466d" /><Relationship Type="http://schemas.openxmlformats.org/officeDocument/2006/relationships/image" Target="/ppt/media/image31.png" Id="R4a1a5e8b8924465c" /><Relationship Type="http://schemas.openxmlformats.org/officeDocument/2006/relationships/image" Target="/ppt/media/image32.png" Id="R7072b9d85d6d4909" /><Relationship Type="http://schemas.openxmlformats.org/officeDocument/2006/relationships/image" Target="/ppt/media/image33.png" Id="Reb0458891e0f4379" /><Relationship Type="http://schemas.openxmlformats.org/officeDocument/2006/relationships/image" Target="/ppt/media/image34.png" Id="Rcac20c1a51ce43e0" /><Relationship Type="http://schemas.openxmlformats.org/officeDocument/2006/relationships/notesSlide" Target="/ppt/notesSlides/notesSlide6.xml" Id="Rf1a35d5783c94f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6eb2747084240" /><Relationship Type="http://schemas.openxmlformats.org/officeDocument/2006/relationships/image" Target="/ppt/media/image35.png" Id="R6c9aa53437b64179" /><Relationship Type="http://schemas.openxmlformats.org/officeDocument/2006/relationships/image" Target="/ppt/media/image17.png" Id="R98c42c9f88eb41b3" /><Relationship Type="http://schemas.openxmlformats.org/officeDocument/2006/relationships/image" Target="/ppt/media/image19.png" Id="Ra93376393b1e41dd" /><Relationship Type="http://schemas.openxmlformats.org/officeDocument/2006/relationships/image" Target="/ppt/media/image4.png" Id="R6a4a8dc431ce428d" /><Relationship Type="http://schemas.openxmlformats.org/officeDocument/2006/relationships/image" Target="/ppt/media/image36.png" Id="R0d9b1a321ffc426b" /><Relationship Type="http://schemas.openxmlformats.org/officeDocument/2006/relationships/image" Target="/ppt/media/image15.png" Id="R1966789364b049eb" /><Relationship Type="http://schemas.openxmlformats.org/officeDocument/2006/relationships/image" Target="/ppt/media/image37.png" Id="R42d09769c58d47c0" /><Relationship Type="http://schemas.openxmlformats.org/officeDocument/2006/relationships/image" Target="/ppt/media/image38.png" Id="R8a83b8d6a8cf4d2f" /><Relationship Type="http://schemas.openxmlformats.org/officeDocument/2006/relationships/image" Target="/ppt/media/image39.png" Id="Rbb1c430548134f29" /><Relationship Type="http://schemas.openxmlformats.org/officeDocument/2006/relationships/image" Target="/ppt/media/image40.png" Id="Rfa9c8d82286a4d20" /><Relationship Type="http://schemas.openxmlformats.org/officeDocument/2006/relationships/image" Target="/ppt/media/image41.png" Id="Rab37e08ab86840e4" /><Relationship Type="http://schemas.openxmlformats.org/officeDocument/2006/relationships/image" Target="/ppt/media/image42.png" Id="R3da804a0d1824c7a" /><Relationship Type="http://schemas.openxmlformats.org/officeDocument/2006/relationships/image" Target="/ppt/media/image43.png" Id="R961f0e45df6642bb" /><Relationship Type="http://schemas.openxmlformats.org/officeDocument/2006/relationships/notesSlide" Target="/ppt/notesSlides/notesSlide7.xml" Id="Rf9187a792f0b44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52aa5f1994ccd" /><Relationship Type="http://schemas.openxmlformats.org/officeDocument/2006/relationships/image" Target="/ppt/media/image44.png" Id="R57600f27beb34af3" /><Relationship Type="http://schemas.openxmlformats.org/officeDocument/2006/relationships/image" Target="/ppt/media/image17.png" Id="R790240bed4814239" /><Relationship Type="http://schemas.openxmlformats.org/officeDocument/2006/relationships/image" Target="/ppt/media/image19.png" Id="Rc0c68f979b16407a" /><Relationship Type="http://schemas.openxmlformats.org/officeDocument/2006/relationships/image" Target="/ppt/media/image4.png" Id="R6e7c799951f34235" /><Relationship Type="http://schemas.openxmlformats.org/officeDocument/2006/relationships/image" Target="/ppt/media/image15.png" Id="R34b78af69b844b5d" /><Relationship Type="http://schemas.openxmlformats.org/officeDocument/2006/relationships/image" Target="/ppt/media/image45.png" Id="R99e0dd39a5644dd1" /><Relationship Type="http://schemas.openxmlformats.org/officeDocument/2006/relationships/image" Target="/ppt/media/image36.png" Id="R6a4449f88d4d41f6" /><Relationship Type="http://schemas.openxmlformats.org/officeDocument/2006/relationships/image" Target="/ppt/media/image46.png" Id="Rc151b58b78214fda" /><Relationship Type="http://schemas.openxmlformats.org/officeDocument/2006/relationships/image" Target="/ppt/media/image47.png" Id="R032018844f234c8c" /><Relationship Type="http://schemas.openxmlformats.org/officeDocument/2006/relationships/image" Target="/ppt/media/image48.png" Id="Rb95e4a0b87eb4a7e" /><Relationship Type="http://schemas.openxmlformats.org/officeDocument/2006/relationships/image" Target="/ppt/media/image49.png" Id="R8d0abed6c02f4b83" /><Relationship Type="http://schemas.openxmlformats.org/officeDocument/2006/relationships/image" Target="/ppt/media/image50.png" Id="R350187fa095d452a" /><Relationship Type="http://schemas.openxmlformats.org/officeDocument/2006/relationships/image" Target="/ppt/media/image51.png" Id="R642053400b474d4f" /><Relationship Type="http://schemas.openxmlformats.org/officeDocument/2006/relationships/image" Target="/ppt/media/image52.png" Id="R0d849aaeb2d74d43" /><Relationship Type="http://schemas.openxmlformats.org/officeDocument/2006/relationships/notesSlide" Target="/ppt/notesSlides/notesSlide8.xml" Id="R7a40b4e7e29c49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2cc2f794443e9" /><Relationship Type="http://schemas.openxmlformats.org/officeDocument/2006/relationships/image" Target="/ppt/media/image53.png" Id="Rd98b7adf7f0243a4" /><Relationship Type="http://schemas.openxmlformats.org/officeDocument/2006/relationships/image" Target="/ppt/media/image17.png" Id="Rb4ebdcbec4c44da6" /><Relationship Type="http://schemas.openxmlformats.org/officeDocument/2006/relationships/image" Target="/ppt/media/image19.png" Id="Rb56c34924bb8434e" /><Relationship Type="http://schemas.openxmlformats.org/officeDocument/2006/relationships/image" Target="/ppt/media/image4.png" Id="R2a600875a43c4b5a" /><Relationship Type="http://schemas.openxmlformats.org/officeDocument/2006/relationships/image" Target="/ppt/media/image15.png" Id="R7f15e14bae264ea6" /><Relationship Type="http://schemas.openxmlformats.org/officeDocument/2006/relationships/image" Target="/ppt/media/image45.png" Id="Ra00e7da260f641ab" /><Relationship Type="http://schemas.openxmlformats.org/officeDocument/2006/relationships/image" Target="/ppt/media/image36.png" Id="Ra4e07e8c482c4ccb" /><Relationship Type="http://schemas.openxmlformats.org/officeDocument/2006/relationships/image" Target="/ppt/media/image54.png" Id="R609d43892a8042dc" /><Relationship Type="http://schemas.openxmlformats.org/officeDocument/2006/relationships/image" Target="/ppt/media/image55.png" Id="Rae7eef9b69da4029" /><Relationship Type="http://schemas.openxmlformats.org/officeDocument/2006/relationships/image" Target="/ppt/media/image56.png" Id="R8c47f5fc818a4487" /><Relationship Type="http://schemas.openxmlformats.org/officeDocument/2006/relationships/image" Target="/ppt/media/image57.png" Id="R930512b5290d498e" /><Relationship Type="http://schemas.openxmlformats.org/officeDocument/2006/relationships/image" Target="/ppt/media/image58.png" Id="R869dec40395d4d62" /><Relationship Type="http://schemas.openxmlformats.org/officeDocument/2006/relationships/image" Target="/ppt/media/image59.png" Id="Rd76beffeed804d4b" /><Relationship Type="http://schemas.openxmlformats.org/officeDocument/2006/relationships/image" Target="/ppt/media/image60.png" Id="Re92b344fdb9b46c1" /><Relationship Type="http://schemas.openxmlformats.org/officeDocument/2006/relationships/notesSlide" Target="/ppt/notesSlides/notesSlide9.xml" Id="Rf5c53adb87074d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cc9a611884cc5" /><Relationship Type="http://schemas.openxmlformats.org/officeDocument/2006/relationships/image" Target="/ppt/media/image61.png" Id="R2afaa8c6ed1e4db8" /><Relationship Type="http://schemas.openxmlformats.org/officeDocument/2006/relationships/image" Target="/ppt/media/image13.png" Id="Raefd6cf4622f4c28" /><Relationship Type="http://schemas.openxmlformats.org/officeDocument/2006/relationships/image" Target="/ppt/media/image2.png" Id="R578c0dd8f2d44b7b" /><Relationship Type="http://schemas.openxmlformats.org/officeDocument/2006/relationships/image" Target="/ppt/media/image4.png" Id="Rea2724db4c814058" /><Relationship Type="http://schemas.openxmlformats.org/officeDocument/2006/relationships/image" Target="/ppt/media/image62.png" Id="R1c9ab36771f34cd1" /><Relationship Type="http://schemas.openxmlformats.org/officeDocument/2006/relationships/image" Target="/ppt/media/image63.png" Id="R98d8ca4d9f874eaa" /><Relationship Type="http://schemas.openxmlformats.org/officeDocument/2006/relationships/image" Target="/ppt/media/image64.png" Id="Rb74c41a98e964d12" /><Relationship Type="http://schemas.openxmlformats.org/officeDocument/2006/relationships/image" Target="/ppt/media/image65.png" Id="R26ecc003183b4c2d" /><Relationship Type="http://schemas.openxmlformats.org/officeDocument/2006/relationships/image" Target="/ppt/media/image66.png" Id="R4e0ec597d64f4356" /><Relationship Type="http://schemas.openxmlformats.org/officeDocument/2006/relationships/image" Target="/ppt/media/image67.png" Id="Ra066b7305dee4193" /><Relationship Type="http://schemas.openxmlformats.org/officeDocument/2006/relationships/image" Target="/ppt/media/image68.png" Id="R15d58b579b7e4988" /><Relationship Type="http://schemas.openxmlformats.org/officeDocument/2006/relationships/image" Target="/ppt/media/image69.png" Id="R70878702980749d3" /><Relationship Type="http://schemas.openxmlformats.org/officeDocument/2006/relationships/notesSlide" Target="/ppt/notesSlides/notesSlide10.xml" Id="R42270dbbe79e4c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2" name="Google Shape;112;p3">
            <a:extLst xmlns:a="http://schemas.openxmlformats.org/drawingml/2006/main">
              <a:ext uri="{FF2B5EF4-FFF2-40B4-BE49-F238E27FC236}">
                <a16:creationId xmlns:a16="http://schemas.microsoft.com/office/drawing/2014/main" id="{8BEE5832-26C6-47AA-8569-76F0F7E589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a9da6d2c314a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3" name="Google Shape;113;p3">
            <a:extLst xmlns:a="http://schemas.openxmlformats.org/drawingml/2006/main">
              <a:ext uri="{FF2B5EF4-FFF2-40B4-BE49-F238E27FC236}">
                <a16:creationId xmlns:a16="http://schemas.microsoft.com/office/drawing/2014/main" id="{9147B9E3-CA28-42FC-8B45-9BAF524392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7fd0afed5640c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18399" y="432280"/>
            <a:ext cx="2860957" cy="53019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19A5686-B4EF-441E-A42C-9F6AA494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Tony.</a:t>
            </a:r>
          </a:p>
        </p:txBody>
      </p:sp>
    </p:spTree>
    <p:extLst>
      <p:ext uri="{BB962C8B-B14F-4D97-AF65-F5344CB8AC3E}">
        <p14:creationId xmlns:p14="http://schemas.microsoft.com/office/powerpoint/2010/main" val="5223813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1" name="Google Shape;121;p4">
            <a:extLst xmlns:a="http://schemas.openxmlformats.org/drawingml/2006/main">
              <a:ext uri="{FF2B5EF4-FFF2-40B4-BE49-F238E27FC236}">
                <a16:creationId xmlns:a16="http://schemas.microsoft.com/office/drawing/2014/main" id="{492DC043-91A7-4DF3-A19E-961594D5F6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2bbf2e55314d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2" name="Google Shape;122;p4">
            <a:extLst xmlns:a="http://schemas.openxmlformats.org/drawingml/2006/main">
              <a:ext uri="{FF2B5EF4-FFF2-40B4-BE49-F238E27FC236}">
                <a16:creationId xmlns:a16="http://schemas.microsoft.com/office/drawing/2014/main" id="{BB39770C-A4D1-4F16-AD0A-C303820088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e3a186b31c47a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18399" y="432280"/>
            <a:ext cx="2860957" cy="53019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4" name="Google Shape;124;p4">
            <a:extLst xmlns:a="http://schemas.openxmlformats.org/drawingml/2006/main">
              <a:ext uri="{FF2B5EF4-FFF2-40B4-BE49-F238E27FC236}">
                <a16:creationId xmlns:a16="http://schemas.microsoft.com/office/drawing/2014/main" id="{517C9120-58BD-494B-97BC-0C9C75871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e2c3c15ab24c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68318" y="4161158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6108ACF-FB33-4957-A2FA-D9F0D27860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cce65df244aa4"/>
          <a:stretch xmlns:a="http://schemas.openxmlformats.org/drawingml/2006/main"/>
        </p:blipFill>
        <p:spPr>
          <a:xfrm xmlns:a="http://schemas.openxmlformats.org/drawingml/2006/main">
            <a:off x="6712327" y="398289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E7453868-8D79-4171-9FC8-41F844209E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a1d8a7fa94778"/>
          <a:stretch xmlns:a="http://schemas.openxmlformats.org/drawingml/2006/main"/>
        </p:blipFill>
        <p:spPr>
          <a:xfrm xmlns:a="http://schemas.openxmlformats.org/drawingml/2006/main">
            <a:off x="6630741" y="389870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D30370C-D40A-49DD-9DEB-662B624E44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dad600e7e34f19"/>
          <a:stretch xmlns:a="http://schemas.openxmlformats.org/drawingml/2006/main"/>
        </p:blipFill>
        <p:spPr>
          <a:xfrm xmlns:a="http://schemas.openxmlformats.org/drawingml/2006/main">
            <a:off x="6997788" y="3895529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CC57904A-CBE8-4C4B-8CEA-78B760BFA7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30bc41aea437c"/>
          <a:stretch xmlns:a="http://schemas.openxmlformats.org/drawingml/2006/main"/>
        </p:blipFill>
        <p:spPr>
          <a:xfrm xmlns:a="http://schemas.openxmlformats.org/drawingml/2006/main">
            <a:off x="6841773" y="382576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B9AE002-2764-469C-9E55-35701460BB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9cf36960343ac"/>
          <a:stretch xmlns:a="http://schemas.openxmlformats.org/drawingml/2006/main"/>
        </p:blipFill>
        <p:spPr>
          <a:xfrm xmlns:a="http://schemas.openxmlformats.org/drawingml/2006/main">
            <a:off x="7005324" y="397816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1F04185-D0F1-4690-9B83-B0533F7185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8dbe9c5073479f"/>
          <a:stretch xmlns:a="http://schemas.openxmlformats.org/drawingml/2006/main"/>
        </p:blipFill>
        <p:spPr>
          <a:xfrm xmlns:a="http://schemas.openxmlformats.org/drawingml/2006/main">
            <a:off x="6997764" y="378378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29CB8417-8FD1-4CFC-A3AB-2981EB66B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44a7c946a4ebf"/>
          <a:stretch xmlns:a="http://schemas.openxmlformats.org/drawingml/2006/main"/>
        </p:blipFill>
        <p:spPr>
          <a:xfrm xmlns:a="http://schemas.openxmlformats.org/drawingml/2006/main">
            <a:off x="6627343" y="3806397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32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E2BEAB49-9B29-42DA-A929-CACF8EBB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Tony has 8 cookies.</a:t>
            </a:r>
          </a:p>
        </p:txBody>
      </p:sp>
    </p:spTree>
    <p:extLst>
      <p:ext uri="{BB962C8B-B14F-4D97-AF65-F5344CB8AC3E}">
        <p14:creationId xmlns:p14="http://schemas.microsoft.com/office/powerpoint/2010/main" val="4429617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9" name="Google Shape;89;p1">
            <a:extLst xmlns:a="http://schemas.openxmlformats.org/drawingml/2006/main">
              <a:ext uri="{FF2B5EF4-FFF2-40B4-BE49-F238E27FC236}">
                <a16:creationId xmlns:a16="http://schemas.microsoft.com/office/drawing/2014/main" id="{A08690AA-1CE8-4FFD-AB4B-C0BABBCE0A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cea7e27b50743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0" name="Google Shape;90;p1">
            <a:extLst xmlns:a="http://schemas.openxmlformats.org/drawingml/2006/main">
              <a:ext uri="{FF2B5EF4-FFF2-40B4-BE49-F238E27FC236}">
                <a16:creationId xmlns:a16="http://schemas.microsoft.com/office/drawing/2014/main" id="{532011A3-0128-48A7-B8CB-20F576FAEB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4d0b51672e54a8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062562" y="284011"/>
            <a:ext cx="4066876" cy="557809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9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9DCB4502-7593-4081-BBB5-BF19471D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Katie.</a:t>
            </a:r>
          </a:p>
        </p:txBody>
      </p:sp>
    </p:spTree>
    <p:extLst>
      <p:ext uri="{BB962C8B-B14F-4D97-AF65-F5344CB8AC3E}">
        <p14:creationId xmlns:p14="http://schemas.microsoft.com/office/powerpoint/2010/main" val="11721742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Google Shape;98;p2">
            <a:extLst xmlns:a="http://schemas.openxmlformats.org/drawingml/2006/main">
              <a:ext uri="{FF2B5EF4-FFF2-40B4-BE49-F238E27FC236}">
                <a16:creationId xmlns:a16="http://schemas.microsoft.com/office/drawing/2014/main" id="{F38AB555-8D0E-4188-963C-1CD4959480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55dae55a6d42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" name="Google Shape;99;p2">
            <a:extLst xmlns:a="http://schemas.openxmlformats.org/drawingml/2006/main">
              <a:ext uri="{FF2B5EF4-FFF2-40B4-BE49-F238E27FC236}">
                <a16:creationId xmlns:a16="http://schemas.microsoft.com/office/drawing/2014/main" id="{AF4B4D5D-E6E9-494A-A065-A5B0C2E8E0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99176722e64bc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062562" y="284011"/>
            <a:ext cx="4066876" cy="557809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1" name="Google Shape;101;p2">
            <a:extLst xmlns:a="http://schemas.openxmlformats.org/drawingml/2006/main">
              <a:ext uri="{FF2B5EF4-FFF2-40B4-BE49-F238E27FC236}">
                <a16:creationId xmlns:a16="http://schemas.microsoft.com/office/drawing/2014/main" id="{526B3213-1B05-4403-A295-7736835361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aaa82d0903a481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824350" y="4193886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2" name="Google Shape;102;p2">
            <a:extLst xmlns:a="http://schemas.openxmlformats.org/drawingml/2006/main">
              <a:ext uri="{FF2B5EF4-FFF2-40B4-BE49-F238E27FC236}">
                <a16:creationId xmlns:a16="http://schemas.microsoft.com/office/drawing/2014/main" id="{5EBCF2B6-8A1A-4645-BEFA-4230A0AD96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c84e66333f46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68359" y="4012447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03" name="Google Shape;103;p2">
            <a:extLst xmlns:a="http://schemas.openxmlformats.org/drawingml/2006/main">
              <a:ext uri="{FF2B5EF4-FFF2-40B4-BE49-F238E27FC236}">
                <a16:creationId xmlns:a16="http://schemas.microsoft.com/office/drawing/2014/main" id="{8D0D8406-4CCE-41FF-AB26-B7A4BB7C26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c84e66333f46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53796" y="4022411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36AC78F-ECDE-46C0-A53F-36EAA024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has 2 cookies.</a:t>
            </a:r>
          </a:p>
        </p:txBody>
      </p:sp>
    </p:spTree>
    <p:extLst>
      <p:ext uri="{BB962C8B-B14F-4D97-AF65-F5344CB8AC3E}">
        <p14:creationId xmlns:p14="http://schemas.microsoft.com/office/powerpoint/2010/main" val="16670941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6" name="Google Shape;136;p5">
            <a:extLst xmlns:a="http://schemas.openxmlformats.org/drawingml/2006/main">
              <a:ext uri="{FF2B5EF4-FFF2-40B4-BE49-F238E27FC236}">
                <a16:creationId xmlns:a16="http://schemas.microsoft.com/office/drawing/2014/main" id="{73906700-398F-4973-AF03-74359ECE3A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78b610c23b427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7" name="Google Shape;137;p5">
            <a:extLst xmlns:a="http://schemas.openxmlformats.org/drawingml/2006/main">
              <a:ext uri="{FF2B5EF4-FFF2-40B4-BE49-F238E27FC236}">
                <a16:creationId xmlns:a16="http://schemas.microsoft.com/office/drawing/2014/main" id="{87474655-20CC-4D19-9532-986D1FB89C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0d167041a84438">
            <a:alphaModFix/>
          </a:blip>
          <a:srcRect xmlns:a="http://schemas.openxmlformats.org/drawingml/2006/main" l="0" t="24519" r="0" b="0"/>
          <a:stretch xmlns:a="http://schemas.openxmlformats.org/drawingml/2006/main"/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9" name="Google Shape;139;p5">
            <a:extLst xmlns:a="http://schemas.openxmlformats.org/drawingml/2006/main">
              <a:ext uri="{FF2B5EF4-FFF2-40B4-BE49-F238E27FC236}">
                <a16:creationId xmlns:a16="http://schemas.microsoft.com/office/drawing/2014/main" id="{D306C0F2-ACD5-46D5-B3CB-ACFAD74510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acb3d52799430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75369" y="715341"/>
            <a:ext cx="2496968" cy="428177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0" name="Google Shape;140;p5">
            <a:extLst xmlns:a="http://schemas.openxmlformats.org/drawingml/2006/main">
              <a:ext uri="{FF2B5EF4-FFF2-40B4-BE49-F238E27FC236}">
                <a16:creationId xmlns:a16="http://schemas.microsoft.com/office/drawing/2014/main" id="{10720A34-7974-42C8-BC47-F4C57389FE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e03175ea5a4a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1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15A3C803-A809-494F-99BD-2481E69369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6f17a56cb944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2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CFC3E0E1-7C1D-4962-B0B5-6C9F8C6A25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efa411cec049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3" name="Google Shape;143;p5">
            <a:extLst xmlns:a="http://schemas.openxmlformats.org/drawingml/2006/main">
              <a:ext uri="{FF2B5EF4-FFF2-40B4-BE49-F238E27FC236}">
                <a16:creationId xmlns:a16="http://schemas.microsoft.com/office/drawing/2014/main" id="{60B6826F-C700-436D-9368-6A29AF619C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efa411cec049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23289" y="4467412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7" name="Google Shape;147;p5">
            <a:extLst xmlns:a="http://schemas.openxmlformats.org/drawingml/2006/main">
              <a:ext uri="{FF2B5EF4-FFF2-40B4-BE49-F238E27FC236}">
                <a16:creationId xmlns:a16="http://schemas.microsoft.com/office/drawing/2014/main" id="{7B3B4CE7-C63B-4C27-ADCA-E469325FAF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26f17a56cb944d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F7ED506F-45C9-4CF4-B7C4-BF73586EB7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5ab7b3ea24bbb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5BA4619-98EE-435C-8622-4042BC299C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1035eaaa44315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9C1078A-FB8B-419C-95C3-5A5AFC9BA3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a9114fee1449d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628101B-54C5-4B20-A843-E3DAD93FB2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94eefa1c44ec0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89367E80-D46C-43E8-91FF-3C26C59E02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f27714933f4fe4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D2800E9-A892-4E15-9BF6-F126061D3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2839bfe7814bcf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B8376452-C8CA-4010-8CA7-CB0458A65E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e54247dd24321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5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C8C797DB-0B59-412E-8FDB-D3ECFA09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and Tony are having a picnic.</a:t>
            </a:r>
          </a:p>
        </p:txBody>
      </p:sp>
    </p:spTree>
    <p:extLst>
      <p:ext uri="{BB962C8B-B14F-4D97-AF65-F5344CB8AC3E}">
        <p14:creationId xmlns:p14="http://schemas.microsoft.com/office/powerpoint/2010/main" val="24854152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9" name="Google Shape;159;p6">
            <a:extLst xmlns:a="http://schemas.openxmlformats.org/drawingml/2006/main">
              <a:ext uri="{FF2B5EF4-FFF2-40B4-BE49-F238E27FC236}">
                <a16:creationId xmlns:a16="http://schemas.microsoft.com/office/drawing/2014/main" id="{AFA4A8F0-1E22-47F6-9629-A54ACA91D7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defe55007542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0" name="Google Shape;160;p6">
            <a:extLst xmlns:a="http://schemas.openxmlformats.org/drawingml/2006/main">
              <a:ext uri="{FF2B5EF4-FFF2-40B4-BE49-F238E27FC236}">
                <a16:creationId xmlns:a16="http://schemas.microsoft.com/office/drawing/2014/main" id="{5A23FA99-EE4A-4AA6-8778-3EB5DCE57F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c14aaec02247ae">
            <a:alphaModFix/>
          </a:blip>
          <a:srcRect xmlns:a="http://schemas.openxmlformats.org/drawingml/2006/main" l="0" t="24519" r="0" b="0"/>
          <a:stretch xmlns:a="http://schemas.openxmlformats.org/drawingml/2006/main"/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61;p6">
            <a:extLst xmlns:a="http://schemas.openxmlformats.org/drawingml/2006/main">
              <a:ext uri="{FF2B5EF4-FFF2-40B4-BE49-F238E27FC236}">
                <a16:creationId xmlns:a16="http://schemas.microsoft.com/office/drawing/2014/main" id="{A817B99C-2515-4F0A-A01F-BD2244EE43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7749f5475146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2595" y="-124116"/>
            <a:ext cx="3789605" cy="51977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3" name="Google Shape;163;p6">
            <a:extLst xmlns:a="http://schemas.openxmlformats.org/drawingml/2006/main">
              <a:ext uri="{FF2B5EF4-FFF2-40B4-BE49-F238E27FC236}">
                <a16:creationId xmlns:a16="http://schemas.microsoft.com/office/drawing/2014/main" id="{368BD6D8-EC1E-4ECE-A6EE-5566DAF7F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7043c75c4c049c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0" name="Google Shape;170;p6">
            <a:extLst xmlns:a="http://schemas.openxmlformats.org/drawingml/2006/main">
              <a:ext uri="{FF2B5EF4-FFF2-40B4-BE49-F238E27FC236}">
                <a16:creationId xmlns:a16="http://schemas.microsoft.com/office/drawing/2014/main" id="{22D6583F-278B-4863-BA5D-F1CD4BF9F5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b3668dc2ad4e3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1338D9F7-A506-4679-ABB0-0237D17CF6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7b3668dc2ad4e3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A82FBAE7-48F4-4351-88C5-55024DBF4D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96dfd004a04fd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" name="Google Shape;143;p5">
            <a:extLst xmlns:a="http://schemas.openxmlformats.org/drawingml/2006/main">
              <a:ext uri="{FF2B5EF4-FFF2-40B4-BE49-F238E27FC236}">
                <a16:creationId xmlns:a16="http://schemas.microsoft.com/office/drawing/2014/main" id="{0BCBA4C7-13F3-40F0-B3E2-9F52940A9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96dfd004a04fd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23289" y="4467412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166485F-7874-4A4C-96A2-88B82A6EEC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ca154508e4abf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57B91ABF-765D-4AFD-B2D7-6F7A7D91ED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8f2eb743844d8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0FFF627-B0C2-4C6A-83CD-D599323266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fe07690a7466d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91CDACE6-3001-4BEF-B416-479CF43E9C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a5e8b8924465c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B41898B4-F1BE-479B-84DE-3A2D24B477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2b9d85d6d4909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EBA4990D-285D-46AF-BF61-F58F7A2F8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458891e0f4379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A1A12853-5FAF-44BD-8459-EDA4D5EAA3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20c1a51ce43e0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178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D070EF4D-3E5A-47DD-B25A-F61907C5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stands up and leaves her cookies on the blanket.</a:t>
            </a:r>
          </a:p>
        </p:txBody>
      </p:sp>
    </p:spTree>
    <p:extLst>
      <p:ext uri="{BB962C8B-B14F-4D97-AF65-F5344CB8AC3E}">
        <p14:creationId xmlns:p14="http://schemas.microsoft.com/office/powerpoint/2010/main" val="15422931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2" name="Google Shape;182;p7">
            <a:extLst xmlns:a="http://schemas.openxmlformats.org/drawingml/2006/main">
              <a:ext uri="{FF2B5EF4-FFF2-40B4-BE49-F238E27FC236}">
                <a16:creationId xmlns:a16="http://schemas.microsoft.com/office/drawing/2014/main" id="{0A80C043-3D26-4181-8197-3AEA73FD07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9aa53437b641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3" name="Google Shape;183;p7">
            <a:extLst xmlns:a="http://schemas.openxmlformats.org/drawingml/2006/main">
              <a:ext uri="{FF2B5EF4-FFF2-40B4-BE49-F238E27FC236}">
                <a16:creationId xmlns:a16="http://schemas.microsoft.com/office/drawing/2014/main" id="{E31482D4-CF38-4D76-BE22-DA208E6BF4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c42c9f88eb41b3">
            <a:alphaModFix/>
          </a:blip>
          <a:srcRect xmlns:a="http://schemas.openxmlformats.org/drawingml/2006/main" l="0" t="24519" r="0" b="0"/>
          <a:stretch xmlns:a="http://schemas.openxmlformats.org/drawingml/2006/main"/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85" name="Google Shape;185;p7">
            <a:extLst xmlns:a="http://schemas.openxmlformats.org/drawingml/2006/main">
              <a:ext uri="{FF2B5EF4-FFF2-40B4-BE49-F238E27FC236}">
                <a16:creationId xmlns:a16="http://schemas.microsoft.com/office/drawing/2014/main" id="{CC71DECA-22C6-4607-81D9-2A7C502477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93376393b1e41d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2" name="Google Shape;192;p7">
            <a:extLst xmlns:a="http://schemas.openxmlformats.org/drawingml/2006/main">
              <a:ext uri="{FF2B5EF4-FFF2-40B4-BE49-F238E27FC236}">
                <a16:creationId xmlns:a16="http://schemas.microsoft.com/office/drawing/2014/main" id="{A4D0E024-E456-4B98-AF62-B9977EEA21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4a8dc431ce428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99" name="Google Shape;199;p7">
            <a:extLst xmlns:a="http://schemas.openxmlformats.org/drawingml/2006/main">
              <a:ext uri="{FF2B5EF4-FFF2-40B4-BE49-F238E27FC236}">
                <a16:creationId xmlns:a16="http://schemas.microsoft.com/office/drawing/2014/main" id="{B20A08FB-5792-4B1D-9FF0-18097F2405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d9b1a321ffc42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57338" y="201056"/>
            <a:ext cx="3049724" cy="53002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" name="Google Shape;141;p5">
            <a:extLst xmlns:a="http://schemas.openxmlformats.org/drawingml/2006/main">
              <a:ext uri="{FF2B5EF4-FFF2-40B4-BE49-F238E27FC236}">
                <a16:creationId xmlns:a16="http://schemas.microsoft.com/office/drawing/2014/main" id="{1751D116-7FCD-4689-B0A7-A662A11A0D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4a8dc431ce428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" name="Google Shape;142;p5">
            <a:extLst xmlns:a="http://schemas.openxmlformats.org/drawingml/2006/main">
              <a:ext uri="{FF2B5EF4-FFF2-40B4-BE49-F238E27FC236}">
                <a16:creationId xmlns:a16="http://schemas.microsoft.com/office/drawing/2014/main" id="{F73011DD-B9CA-4AC4-8C5E-384240F1FC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66789364b049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" name="Google Shape;143;p5">
            <a:extLst xmlns:a="http://schemas.openxmlformats.org/drawingml/2006/main">
              <a:ext uri="{FF2B5EF4-FFF2-40B4-BE49-F238E27FC236}">
                <a16:creationId xmlns:a16="http://schemas.microsoft.com/office/drawing/2014/main" id="{69C4DC67-4C44-4787-92B9-E3CB14D620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966789364b049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23289" y="4467412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2D69BFC3-1138-4C29-8C80-604CBA023A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09769c58d47c0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5AD93F1F-496F-46C6-875A-E39C64A64F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3b8d6a8cf4d2f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538213D2-4530-4CB9-BA37-3A943C7696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c430548134f29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5C26565-7677-47CA-A2CE-549B6CF289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c8d82286a4d20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03CC31E5-7421-42B0-BA61-97F6E71EB6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7e08ab86840e4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36CB0AA8-79FF-4001-8298-8AB07E8E84F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804a0d1824c7a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25A376A8-4332-49B8-A202-1AB535A834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f0e45df6642bb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07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2D2B9CBF-A113-4B97-8ADE-BB0FEC1A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Katie walks away.</a:t>
            </a:r>
          </a:p>
        </p:txBody>
      </p:sp>
    </p:spTree>
    <p:extLst>
      <p:ext uri="{BB962C8B-B14F-4D97-AF65-F5344CB8AC3E}">
        <p14:creationId xmlns:p14="http://schemas.microsoft.com/office/powerpoint/2010/main" val="15985761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5" name="Google Shape;205;p8">
            <a:extLst xmlns:a="http://schemas.openxmlformats.org/drawingml/2006/main">
              <a:ext uri="{FF2B5EF4-FFF2-40B4-BE49-F238E27FC236}">
                <a16:creationId xmlns:a16="http://schemas.microsoft.com/office/drawing/2014/main" id="{8E009F49-02F6-403E-A516-9229103E9D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600f27beb34af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7" name="Google Shape;207;p8">
            <a:extLst xmlns:a="http://schemas.openxmlformats.org/drawingml/2006/main">
              <a:ext uri="{FF2B5EF4-FFF2-40B4-BE49-F238E27FC236}">
                <a16:creationId xmlns:a16="http://schemas.microsoft.com/office/drawing/2014/main" id="{411B8B6C-A94E-44A1-A399-C7BE5D2649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0240bed4814239">
            <a:alphaModFix/>
          </a:blip>
          <a:srcRect xmlns:a="http://schemas.openxmlformats.org/drawingml/2006/main" l="0" t="24519" r="0" b="0"/>
          <a:stretch xmlns:a="http://schemas.openxmlformats.org/drawingml/2006/main"/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8" name="Google Shape;208;p8">
            <a:extLst xmlns:a="http://schemas.openxmlformats.org/drawingml/2006/main">
              <a:ext uri="{FF2B5EF4-FFF2-40B4-BE49-F238E27FC236}">
                <a16:creationId xmlns:a16="http://schemas.microsoft.com/office/drawing/2014/main" id="{2BB23D8E-E9B8-4627-AEB8-318A7E3A40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c68f979b16407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09" name="Google Shape;209;p8">
            <a:extLst xmlns:a="http://schemas.openxmlformats.org/drawingml/2006/main">
              <a:ext uri="{FF2B5EF4-FFF2-40B4-BE49-F238E27FC236}">
                <a16:creationId xmlns:a16="http://schemas.microsoft.com/office/drawing/2014/main" id="{64742B82-4A68-4BDA-9047-6F3222B542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7c799951f3423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0" name="Google Shape;210;p8">
            <a:extLst xmlns:a="http://schemas.openxmlformats.org/drawingml/2006/main">
              <a:ext uri="{FF2B5EF4-FFF2-40B4-BE49-F238E27FC236}">
                <a16:creationId xmlns:a16="http://schemas.microsoft.com/office/drawing/2014/main" id="{28ECF4E4-F194-4E77-9237-B2CD4C2849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b78af69b844b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7852" y="4467412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1" name="Google Shape;211;p8">
            <a:extLst xmlns:a="http://schemas.openxmlformats.org/drawingml/2006/main">
              <a:ext uri="{FF2B5EF4-FFF2-40B4-BE49-F238E27FC236}">
                <a16:creationId xmlns:a16="http://schemas.microsoft.com/office/drawing/2014/main" id="{8D8E48D5-200F-4C57-A673-05A3240721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4b78af69b844b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17970" y="4467412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215;p8">
            <a:extLst xmlns:a="http://schemas.openxmlformats.org/drawingml/2006/main">
              <a:ext uri="{FF2B5EF4-FFF2-40B4-BE49-F238E27FC236}">
                <a16:creationId xmlns:a16="http://schemas.microsoft.com/office/drawing/2014/main" id="{7AC8FD35-01E5-49DF-8A92-5B6F9097820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7c799951f3423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1" name="Google Shape;221;p8">
            <a:extLst xmlns:a="http://schemas.openxmlformats.org/drawingml/2006/main">
              <a:ext uri="{FF2B5EF4-FFF2-40B4-BE49-F238E27FC236}">
                <a16:creationId xmlns:a16="http://schemas.microsoft.com/office/drawing/2014/main" id="{2D09D50A-30F8-4D13-8CE6-AC4211966A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e0dd39a5644d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860743">
            <a:off x="5319021" y="3404799"/>
            <a:ext cx="2037777" cy="9518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3" name="Google Shape;223;p8">
            <a:extLst xmlns:a="http://schemas.openxmlformats.org/drawingml/2006/main">
              <a:ext uri="{FF2B5EF4-FFF2-40B4-BE49-F238E27FC236}">
                <a16:creationId xmlns:a16="http://schemas.microsoft.com/office/drawing/2014/main" id="{F20FF592-FF37-4B3C-B024-9BFE477FF5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4449f88d4d41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57338" y="201056"/>
            <a:ext cx="3049724" cy="53002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AE676092-7A6F-4AA8-98FC-6E08FDA00A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1b58b78214fda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5221F3F3-5AD2-46C9-B942-AB50ECD93B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018844f234c8c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D871B234-08FA-441F-808C-C90C9FE02B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5e4a0b87eb4a7e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69188EA-D496-41D9-94CB-47C188C313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abed6c02f4b83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D268B06F-5971-482D-B46C-4062669B7A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187fa095d452a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5D12F845-A89F-4955-8A3A-9E2B932BBF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2053400b474d4f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517BA965-3F8B-4447-9349-AEFAFCD64B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49aaeb2d74d43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31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552B1C9F-F51F-4BD2-BC4D-2245BC1F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A gust of wind blows.</a:t>
            </a:r>
          </a:p>
        </p:txBody>
      </p:sp>
    </p:spTree>
    <p:extLst>
      <p:ext uri="{BB962C8B-B14F-4D97-AF65-F5344CB8AC3E}">
        <p14:creationId xmlns:p14="http://schemas.microsoft.com/office/powerpoint/2010/main" val="12291388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9" name="Google Shape;229;p9">
            <a:extLst xmlns:a="http://schemas.openxmlformats.org/drawingml/2006/main">
              <a:ext uri="{FF2B5EF4-FFF2-40B4-BE49-F238E27FC236}">
                <a16:creationId xmlns:a16="http://schemas.microsoft.com/office/drawing/2014/main" id="{4B63F258-3532-4738-8CE2-0AFB251A36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8b7adf7f0243a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1" name="Google Shape;231;p9">
            <a:extLst xmlns:a="http://schemas.openxmlformats.org/drawingml/2006/main">
              <a:ext uri="{FF2B5EF4-FFF2-40B4-BE49-F238E27FC236}">
                <a16:creationId xmlns:a16="http://schemas.microsoft.com/office/drawing/2014/main" id="{E8F4E861-CBFC-4395-AF12-EFC55AF27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ebdcbec4c44da6">
            <a:alphaModFix/>
          </a:blip>
          <a:srcRect xmlns:a="http://schemas.openxmlformats.org/drawingml/2006/main" l="0" t="24519" r="0" b="0"/>
          <a:stretch xmlns:a="http://schemas.openxmlformats.org/drawingml/2006/main"/>
        </p:blipFill>
        <p:spPr>
          <a:xfrm xmlns:a="http://schemas.openxmlformats.org/drawingml/2006/main">
            <a:off x="2209800" y="3148314"/>
            <a:ext cx="7772400" cy="24717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2" name="Google Shape;232;p9">
            <a:extLst xmlns:a="http://schemas.openxmlformats.org/drawingml/2006/main">
              <a:ext uri="{FF2B5EF4-FFF2-40B4-BE49-F238E27FC236}">
                <a16:creationId xmlns:a16="http://schemas.microsoft.com/office/drawing/2014/main" id="{8DD3695E-0CDA-4AE6-B311-F021FC9411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56c34924bb843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49434" y="599932"/>
            <a:ext cx="2467198" cy="451259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3" name="Google Shape;233;p9">
            <a:extLst xmlns:a="http://schemas.openxmlformats.org/drawingml/2006/main">
              <a:ext uri="{FF2B5EF4-FFF2-40B4-BE49-F238E27FC236}">
                <a16:creationId xmlns:a16="http://schemas.microsoft.com/office/drawing/2014/main" id="{287CF7E6-FA79-4F40-9570-A29097AC50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600875a43c4b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93843" y="464885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6" name="Google Shape;236;p9">
            <a:extLst xmlns:a="http://schemas.openxmlformats.org/drawingml/2006/main">
              <a:ext uri="{FF2B5EF4-FFF2-40B4-BE49-F238E27FC236}">
                <a16:creationId xmlns:a16="http://schemas.microsoft.com/office/drawing/2014/main" id="{52E6F204-5E74-4C79-9B18-09F46122E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15e14bae264e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44534" y="5257830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8" name="Google Shape;238;p9">
            <a:extLst xmlns:a="http://schemas.openxmlformats.org/drawingml/2006/main">
              <a:ext uri="{FF2B5EF4-FFF2-40B4-BE49-F238E27FC236}">
                <a16:creationId xmlns:a16="http://schemas.microsoft.com/office/drawing/2014/main" id="{EEFABDA1-1B62-4035-9717-0E96A7E867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600875a43c4b5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710304" y="4230821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4" name="Google Shape;244;p9">
            <a:extLst xmlns:a="http://schemas.openxmlformats.org/drawingml/2006/main">
              <a:ext uri="{FF2B5EF4-FFF2-40B4-BE49-F238E27FC236}">
                <a16:creationId xmlns:a16="http://schemas.microsoft.com/office/drawing/2014/main" id="{A8AE7558-C033-4178-B8CC-67813EBC07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0e7da260f641a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860743">
            <a:off x="5319021" y="3404799"/>
            <a:ext cx="2037777" cy="9518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6" name="Google Shape;246;p9">
            <a:extLst xmlns:a="http://schemas.openxmlformats.org/drawingml/2006/main">
              <a:ext uri="{FF2B5EF4-FFF2-40B4-BE49-F238E27FC236}">
                <a16:creationId xmlns:a16="http://schemas.microsoft.com/office/drawing/2014/main" id="{34FE6812-FADA-4984-9821-64EBBD69C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15e14bae264ea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336450" y="5237467"/>
            <a:ext cx="1053833" cy="53125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7" name="Google Shape;247;p9">
            <a:extLst xmlns:a="http://schemas.openxmlformats.org/drawingml/2006/main">
              <a:ext uri="{FF2B5EF4-FFF2-40B4-BE49-F238E27FC236}">
                <a16:creationId xmlns:a16="http://schemas.microsoft.com/office/drawing/2014/main" id="{209F05AC-1717-4AAF-8DBC-E4BA2A8C3D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4e07e8c482c4cc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57338" y="201056"/>
            <a:ext cx="3049724" cy="530024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EB034E6F-9AD9-4027-B2C3-F9EE940A8A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d43892a8042dc"/>
          <a:stretch xmlns:a="http://schemas.openxmlformats.org/drawingml/2006/main"/>
        </p:blipFill>
        <p:spPr>
          <a:xfrm xmlns:a="http://schemas.openxmlformats.org/drawingml/2006/main">
            <a:off x="3554313" y="405255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D5A1CF1-489B-44B2-9F23-B921D9372B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eef9b69da4029"/>
          <a:stretch xmlns:a="http://schemas.openxmlformats.org/drawingml/2006/main"/>
        </p:blipFill>
        <p:spPr>
          <a:xfrm xmlns:a="http://schemas.openxmlformats.org/drawingml/2006/main">
            <a:off x="3472727" y="3968367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D76C1F72-269F-412C-BE1C-210FAB6AE9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7f5fc818a4487"/>
          <a:stretch xmlns:a="http://schemas.openxmlformats.org/drawingml/2006/main"/>
        </p:blipFill>
        <p:spPr>
          <a:xfrm xmlns:a="http://schemas.openxmlformats.org/drawingml/2006/main">
            <a:off x="3839774" y="3965192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31A0FA9-D867-4E14-9253-4FF3F8D85D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512b5290d498e"/>
          <a:stretch xmlns:a="http://schemas.openxmlformats.org/drawingml/2006/main"/>
        </p:blipFill>
        <p:spPr>
          <a:xfrm xmlns:a="http://schemas.openxmlformats.org/drawingml/2006/main">
            <a:off x="3683759" y="38954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D25562DF-5535-4259-B515-7EA707C0A1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dec40395d4d62"/>
          <a:stretch xmlns:a="http://schemas.openxmlformats.org/drawingml/2006/main"/>
        </p:blipFill>
        <p:spPr>
          <a:xfrm xmlns:a="http://schemas.openxmlformats.org/drawingml/2006/main">
            <a:off x="3847310" y="404782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CC44BF44-3172-4DDD-BD5F-43B3FEAE45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beffeed804d4b"/>
          <a:stretch xmlns:a="http://schemas.openxmlformats.org/drawingml/2006/main"/>
        </p:blipFill>
        <p:spPr>
          <a:xfrm xmlns:a="http://schemas.openxmlformats.org/drawingml/2006/main">
            <a:off x="3839750" y="3853451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BF9B8DAF-1BC6-4260-BA33-8A4C75B6EA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b344fdb9b46c1"/>
          <a:stretch xmlns:a="http://schemas.openxmlformats.org/drawingml/2006/main"/>
        </p:blipFill>
        <p:spPr>
          <a:xfrm xmlns:a="http://schemas.openxmlformats.org/drawingml/2006/main">
            <a:off x="3469329" y="3876060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5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7939E85B-CAEB-4476-AA88-C2B22114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Katie’s cookies blow away!</a:t>
            </a:r>
          </a:p>
        </p:txBody>
      </p:sp>
    </p:spTree>
    <p:extLst>
      <p:ext uri="{BB962C8B-B14F-4D97-AF65-F5344CB8AC3E}">
        <p14:creationId xmlns:p14="http://schemas.microsoft.com/office/powerpoint/2010/main" val="203611542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2" name="Google Shape;252;p10">
            <a:extLst xmlns:a="http://schemas.openxmlformats.org/drawingml/2006/main">
              <a:ext uri="{FF2B5EF4-FFF2-40B4-BE49-F238E27FC236}">
                <a16:creationId xmlns:a16="http://schemas.microsoft.com/office/drawing/2014/main" id="{6C9C067B-27C4-49FB-8B82-0EB626A525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faa8c6ed1e4db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3" name="Google Shape;253;p10">
            <a:extLst xmlns:a="http://schemas.openxmlformats.org/drawingml/2006/main">
              <a:ext uri="{FF2B5EF4-FFF2-40B4-BE49-F238E27FC236}">
                <a16:creationId xmlns:a16="http://schemas.microsoft.com/office/drawing/2014/main" id="{60ED627E-D0B2-451A-A63E-707C427135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fd6cf4622f4c2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90254" y="590309"/>
            <a:ext cx="3735658" cy="512379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4" name="Google Shape;254;p10">
            <a:extLst xmlns:a="http://schemas.openxmlformats.org/drawingml/2006/main">
              <a:ext uri="{FF2B5EF4-FFF2-40B4-BE49-F238E27FC236}">
                <a16:creationId xmlns:a16="http://schemas.microsoft.com/office/drawing/2014/main" id="{B7E4DC50-2665-4277-A391-BBF35F2859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8c0dd8f2d44b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77804" y="307166"/>
            <a:ext cx="2860957" cy="530191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6" name="Google Shape;256;p10">
            <a:extLst xmlns:a="http://schemas.openxmlformats.org/drawingml/2006/main">
              <a:ext uri="{FF2B5EF4-FFF2-40B4-BE49-F238E27FC236}">
                <a16:creationId xmlns:a16="http://schemas.microsoft.com/office/drawing/2014/main" id="{63A6C086-1ED3-4332-9B04-7D3CB99B4F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724db4c8140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05334" y="4124972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8" name="Google Shape;258;p10">
            <a:extLst xmlns:a="http://schemas.openxmlformats.org/drawingml/2006/main">
              <a:ext uri="{FF2B5EF4-FFF2-40B4-BE49-F238E27FC236}">
                <a16:creationId xmlns:a16="http://schemas.microsoft.com/office/drawing/2014/main" id="{FF46A75A-BF87-41EB-B151-D86D8B7A9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724db4c8140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772340" y="4061194"/>
            <a:ext cx="1027288" cy="31887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6" name="Google Shape;266;p10">
            <a:extLst xmlns:a="http://schemas.openxmlformats.org/drawingml/2006/main">
              <a:ext uri="{FF2B5EF4-FFF2-40B4-BE49-F238E27FC236}">
                <a16:creationId xmlns:a16="http://schemas.microsoft.com/office/drawing/2014/main" id="{74A0F1C7-7D88-4A56-B53F-10EF29D3CB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9ab36771f34c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1">
            <a:off x="6304720" y="5050421"/>
            <a:ext cx="812666" cy="4113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7" name="Google Shape;267;p10">
            <a:extLst xmlns:a="http://schemas.openxmlformats.org/drawingml/2006/main">
              <a:ext uri="{FF2B5EF4-FFF2-40B4-BE49-F238E27FC236}">
                <a16:creationId xmlns:a16="http://schemas.microsoft.com/office/drawing/2014/main" id="{DC47E0D3-7DB5-40D3-B4C5-0A6D06A2315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9ab36771f34c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1">
            <a:off x="5956284" y="4915409"/>
            <a:ext cx="812666" cy="4113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D62481F7-55DD-4740-A1C0-2B561F3594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8ca4d9f874eaa"/>
          <a:stretch xmlns:a="http://schemas.openxmlformats.org/drawingml/2006/main"/>
        </p:blipFill>
        <p:spPr>
          <a:xfrm xmlns:a="http://schemas.openxmlformats.org/drawingml/2006/main">
            <a:off x="2616349" y="388293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2F571020-E810-41CD-8D87-7DFFC7F709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c41a98e964d12"/>
          <a:stretch xmlns:a="http://schemas.openxmlformats.org/drawingml/2006/main"/>
        </p:blipFill>
        <p:spPr>
          <a:xfrm xmlns:a="http://schemas.openxmlformats.org/drawingml/2006/main">
            <a:off x="2534763" y="3798740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2EA5C668-AB39-4964-A119-44F90B92F5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cc003183b4c2d"/>
          <a:stretch xmlns:a="http://schemas.openxmlformats.org/drawingml/2006/main"/>
        </p:blipFill>
        <p:spPr>
          <a:xfrm xmlns:a="http://schemas.openxmlformats.org/drawingml/2006/main">
            <a:off x="2901810" y="3795565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B39B6499-2EA8-465B-873F-EDD57541C3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ec597d64f4356"/>
          <a:stretch xmlns:a="http://schemas.openxmlformats.org/drawingml/2006/main"/>
        </p:blipFill>
        <p:spPr>
          <a:xfrm xmlns:a="http://schemas.openxmlformats.org/drawingml/2006/main">
            <a:off x="2745795" y="372579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F00895F8-FCE4-49AB-939F-E679557617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6b7305dee4193"/>
          <a:stretch xmlns:a="http://schemas.openxmlformats.org/drawingml/2006/main"/>
        </p:blipFill>
        <p:spPr>
          <a:xfrm xmlns:a="http://schemas.openxmlformats.org/drawingml/2006/main">
            <a:off x="2909346" y="3878198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C7DB2C3B-0650-4D2F-BADD-B7C86E834A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58b579b7e4988"/>
          <a:stretch xmlns:a="http://schemas.openxmlformats.org/drawingml/2006/main"/>
        </p:blipFill>
        <p:spPr>
          <a:xfrm xmlns:a="http://schemas.openxmlformats.org/drawingml/2006/main">
            <a:off x="2901786" y="3683824"/>
            <a:ext cx="1053833" cy="531259"/>
          </a:xfrm>
          <a:prstGeom xmlns:a="http://schemas.openxmlformats.org/drawingml/2006/main" prst="rect">
            <a:avLst/>
          </a:prstGeom>
        </p:spPr>
      </p:pic>
      <p:pic>
        <p:nvPic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D0A80BEB-B573-4A6D-8A7B-6D5B2E0573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78702980749d3"/>
          <a:stretch xmlns:a="http://schemas.openxmlformats.org/drawingml/2006/main"/>
        </p:blipFill>
        <p:spPr>
          <a:xfrm xmlns:a="http://schemas.openxmlformats.org/drawingml/2006/main">
            <a:off x="2531365" y="3706433"/>
            <a:ext cx="1053833" cy="531259"/>
          </a:xfrm>
          <a:prstGeom xmlns:a="http://schemas.openxmlformats.org/drawingml/2006/main" prst="rect">
            <a:avLst/>
          </a:prstGeom>
        </p:spPr>
      </p:pic>
      <p:sp>
        <p:nvSpPr>
          <p:cNvPr id="275" name="Study story caption">
            <a:extLst xmlns:a="http://schemas.openxmlformats.org/drawingml/2006/main">
              <a:ext uri="{FF2B5EF4-FFF2-40B4-BE49-F238E27FC236}">
                <a16:creationId xmlns:a16="http://schemas.microsoft.com/office/drawing/2014/main" id="{F32CBF02-32B3-4D71-9307-10C4D58E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066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152400" tIns="76200" rIns="152400" bIns="762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Tony still has 8 cookies. Katie now has 0 cookies.</a:t>
            </a:r>
          </a:p>
        </p:txBody>
      </p:sp>
    </p:spTree>
    <p:extLst>
      <p:ext uri="{BB962C8B-B14F-4D97-AF65-F5344CB8AC3E}">
        <p14:creationId xmlns:p14="http://schemas.microsoft.com/office/powerpoint/2010/main" val="13835403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2026-10-11T18:01:42.7610000Z</dcterms:created>
  <dcterms:modified xsi:type="dcterms:W3CDTF">2026-10-11T18:01:42.7610000Z</dcterms:modified>
</coreProperties>
</file>