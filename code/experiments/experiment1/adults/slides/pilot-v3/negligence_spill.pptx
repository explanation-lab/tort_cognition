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8f72252734b2b" /><Relationship Type="http://schemas.openxmlformats.org/officeDocument/2006/relationships/extended-properties" Target="/docProps/app.xml" Id="R7497243479314381" /><Relationship Type="http://schemas.openxmlformats.org/officeDocument/2006/relationships/officeDocument" Target="/ppt/presentation.xml" Id="Rbfe14ba9ee4a44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8d6d5a5144fa9"/>
  </p:sldMasterIdLst>
  <p:notesMasterIdLst>
    <p:notesMasterId xmlns:r="http://schemas.openxmlformats.org/officeDocument/2006/relationships" r:id="Rab63955d466c4b39"/>
  </p:notesMasterIdLst>
  <p:sldIdLst>
    <p:sldId xmlns:r="http://schemas.openxmlformats.org/officeDocument/2006/relationships" id="256" r:id="Rf895024bd6fb48c2"/>
    <p:sldId xmlns:r="http://schemas.openxmlformats.org/officeDocument/2006/relationships" id="257" r:id="R1baeef6ecb8f4d8f"/>
    <p:sldId xmlns:r="http://schemas.openxmlformats.org/officeDocument/2006/relationships" id="258" r:id="R8363990cc67e4754"/>
    <p:sldId xmlns:r="http://schemas.openxmlformats.org/officeDocument/2006/relationships" id="259" r:id="R28df7224a0e2441e"/>
    <p:sldId xmlns:r="http://schemas.openxmlformats.org/officeDocument/2006/relationships" id="260" r:id="Rac5d667eca114ef2"/>
    <p:sldId xmlns:r="http://schemas.openxmlformats.org/officeDocument/2006/relationships" id="261" r:id="R53bd76396ebb4abf"/>
    <p:sldId xmlns:r="http://schemas.openxmlformats.org/officeDocument/2006/relationships" id="262" r:id="R71236bc221db43bc"/>
    <p:sldId xmlns:r="http://schemas.openxmlformats.org/officeDocument/2006/relationships" id="263" r:id="Rd57cd57505df4a4d"/>
    <p:sldId xmlns:r="http://schemas.openxmlformats.org/officeDocument/2006/relationships" id="264" r:id="R98fe5c63782146aa"/>
    <p:sldId xmlns:r="http://schemas.openxmlformats.org/officeDocument/2006/relationships" id="265" r:id="R4615ca094a324a4e"/>
    <p:sldId xmlns:r="http://schemas.openxmlformats.org/officeDocument/2006/relationships" id="266" r:id="Ra1e6aca777f44f6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241ef46d664069" /><Relationship Type="http://schemas.openxmlformats.org/officeDocument/2006/relationships/slideMaster" Target="/ppt/slideMasters/slideMaster1.xml" Id="R3008d6d5a5144fa9" /><Relationship Type="http://schemas.openxmlformats.org/officeDocument/2006/relationships/notesMaster" Target="/ppt/notesMasters/notesMaster1.xml" Id="Rab63955d466c4b39" /><Relationship Type="http://schemas.openxmlformats.org/officeDocument/2006/relationships/presProps" Target="/ppt/presProps.xml" Id="R7641ab10bc324adc" /><Relationship Type="http://schemas.openxmlformats.org/officeDocument/2006/relationships/viewProps" Target="/ppt/viewProps.xml" Id="R1728d1cd17964799" /><Relationship Type="http://schemas.openxmlformats.org/officeDocument/2006/relationships/tableStyles" Target="/ppt/tableStyles.xml" Id="Ra5378c3b394b4ecf" /><Relationship Type="http://schemas.openxmlformats.org/officeDocument/2006/relationships/slide" Target="/ppt/slides/slide1.xml" Id="Rf895024bd6fb48c2" /><Relationship Type="http://schemas.openxmlformats.org/officeDocument/2006/relationships/slide" Target="/ppt/slides/slide2.xml" Id="R1baeef6ecb8f4d8f" /><Relationship Type="http://schemas.openxmlformats.org/officeDocument/2006/relationships/slide" Target="/ppt/slides/slide3.xml" Id="R8363990cc67e4754" /><Relationship Type="http://schemas.openxmlformats.org/officeDocument/2006/relationships/slide" Target="/ppt/slides/slide4.xml" Id="R28df7224a0e2441e" /><Relationship Type="http://schemas.openxmlformats.org/officeDocument/2006/relationships/slide" Target="/ppt/slides/slide5.xml" Id="Rac5d667eca114ef2" /><Relationship Type="http://schemas.openxmlformats.org/officeDocument/2006/relationships/slide" Target="/ppt/slides/slide6.xml" Id="R53bd76396ebb4abf" /><Relationship Type="http://schemas.openxmlformats.org/officeDocument/2006/relationships/slide" Target="/ppt/slides/slide7.xml" Id="R71236bc221db43bc" /><Relationship Type="http://schemas.openxmlformats.org/officeDocument/2006/relationships/slide" Target="/ppt/slides/slide8.xml" Id="Rd57cd57505df4a4d" /><Relationship Type="http://schemas.openxmlformats.org/officeDocument/2006/relationships/slide" Target="/ppt/slides/slide9.xml" Id="R98fe5c63782146aa" /><Relationship Type="http://schemas.openxmlformats.org/officeDocument/2006/relationships/slide" Target="/ppt/slides/slide10.xml" Id="R4615ca094a324a4e" /><Relationship Type="http://schemas.openxmlformats.org/officeDocument/2006/relationships/slide" Target="/ppt/slides/slide11.xml" Id="Ra1e6aca777f44f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6349b3026248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c331aecec1403f" /><Relationship Type="http://schemas.openxmlformats.org/officeDocument/2006/relationships/notesMaster" Target="/ppt/notesMasters/notesMaster1.xml" Id="R600fbbc67ca443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62b18b925c4246" /><Relationship Type="http://schemas.openxmlformats.org/officeDocument/2006/relationships/notesMaster" Target="/ppt/notesMasters/notesMaster1.xml" Id="R431a66b79aac47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1d6229b7764831" /><Relationship Type="http://schemas.openxmlformats.org/officeDocument/2006/relationships/notesMaster" Target="/ppt/notesMasters/notesMaster1.xml" Id="Rdef3e674acd1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8fefb25b2d453f" /><Relationship Type="http://schemas.openxmlformats.org/officeDocument/2006/relationships/notesMaster" Target="/ppt/notesMasters/notesMaster1.xml" Id="R68d13b52444e4c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977df1d54b477b" /><Relationship Type="http://schemas.openxmlformats.org/officeDocument/2006/relationships/notesMaster" Target="/ppt/notesMasters/notesMaster1.xml" Id="R5c92da227d1740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a20703f87d4575" /><Relationship Type="http://schemas.openxmlformats.org/officeDocument/2006/relationships/notesMaster" Target="/ppt/notesMasters/notesMaster1.xml" Id="R8945d240932744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56de0a69cf4836" /><Relationship Type="http://schemas.openxmlformats.org/officeDocument/2006/relationships/notesMaster" Target="/ppt/notesMasters/notesMaster1.xml" Id="Rf998b6fa4b2541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5030d6ef32431b" /><Relationship Type="http://schemas.openxmlformats.org/officeDocument/2006/relationships/notesMaster" Target="/ppt/notesMasters/notesMaster1.xml" Id="R23b8d431565048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8ce951b7e644dc" /><Relationship Type="http://schemas.openxmlformats.org/officeDocument/2006/relationships/notesMaster" Target="/ppt/notesMasters/notesMaster1.xml" Id="R8fe645a8d25049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c00d3772f347d0" /><Relationship Type="http://schemas.openxmlformats.org/officeDocument/2006/relationships/notesMaster" Target="/ppt/notesMasters/notesMaster1.xml" Id="R2f099c571fa14e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5717cc07ab4243" /><Relationship Type="http://schemas.openxmlformats.org/officeDocument/2006/relationships/notesMaster" Target="/ppt/notesMasters/notesMaster1.xml" Id="Re64e9ba3468a46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bef16fc9f40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d06f1ad8b448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15332486841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658c232b845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ebf8aae9d943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c26b66a8640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b212eb13d468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0355f915541d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b81a64d654f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88e95722340a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55faa1b7ae4b9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195870-5D5E-704D-C7E9-05DA9B87209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7A811A8-AEC6-9A95-FF28-C0216AA770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E81B68-CDCF-72E9-CD5E-57502E19D1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11EC48-F602-2B16-036D-C6A30AA70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61E11A-3AD2-55B3-CAA1-C87A50A05C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891B70-F360-6E05-724D-DDCB2EB569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FCDCEC-DA1B-75AC-7172-EFDDC7E88A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C24861-5994-A952-2B50-81DFE3BDF1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A8740D-CC59-8627-9F37-04235DC0E7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D86D53-43E2-C568-0A0B-10E8B30826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7072A6-CB0A-3595-5F6F-4D15B7C45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B1EC1E-4577-BA68-410D-2CC5A940CF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EDBFAC-024D-25BC-4260-2A3D7CDA56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BDEDF9-0725-8169-F0B0-3E53984FA5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6BC3EA-4865-0D08-D29F-C06BC03908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B0DE0B-4AA8-9194-8363-52E73858F0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63BEDF-769B-FD45-ABAC-5180DEFDA7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8B6A99E-6486-4A2C-F291-0955282EDA3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B52FC3F-FEAB-8C4F-0F57-D1E9CE262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F27CC6D-68C8-F863-E1EE-1581F4C63B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4E63CC-7B69-32FD-4D44-582CA38B89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A6C44C-928D-6CFB-9221-E3045C0A2A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44E472-98D5-2DD9-A379-F59BBF2156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4552C9F-CB6A-DA83-234A-1AC4DBC753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DF27C5F-5A96-5CDA-D45A-E5CE662B15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E70608-616B-FA99-CCE2-15C47E2738E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32A4DE7-1C7D-1BA4-AEFB-D1199DFD22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E61C7DA-FFC4-7DB0-CDA4-D87ACAED77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318D5BE-9203-42B1-FCD1-BA504D274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DD487A-D67F-1550-FE2E-6048FF428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EC553A-4712-9071-46B1-03AC2DE3A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42FC68D-67C6-3A8B-7D81-3C403CF66C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330BCB8-F0E6-1E2F-D23F-AA2ABDA0C7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32B4455-AD96-2D08-0423-58DD96A270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E9A3BD-EEB2-A874-A74E-5D00D31C9B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04070A6-EA38-0C18-D61C-EDB967D85C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91046F-4808-4847-F549-234463FED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1F572A-0979-C07F-B79C-7563BA7366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F9DE6BB-46B2-D3AE-C7B4-47FE7D9874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F1C217-159C-B500-5E5A-28965ADA39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BC3053-3EB3-8F87-6BB4-3D7696A207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681A8A-D0E2-F4D2-B2E4-C8C3C60F3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0C9BB8-A74A-4478-4B98-D6BF5DCB14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282EFC3-A23B-6A5F-02B8-5CD6F28A521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0C003A3-DDC5-981C-F1B1-5CEB15BE94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0B36AA1-E751-AEA8-AB48-CF3AFEC1DE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51A6B7-32F0-061D-9D73-F0F9CE2BC8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52EA71-ABBE-A975-E092-B5C7E5133B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B74EDD-2F34-BAB5-FDF4-2054A37CA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68EB009-F71C-46A6-6EEA-0E093F9F7A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146CE66-B83C-3BA5-5C4C-DF75FE6A26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1B9508-7932-C297-D23C-3889F847DD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F0ED57-4C1C-6655-21E6-D258C919C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55DD1CF-DD57-54FC-0EEC-7C6B765A8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10941A1-A482-5C8E-D3C7-D6957CD13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0250C8-2604-0DAC-5E52-B6A8A9C165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790E1C-ECFE-8F0E-1BB1-F4E89CB3A8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F879DA-B1CE-68A4-6D33-2E19568067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7082cf062471a" /><Relationship Type="http://schemas.openxmlformats.org/officeDocument/2006/relationships/slideLayout" Target="/ppt/slideLayouts/slideLayout1.xml" Id="Re24106ec49db4305" /><Relationship Type="http://schemas.openxmlformats.org/officeDocument/2006/relationships/slideLayout" Target="/ppt/slideLayouts/slideLayout2.xml" Id="R33ad056f7ab04ef6" /><Relationship Type="http://schemas.openxmlformats.org/officeDocument/2006/relationships/slideLayout" Target="/ppt/slideLayouts/slideLayout3.xml" Id="R49aa032c4bea4b20" /><Relationship Type="http://schemas.openxmlformats.org/officeDocument/2006/relationships/slideLayout" Target="/ppt/slideLayouts/slideLayout4.xml" Id="Rce20b045a6e64ec2" /><Relationship Type="http://schemas.openxmlformats.org/officeDocument/2006/relationships/slideLayout" Target="/ppt/slideLayouts/slideLayout5.xml" Id="R2818a4e26ec94aba" /><Relationship Type="http://schemas.openxmlformats.org/officeDocument/2006/relationships/slideLayout" Target="/ppt/slideLayouts/slideLayout6.xml" Id="R85359202e8134e71" /><Relationship Type="http://schemas.openxmlformats.org/officeDocument/2006/relationships/slideLayout" Target="/ppt/slideLayouts/slideLayout7.xml" Id="R384474b76c68424a" /><Relationship Type="http://schemas.openxmlformats.org/officeDocument/2006/relationships/slideLayout" Target="/ppt/slideLayouts/slideLayout8.xml" Id="R05896cdd162d4fb2" /><Relationship Type="http://schemas.openxmlformats.org/officeDocument/2006/relationships/slideLayout" Target="/ppt/slideLayouts/slideLayout9.xml" Id="R06adebfe163a421e" /><Relationship Type="http://schemas.openxmlformats.org/officeDocument/2006/relationships/slideLayout" Target="/ppt/slideLayouts/slideLayout10.xml" Id="R7cf316536d794052" /><Relationship Type="http://schemas.openxmlformats.org/officeDocument/2006/relationships/slideLayout" Target="/ppt/slideLayouts/slideLayout11.xml" Id="Rf22e7644a7b14c0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06CEB68-D4C0-1594-E471-97D6D501A8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9126CEB-C8F7-9FC0-1491-13DD84DFC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761773-03F1-C669-E49C-7CC5C7612E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5C956D6-01FA-6542-9E97-3B07E95D8CD7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85406F-3746-4674-2E24-27E32C47993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633A55-8BB5-058C-E0D9-8A33E7D03A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FA8F887-09CF-4D4B-9057-173251B9F2A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106ec49db4305"/>
    <p:sldLayoutId xmlns:r="http://schemas.openxmlformats.org/officeDocument/2006/relationships" id="2147483650" r:id="R33ad056f7ab04ef6"/>
    <p:sldLayoutId xmlns:r="http://schemas.openxmlformats.org/officeDocument/2006/relationships" id="2147483651" r:id="R49aa032c4bea4b20"/>
    <p:sldLayoutId xmlns:r="http://schemas.openxmlformats.org/officeDocument/2006/relationships" id="2147483652" r:id="Rce20b045a6e64ec2"/>
    <p:sldLayoutId xmlns:r="http://schemas.openxmlformats.org/officeDocument/2006/relationships" id="2147483653" r:id="R2818a4e26ec94aba"/>
    <p:sldLayoutId xmlns:r="http://schemas.openxmlformats.org/officeDocument/2006/relationships" id="2147483654" r:id="R85359202e8134e71"/>
    <p:sldLayoutId xmlns:r="http://schemas.openxmlformats.org/officeDocument/2006/relationships" id="2147483655" r:id="R384474b76c68424a"/>
    <p:sldLayoutId xmlns:r="http://schemas.openxmlformats.org/officeDocument/2006/relationships" id="2147483656" r:id="R05896cdd162d4fb2"/>
    <p:sldLayoutId xmlns:r="http://schemas.openxmlformats.org/officeDocument/2006/relationships" id="2147483657" r:id="R06adebfe163a421e"/>
    <p:sldLayoutId xmlns:r="http://schemas.openxmlformats.org/officeDocument/2006/relationships" id="2147483658" r:id="R7cf316536d794052"/>
    <p:sldLayoutId xmlns:r="http://schemas.openxmlformats.org/officeDocument/2006/relationships" id="2147483659" r:id="Rf22e7644a7b14c0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737165ade54cfa" /><Relationship Type="http://schemas.openxmlformats.org/officeDocument/2006/relationships/image" Target="/ppt/media/image.png" Id="Rb280e7afa2cc4e7f" /><Relationship Type="http://schemas.openxmlformats.org/officeDocument/2006/relationships/image" Target="/ppt/media/image2.png" Id="Rac9bdd1cb1f6471f" /><Relationship Type="http://schemas.openxmlformats.org/officeDocument/2006/relationships/notesSlide" Target="/ppt/notesSlides/notesSlide1.xml" Id="Rf7a29350037b48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887b26d7244c52" /><Relationship Type="http://schemas.openxmlformats.org/officeDocument/2006/relationships/image" Target="/ppt/media/image3.png" Id="R8c11730f060442cd" /><Relationship Type="http://schemas.openxmlformats.org/officeDocument/2006/relationships/image" Target="/ppt/media/image2.png" Id="R3df83405f2b14253" /><Relationship Type="http://schemas.openxmlformats.org/officeDocument/2006/relationships/image" Target="/ppt/media/image4.png" Id="Rf839271780404084" /><Relationship Type="http://schemas.openxmlformats.org/officeDocument/2006/relationships/image" Target="/ppt/media/image5.png" Id="R7a63d9fc23554a02" /><Relationship Type="http://schemas.openxmlformats.org/officeDocument/2006/relationships/image" Target="/ppt/media/image6.png" Id="R250190e0b9ec46b4" /><Relationship Type="http://schemas.openxmlformats.org/officeDocument/2006/relationships/image" Target="/ppt/media/image7.png" Id="R6a4e8eb46f47457e" /><Relationship Type="http://schemas.openxmlformats.org/officeDocument/2006/relationships/image" Target="/ppt/media/image8.png" Id="R0af1e8a6d3604514" /><Relationship Type="http://schemas.openxmlformats.org/officeDocument/2006/relationships/image" Target="/ppt/media/image9.png" Id="R17d7b9fc2ff44855" /><Relationship Type="http://schemas.openxmlformats.org/officeDocument/2006/relationships/image" Target="/ppt/media/image10.png" Id="R6dc3b0dd91cc4a38" /><Relationship Type="http://schemas.openxmlformats.org/officeDocument/2006/relationships/image" Target="/ppt/media/image11.png" Id="Rd21185be50674fff" /><Relationship Type="http://schemas.openxmlformats.org/officeDocument/2006/relationships/notesSlide" Target="/ppt/notesSlides/notesSlide2.xml" Id="R5673ae464a6c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a3698c29d4125" /><Relationship Type="http://schemas.openxmlformats.org/officeDocument/2006/relationships/image" Target="/ppt/media/image12.png" Id="Ra182cddcb1494faf" /><Relationship Type="http://schemas.openxmlformats.org/officeDocument/2006/relationships/image" Target="/ppt/media/image13.png" Id="Rdd69923a99d04536" /><Relationship Type="http://schemas.openxmlformats.org/officeDocument/2006/relationships/notesSlide" Target="/ppt/notesSlides/notesSlide3.xml" Id="R3b02a0a856ec4f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7ab0d9873e4866" /><Relationship Type="http://schemas.openxmlformats.org/officeDocument/2006/relationships/image" Target="/ppt/media/image14.png" Id="R4d6eaa0b480248d4" /><Relationship Type="http://schemas.openxmlformats.org/officeDocument/2006/relationships/image" Target="/ppt/media/image13.png" Id="R33134c11a6414078" /><Relationship Type="http://schemas.openxmlformats.org/officeDocument/2006/relationships/image" Target="/ppt/media/image4.png" Id="Reb8bac2e0c914704" /><Relationship Type="http://schemas.openxmlformats.org/officeDocument/2006/relationships/image" Target="/ppt/media/image15.png" Id="R00758f81379643c3" /><Relationship Type="http://schemas.openxmlformats.org/officeDocument/2006/relationships/notesSlide" Target="/ppt/notesSlides/notesSlide4.xml" Id="R4342b8949a3e42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a538fa73ca4133" /><Relationship Type="http://schemas.openxmlformats.org/officeDocument/2006/relationships/image" Target="/ppt/media/image16.png" Id="Re2f5aa06f9e3459e" /><Relationship Type="http://schemas.openxmlformats.org/officeDocument/2006/relationships/image" Target="/ppt/media/image17.png" Id="R12d56cd1eac24766" /><Relationship Type="http://schemas.openxmlformats.org/officeDocument/2006/relationships/notesSlide" Target="/ppt/notesSlides/notesSlide5.xml" Id="R473538200fbb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7c8d04e4e64296" /><Relationship Type="http://schemas.openxmlformats.org/officeDocument/2006/relationships/image" Target="/ppt/media/image18.png" Id="R42b31b32dd2e4323" /><Relationship Type="http://schemas.openxmlformats.org/officeDocument/2006/relationships/image" Target="/ppt/media/image19.png" Id="R92031dfc70cb4c4d" /><Relationship Type="http://schemas.openxmlformats.org/officeDocument/2006/relationships/image" Target="/ppt/media/image20.png" Id="R7db61db73d7245f7" /><Relationship Type="http://schemas.openxmlformats.org/officeDocument/2006/relationships/notesSlide" Target="/ppt/notesSlides/notesSlide6.xml" Id="Rdd29fa627fda41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f88de5546f4235" /><Relationship Type="http://schemas.openxmlformats.org/officeDocument/2006/relationships/image" Target="/ppt/media/image21.png" Id="R9a77d3095e73465f" /><Relationship Type="http://schemas.openxmlformats.org/officeDocument/2006/relationships/image" Target="/ppt/media/image20.png" Id="R03a19f06d275401f" /><Relationship Type="http://schemas.openxmlformats.org/officeDocument/2006/relationships/image" Target="/ppt/media/image19.png" Id="R866b2fc9be4c469f" /><Relationship Type="http://schemas.openxmlformats.org/officeDocument/2006/relationships/notesSlide" Target="/ppt/notesSlides/notesSlide7.xml" Id="Rb6d5c727ca5743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2f246dac484dfb" /><Relationship Type="http://schemas.openxmlformats.org/officeDocument/2006/relationships/image" Target="/ppt/media/image22.png" Id="R424af0487a77475a" /><Relationship Type="http://schemas.openxmlformats.org/officeDocument/2006/relationships/image" Target="/ppt/media/image19.png" Id="R1151fb7ef71f4f64" /><Relationship Type="http://schemas.openxmlformats.org/officeDocument/2006/relationships/image" Target="/ppt/media/image23.png" Id="R144855959e4f4eb5" /><Relationship Type="http://schemas.openxmlformats.org/officeDocument/2006/relationships/image" Target="/ppt/media/image4.png" Id="R350395977ee84cd1" /><Relationship Type="http://schemas.openxmlformats.org/officeDocument/2006/relationships/image" Target="/ppt/media/image15.png" Id="R657823dd99344554" /><Relationship Type="http://schemas.openxmlformats.org/officeDocument/2006/relationships/notesSlide" Target="/ppt/notesSlides/notesSlide8.xml" Id="R42dc41a9112542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42bdf69268454e" /><Relationship Type="http://schemas.openxmlformats.org/officeDocument/2006/relationships/image" Target="/ppt/media/image24.png" Id="R8279f9de3259423f" /><Relationship Type="http://schemas.openxmlformats.org/officeDocument/2006/relationships/image" Target="/ppt/media/image19.png" Id="R2c96bdacd75748e6" /><Relationship Type="http://schemas.openxmlformats.org/officeDocument/2006/relationships/image" Target="/ppt/media/image25.png" Id="R46a085ceac294587" /><Relationship Type="http://schemas.openxmlformats.org/officeDocument/2006/relationships/image" Target="/ppt/media/image4.png" Id="Ref300629b5134b5a" /><Relationship Type="http://schemas.openxmlformats.org/officeDocument/2006/relationships/image" Target="/ppt/media/image15.png" Id="R9c483c58b1914955" /><Relationship Type="http://schemas.openxmlformats.org/officeDocument/2006/relationships/notesSlide" Target="/ppt/notesSlides/notesSlide9.xml" Id="R415c5d22fc5742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86e40962b4b27" /><Relationship Type="http://schemas.openxmlformats.org/officeDocument/2006/relationships/image" Target="/ppt/media/image26.png" Id="R557c2c87d3ff4864" /><Relationship Type="http://schemas.openxmlformats.org/officeDocument/2006/relationships/image" Target="/ppt/media/image19.png" Id="R51c97fd332ff4159" /><Relationship Type="http://schemas.openxmlformats.org/officeDocument/2006/relationships/image" Target="/ppt/media/image25.png" Id="Rc8e41566cf204366" /><Relationship Type="http://schemas.openxmlformats.org/officeDocument/2006/relationships/image" Target="/ppt/media/image15.png" Id="R9fdcbd0d43ba4d05" /><Relationship Type="http://schemas.openxmlformats.org/officeDocument/2006/relationships/image" Target="/ppt/media/image4.png" Id="R9ecbc3ef535141f0" /><Relationship Type="http://schemas.openxmlformats.org/officeDocument/2006/relationships/notesSlide" Target="/ppt/notesSlides/notesSlide10.xml" Id="R2950345a269e44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1fe9cb1004041" /><Relationship Type="http://schemas.openxmlformats.org/officeDocument/2006/relationships/image" Target="/ppt/media/image27.png" Id="Rd69e4bca95c74cc7" /><Relationship Type="http://schemas.openxmlformats.org/officeDocument/2006/relationships/image" Target="/ppt/media/image19.png" Id="Rd7c0b95109314ade" /><Relationship Type="http://schemas.openxmlformats.org/officeDocument/2006/relationships/image" Target="/ppt/media/image13.png" Id="R4aca28ab690b449b" /><Relationship Type="http://schemas.openxmlformats.org/officeDocument/2006/relationships/image" Target="/ppt/media/image2.png" Id="R9489be57a38a46b5" /><Relationship Type="http://schemas.openxmlformats.org/officeDocument/2006/relationships/image" Target="/ppt/media/image4.png" Id="R812e8d6f5b914069" /><Relationship Type="http://schemas.openxmlformats.org/officeDocument/2006/relationships/image" Target="/ppt/media/image15.png" Id="R55cf3c3a61cb4947" /><Relationship Type="http://schemas.openxmlformats.org/officeDocument/2006/relationships/image" Target="/ppt/media/image28.png" Id="R6772fa71efa24560" /><Relationship Type="http://schemas.openxmlformats.org/officeDocument/2006/relationships/image" Target="/ppt/media/image29.png" Id="R17c875d648f64071" /><Relationship Type="http://schemas.openxmlformats.org/officeDocument/2006/relationships/image" Target="/ppt/media/image30.png" Id="R04133f0b157c4e13" /><Relationship Type="http://schemas.openxmlformats.org/officeDocument/2006/relationships/image" Target="/ppt/media/image31.png" Id="R3745f06cd0a34132" /><Relationship Type="http://schemas.openxmlformats.org/officeDocument/2006/relationships/image" Target="/ppt/media/image32.png" Id="Ra5bbca3fa74e4bfa" /><Relationship Type="http://schemas.openxmlformats.org/officeDocument/2006/relationships/image" Target="/ppt/media/image33.png" Id="Re8792e34bfea4d0e" /><Relationship Type="http://schemas.openxmlformats.org/officeDocument/2006/relationships/image" Target="/ppt/media/image34.png" Id="R3e9732e8a8344e93" /><Relationship Type="http://schemas.openxmlformats.org/officeDocument/2006/relationships/notesSlide" Target="/ppt/notesSlides/notesSlide11.xml" Id="R8c5ab016263640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F5710A53-0BF5-4607-AB07-8CC0152054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0e7afa2cc4e7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BC345303-CF55-4298-917F-8D3F97C631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bdd1cb1f647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113681"/>
            <a:ext cx="4134273" cy="5665485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651E766-5766-4C9A-A6F7-DB274717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5B8218A-6E22-4021-AF62-007951AB43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1730f060442cd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F87E2FD-C054-4DCB-90C4-DA07A75B3B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83405f2b1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833" y="113681"/>
            <a:ext cx="4134273" cy="5665485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1423741-3594-4D9A-887C-55854E9BC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927178040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7704" y="4103301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BD750-E12B-46E4-8966-813E423777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3d9fc23554a02"/>
          <a:stretch xmlns:a="http://schemas.openxmlformats.org/drawingml/2006/main"/>
        </p:blipFill>
        <p:spPr>
          <a:xfrm xmlns:a="http://schemas.openxmlformats.org/drawingml/2006/main">
            <a:off x="6721713" y="392503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11A34-61AA-4D9E-812A-39A99F6554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190e0b9ec46b4"/>
          <a:stretch xmlns:a="http://schemas.openxmlformats.org/drawingml/2006/main"/>
        </p:blipFill>
        <p:spPr>
          <a:xfrm xmlns:a="http://schemas.openxmlformats.org/drawingml/2006/main">
            <a:off x="6640127" y="38408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77BAE-4F11-4EDF-9E37-2DC3F238D6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e8eb46f47457e"/>
          <a:stretch xmlns:a="http://schemas.openxmlformats.org/drawingml/2006/main"/>
        </p:blipFill>
        <p:spPr>
          <a:xfrm xmlns:a="http://schemas.openxmlformats.org/drawingml/2006/main">
            <a:off x="7007174" y="383767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BB915-92EF-455E-8B5C-EA0F212AD8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1e8a6d3604514"/>
          <a:stretch xmlns:a="http://schemas.openxmlformats.org/drawingml/2006/main"/>
        </p:blipFill>
        <p:spPr>
          <a:xfrm xmlns:a="http://schemas.openxmlformats.org/drawingml/2006/main">
            <a:off x="6851159" y="37679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0CB63-1717-4460-91D7-99CAE05E8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7b9fc2ff44855"/>
          <a:stretch xmlns:a="http://schemas.openxmlformats.org/drawingml/2006/main"/>
        </p:blipFill>
        <p:spPr>
          <a:xfrm xmlns:a="http://schemas.openxmlformats.org/drawingml/2006/main">
            <a:off x="7014710" y="392030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6B795-6B98-48BD-AAE0-66241B52B9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c3b0dd91cc4a38"/>
          <a:stretch xmlns:a="http://schemas.openxmlformats.org/drawingml/2006/main"/>
        </p:blipFill>
        <p:spPr>
          <a:xfrm xmlns:a="http://schemas.openxmlformats.org/drawingml/2006/main">
            <a:off x="7007150" y="372593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88165-6DE0-455F-BADD-4491D3FE9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185be50674fff"/>
          <a:stretch xmlns:a="http://schemas.openxmlformats.org/drawingml/2006/main"/>
        </p:blipFill>
        <p:spPr>
          <a:xfrm xmlns:a="http://schemas.openxmlformats.org/drawingml/2006/main">
            <a:off x="6636729" y="374854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0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E2C17F7-35B0-4BCF-B2BB-E83EB1A2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2150494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DED23C34-3539-4DA8-9206-6CD64A0A0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2cddcb1494fa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CF7B3BB3-6EFF-48C4-B1A3-75A003F160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9923a99d045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9947" y="1"/>
            <a:ext cx="3407875" cy="5995806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7FA01A2-CEA8-4EC1-AE11-D038F2B5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8036087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35495444-EE8F-4AE8-93E4-17FB31E200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eaa0b480248d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8E3EA54A-A9A1-4FDB-A444-9265EC3996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34c11a6414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9947" y="1"/>
            <a:ext cx="3407875" cy="5995806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BB9CC02-5787-4F37-9C87-623A21EB8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bac2e0c914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4155" y="4026061"/>
            <a:ext cx="1276132" cy="396112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1FB5097-D3DD-43E2-B74F-3B1E5254D2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58f81379643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8164" y="3793174"/>
            <a:ext cx="1309107" cy="659948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91EC2FBF-26C1-4856-A15A-B62FA7B120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58f81379643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989" y="3801748"/>
            <a:ext cx="1309107" cy="659948"/>
          </a:xfrm>
          <a:prstGeom xmlns:a="http://schemas.openxmlformats.org/drawingml/2006/main" prst="rect">
            <a:avLst/>
          </a:prstGeom>
        </p:spPr>
      </p:pic>
      <p:sp>
        <p:nvSpPr>
          <p:cNvPr id="1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EBC5021-7965-47BF-A750-D2FA074F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41116825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02A00A9E-292F-47EC-8C11-F703310351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5aa06f9e3459e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DBD8B138-47B8-4C0A-8A71-222C369C2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56cd1eac2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8067" y="0"/>
            <a:ext cx="3125078" cy="5540110"/>
          </a:xfrm>
          <a:prstGeom xmlns:a="http://schemas.openxmlformats.org/drawingml/2006/main" prst="rect">
            <a:avLst/>
          </a:prstGeom>
        </p:spPr>
      </p:pic>
      <p:sp>
        <p:nvSpPr>
          <p:cNvPr id="1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7BB291C-5389-4A18-B1C4-3D8547C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spills water.</a:t>
            </a:r>
          </a:p>
        </p:txBody>
      </p:sp>
    </p:spTree>
    <p:extLst>
      <p:ext uri="{BB962C8B-B14F-4D97-AF65-F5344CB8AC3E}">
        <p14:creationId xmlns:p14="http://schemas.microsoft.com/office/powerpoint/2010/main" val="21085929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958D9FAE-C67F-4EE5-9E69-E390DBE37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31b32dd2e4323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BD97B747-A166-45DE-93C4-6DCAE7BFB0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31dfc70cb4c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ADD618A-04F8-4958-8E89-D00C01A6D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61db73d7245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5303" y="0"/>
            <a:ext cx="4049251" cy="5540111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69D8CAC-0A20-4F3F-8D74-B15BDAD6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4CB06164-E78A-4FA7-934A-F9701CC1F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7d3095e73465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4F1C911-F30A-48F5-8803-7AA6476F5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19f06d275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2749" y="197486"/>
            <a:ext cx="4049251" cy="5540111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0F422EE-2470-43E2-9746-6955791AD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b2fc9be4c46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0B4F516-8107-4989-BB91-015F88B5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doesn’t clean it up and walks away.</a:t>
            </a:r>
          </a:p>
        </p:txBody>
      </p:sp>
    </p:spTree>
    <p:extLst>
      <p:ext uri="{BB962C8B-B14F-4D97-AF65-F5344CB8AC3E}">
        <p14:creationId xmlns:p14="http://schemas.microsoft.com/office/powerpoint/2010/main" val="29481923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8295769-6536-4DD0-A196-882C334038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af0487a77475a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01C3C38C-B9D6-4D15-981E-0FFABAD224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1fb7ef71f4f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B71F30AF-20F7-4CE6-A187-D0BBA1DE6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4855959e4f4e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9301" y="167007"/>
            <a:ext cx="3583199" cy="5737597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8D73BC3-BB1A-4DCB-8B6F-803676FDC9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395977ee8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39" y="3636835"/>
            <a:ext cx="1583318" cy="491463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7EE2285-7135-470C-86D5-116DE1171A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823dd9934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4948" y="3340440"/>
            <a:ext cx="1624230" cy="81880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260ACFD2-DA8B-4645-93C3-A401C4ACE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823dd9934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0385" y="3340440"/>
            <a:ext cx="1624230" cy="818808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DEC9C81-67A0-4A84-A378-141F5FB0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walks in.</a:t>
            </a:r>
          </a:p>
        </p:txBody>
      </p:sp>
    </p:spTree>
    <p:extLst>
      <p:ext uri="{BB962C8B-B14F-4D97-AF65-F5344CB8AC3E}">
        <p14:creationId xmlns:p14="http://schemas.microsoft.com/office/powerpoint/2010/main" val="33180439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C81A287-0586-4EA6-862B-DC9A2F2A1C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9f9de3259423f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186AD7AB-B1F7-46FB-BE9C-7F0C863770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6bdacd757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67BF943A-DD88-4CBD-89BF-A42EEB60CB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085ceac2945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8820" y="34979"/>
            <a:ext cx="3464337" cy="57681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C146992A-8F8E-4A3A-8F8A-6516BBE06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00629b5134b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6574" y="3395503"/>
            <a:ext cx="1583318" cy="491463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6D16EEA7-C24B-47CA-9C0F-CA8853423E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83c58b191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92045" y="3120730"/>
            <a:ext cx="1624230" cy="818808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301C1B60-B8E5-47F2-A7A7-70F537231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83c58b19149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8722" y="3068158"/>
            <a:ext cx="1624230" cy="818808"/>
          </a:xfrm>
          <a:prstGeom xmlns:a="http://schemas.openxmlformats.org/drawingml/2006/main" prst="rect">
            <a:avLst/>
          </a:prstGeom>
        </p:spPr>
      </p:pic>
      <p:sp>
        <p:nvSpPr>
          <p:cNvPr id="10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55A1F02-0F45-4937-9227-9E04C8F0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Cleo slips on the water!</a:t>
            </a:r>
          </a:p>
        </p:txBody>
      </p:sp>
    </p:spTree>
    <p:extLst>
      <p:ext uri="{BB962C8B-B14F-4D97-AF65-F5344CB8AC3E}">
        <p14:creationId xmlns:p14="http://schemas.microsoft.com/office/powerpoint/2010/main" val="25242965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44622261-C498-429B-916E-52D09FA48E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c2c87d3ff486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BD57D31-8805-406D-B88F-A44A8DA43E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97fd332ff4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16CA2739-DC09-4A22-ABE7-19BF1EF27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41566cf20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8820" y="34979"/>
            <a:ext cx="3464337" cy="57681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13B49B0-E27B-44C9-AF73-271FF8392B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cbd0d43ba4d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9528" y="48158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14EDDB2A-7D17-4F50-BF6F-BF63CF59EC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cbd0d43ba4d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4273" y="49822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65E21538-BD34-4F82-B7B1-350BE3174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bc3ef535141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6574" y="3395503"/>
            <a:ext cx="1583318" cy="491463"/>
          </a:xfrm>
          <a:prstGeom xmlns:a="http://schemas.openxmlformats.org/drawingml/2006/main" prst="rect">
            <a:avLst/>
          </a:prstGeom>
        </p:spPr>
      </p:pic>
      <p:sp>
        <p:nvSpPr>
          <p:cNvPr id="1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E40833D-090B-430F-B96E-A81A6E39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</a:p>
        </p:txBody>
      </p:sp>
    </p:spTree>
    <p:extLst>
      <p:ext uri="{BB962C8B-B14F-4D97-AF65-F5344CB8AC3E}">
        <p14:creationId xmlns:p14="http://schemas.microsoft.com/office/powerpoint/2010/main" val="36463427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92A89AA5-60CB-432C-B619-48815C2993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e4bca95c74cc7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08748C7-43FF-4D7B-AF16-789581650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0b95109314a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2500" y="4549705"/>
            <a:ext cx="3005607" cy="135143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9E2B6D65-ED61-415E-AABB-05F84ED5B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a28ab690b44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7736" y="525447"/>
            <a:ext cx="3165364" cy="528724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29FBEF50-AE8C-47C3-81B9-B645A1634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9be57a38a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664560"/>
            <a:ext cx="3628511" cy="497240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5DB732BF-4CC8-4B04-97F4-0EC3E9DB01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e8d6f5b9140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2584" y="4007248"/>
            <a:ext cx="1330038" cy="412845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6D12B4A7-B6E2-4E60-9C20-8BBCEB0A5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e8d6f5b9140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76823" y="4147266"/>
            <a:ext cx="1246853" cy="387024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D0ED931-E22A-490E-A080-3A4206C33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f3c3a61cb49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39528" y="481588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5E9A15B6-BB2B-4AFC-A55B-F4231E746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f3c3a61cb49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4273" y="498221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B806A-43A7-40C1-84D7-A1AA369A42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2fa71efa24560"/>
          <a:stretch xmlns:a="http://schemas.openxmlformats.org/drawingml/2006/main"/>
        </p:blipFill>
        <p:spPr>
          <a:xfrm xmlns:a="http://schemas.openxmlformats.org/drawingml/2006/main">
            <a:off x="2487492" y="3930901"/>
            <a:ext cx="1279071" cy="644806"/>
          </a:xfrm>
          <a:prstGeom xmlns:a="http://schemas.openxmlformats.org/drawingml/2006/main" prst="rect">
            <a:avLst/>
          </a:prstGeom>
        </p:spPr>
      </p:pic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71EF9-7DF4-4D54-A9E5-01EFB34D76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875d648f64071"/>
          <a:stretch xmlns:a="http://schemas.openxmlformats.org/drawingml/2006/main"/>
        </p:blipFill>
        <p:spPr>
          <a:xfrm xmlns:a="http://schemas.openxmlformats.org/drawingml/2006/main">
            <a:off x="2388468" y="3828717"/>
            <a:ext cx="1279071" cy="644806"/>
          </a:xfrm>
          <a:prstGeom xmlns:a="http://schemas.openxmlformats.org/drawingml/2006/main" prst="rect">
            <a:avLst/>
          </a:prstGeom>
        </p:spPr>
      </p:pic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E61C4-7781-4798-870C-6A621CAC5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33f0b157c4e13"/>
          <a:stretch xmlns:a="http://schemas.openxmlformats.org/drawingml/2006/main"/>
        </p:blipFill>
        <p:spPr>
          <a:xfrm xmlns:a="http://schemas.openxmlformats.org/drawingml/2006/main">
            <a:off x="2833965" y="3824863"/>
            <a:ext cx="1279071" cy="644806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2A836-4373-4C33-AFD8-9B0397FB6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5f06cd0a34132"/>
          <a:stretch xmlns:a="http://schemas.openxmlformats.org/drawingml/2006/main"/>
        </p:blipFill>
        <p:spPr>
          <a:xfrm xmlns:a="http://schemas.openxmlformats.org/drawingml/2006/main">
            <a:off x="2644605" y="3740185"/>
            <a:ext cx="1279071" cy="644806"/>
          </a:xfrm>
          <a:prstGeom xmlns:a="http://schemas.openxmlformats.org/drawingml/2006/main" prst="rect">
            <a:avLst/>
          </a:prstGeom>
        </p:spPr>
      </p:pic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05869-1209-4528-8B51-C9DC73EE6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bca3fa74e4bfa"/>
          <a:stretch xmlns:a="http://schemas.openxmlformats.org/drawingml/2006/main"/>
        </p:blipFill>
        <p:spPr>
          <a:xfrm xmlns:a="http://schemas.openxmlformats.org/drawingml/2006/main">
            <a:off x="2843112" y="3925158"/>
            <a:ext cx="1279071" cy="644806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B382D5-854C-4326-B817-C93ABC2BD3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92e34bfea4d0e"/>
          <a:stretch xmlns:a="http://schemas.openxmlformats.org/drawingml/2006/main"/>
        </p:blipFill>
        <p:spPr>
          <a:xfrm xmlns:a="http://schemas.openxmlformats.org/drawingml/2006/main">
            <a:off x="2833936" y="3689240"/>
            <a:ext cx="1279071" cy="644806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36094-5522-4CE7-8DDB-D87BED541A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732e8a8344e93"/>
          <a:stretch xmlns:a="http://schemas.openxmlformats.org/drawingml/2006/main"/>
        </p:blipFill>
        <p:spPr>
          <a:xfrm xmlns:a="http://schemas.openxmlformats.org/drawingml/2006/main">
            <a:off x="2384344" y="3716681"/>
            <a:ext cx="1279071" cy="644806"/>
          </a:xfrm>
          <a:prstGeom xmlns:a="http://schemas.openxmlformats.org/drawingml/2006/main" prst="rect">
            <a:avLst/>
          </a:prstGeom>
        </p:spPr>
      </p:pic>
      <p:sp>
        <p:nvSpPr>
          <p:cNvPr id="2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990B4BE-FAE3-4388-8D38-74FB4A43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2026-10-11T18:00:24.8170000Z</dcterms:created>
  <dcterms:modified xsi:type="dcterms:W3CDTF">2026-10-11T18:00:24.8170000Z</dcterms:modified>
</coreProperties>
</file>