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63e9a7fde24a16" /><Relationship Type="http://schemas.openxmlformats.org/officeDocument/2006/relationships/extended-properties" Target="/docProps/app.xml" Id="Rb52a62b827f64332" /><Relationship Type="http://schemas.openxmlformats.org/officeDocument/2006/relationships/officeDocument" Target="/ppt/presentation.xml" Id="R09bfacb6313c45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0a7852f4f45f3"/>
  </p:sldMasterIdLst>
  <p:notesMasterIdLst>
    <p:notesMasterId xmlns:r="http://schemas.openxmlformats.org/officeDocument/2006/relationships" r:id="Ra198d8ee83f84949"/>
  </p:notesMasterIdLst>
  <p:sldIdLst>
    <p:sldId xmlns:r="http://schemas.openxmlformats.org/officeDocument/2006/relationships" id="256" r:id="R9ede9f9228bf4fd2"/>
    <p:sldId xmlns:r="http://schemas.openxmlformats.org/officeDocument/2006/relationships" id="257" r:id="R9ff19872ccc64c31"/>
    <p:sldId xmlns:r="http://schemas.openxmlformats.org/officeDocument/2006/relationships" id="258" r:id="R423ba95975494328"/>
    <p:sldId xmlns:r="http://schemas.openxmlformats.org/officeDocument/2006/relationships" id="259" r:id="R21b2988d190f4d2b"/>
    <p:sldId xmlns:r="http://schemas.openxmlformats.org/officeDocument/2006/relationships" id="260" r:id="Rfcae888dca474932"/>
    <p:sldId xmlns:r="http://schemas.openxmlformats.org/officeDocument/2006/relationships" id="261" r:id="R14c624ced5004ca4"/>
    <p:sldId xmlns:r="http://schemas.openxmlformats.org/officeDocument/2006/relationships" id="262" r:id="R4e2f6f82bfd64fb4"/>
    <p:sldId xmlns:r="http://schemas.openxmlformats.org/officeDocument/2006/relationships" id="263" r:id="R0b1cfb908fa54305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1c88ce12b54f02" /><Relationship Type="http://schemas.openxmlformats.org/officeDocument/2006/relationships/slideMaster" Target="/ppt/slideMasters/slideMaster1.xml" Id="R3220a7852f4f45f3" /><Relationship Type="http://schemas.openxmlformats.org/officeDocument/2006/relationships/notesMaster" Target="/ppt/notesMasters/notesMaster1.xml" Id="Ra198d8ee83f84949" /><Relationship Type="http://schemas.openxmlformats.org/officeDocument/2006/relationships/presProps" Target="/ppt/presProps.xml" Id="R66eb4a4711ee4470" /><Relationship Type="http://schemas.openxmlformats.org/officeDocument/2006/relationships/viewProps" Target="/ppt/viewProps.xml" Id="R21125900019e4192" /><Relationship Type="http://schemas.openxmlformats.org/officeDocument/2006/relationships/tableStyles" Target="/ppt/tableStyles.xml" Id="R299e659183844bc3" /><Relationship Type="http://schemas.openxmlformats.org/officeDocument/2006/relationships/slide" Target="/ppt/slides/slide1.xml" Id="R9ede9f9228bf4fd2" /><Relationship Type="http://schemas.openxmlformats.org/officeDocument/2006/relationships/slide" Target="/ppt/slides/slide2.xml" Id="R9ff19872ccc64c31" /><Relationship Type="http://schemas.openxmlformats.org/officeDocument/2006/relationships/slide" Target="/ppt/slides/slide3.xml" Id="R423ba95975494328" /><Relationship Type="http://schemas.openxmlformats.org/officeDocument/2006/relationships/slide" Target="/ppt/slides/slide4.xml" Id="R21b2988d190f4d2b" /><Relationship Type="http://schemas.openxmlformats.org/officeDocument/2006/relationships/slide" Target="/ppt/slides/slide5.xml" Id="Rfcae888dca474932" /><Relationship Type="http://schemas.openxmlformats.org/officeDocument/2006/relationships/slide" Target="/ppt/slides/slide6.xml" Id="R14c624ced5004ca4" /><Relationship Type="http://schemas.openxmlformats.org/officeDocument/2006/relationships/slide" Target="/ppt/slides/slide7.xml" Id="R4e2f6f82bfd64fb4" /><Relationship Type="http://schemas.openxmlformats.org/officeDocument/2006/relationships/slide" Target="/ppt/slides/slide8.xml" Id="R0b1cfb908fa543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0f0b321e10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9e726924ac4a39" /><Relationship Type="http://schemas.openxmlformats.org/officeDocument/2006/relationships/notesMaster" Target="/ppt/notesMasters/notesMaster1.xml" Id="Rd9d624a4b1c240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3fea87b8584468" /><Relationship Type="http://schemas.openxmlformats.org/officeDocument/2006/relationships/notesMaster" Target="/ppt/notesMasters/notesMaster1.xml" Id="R28df80fce5dd42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329bb749714a6e" /><Relationship Type="http://schemas.openxmlformats.org/officeDocument/2006/relationships/notesMaster" Target="/ppt/notesMasters/notesMaster1.xml" Id="R3f5fc3174e924f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11f4ca3d9f4326" /><Relationship Type="http://schemas.openxmlformats.org/officeDocument/2006/relationships/notesMaster" Target="/ppt/notesMasters/notesMaster1.xml" Id="R688be12928814b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0d55a9d9614f0b" /><Relationship Type="http://schemas.openxmlformats.org/officeDocument/2006/relationships/notesMaster" Target="/ppt/notesMasters/notesMaster1.xml" Id="Re2f2e48c1d0f4a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04ad2e862c4b54" /><Relationship Type="http://schemas.openxmlformats.org/officeDocument/2006/relationships/notesMaster" Target="/ppt/notesMasters/notesMaster1.xml" Id="R4bb237778c3a4d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7bb02301d14f43" /><Relationship Type="http://schemas.openxmlformats.org/officeDocument/2006/relationships/notesMaster" Target="/ppt/notesMasters/notesMaster1.xml" Id="R008f51144d5948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1d9613a2924112" /><Relationship Type="http://schemas.openxmlformats.org/officeDocument/2006/relationships/notesMaster" Target="/ppt/notesMasters/notesMaster1.xml" Id="R4403e1066d5345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b6bb192c94d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ae1af09924f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a95aa070344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7379866d94c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accaa6cf94b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8359f2fbe40b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67d8fda1f4c8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f418be37e429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308a085194fc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051299de549a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768aa1e474ef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A5F459-DBBF-3F8C-2CF9-4BA48DB45F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A70B83-C145-4770-4DE0-078629A44E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B23D15-7ECB-B330-1D70-1527936900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E45552-CE6D-002B-3776-F9A6F2B9EF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A8CBD2-9742-3AB1-D48F-1D0E159585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4F96EB-9C51-09F6-3130-252636B46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49D66E-F13C-F7D6-407E-CBAE285C3F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759E7-C274-52AA-A654-FB83799472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D56C36-67C1-879E-93DB-585D7166CB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E6C9A1-0C94-4E6D-CCEB-1B4B033B95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5C7CE2-85DB-FAC4-CD39-9D09F2A9C4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6CC7B9-4F2E-20C0-177F-F31DBD4C6A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E33C9C-F0BB-8B9D-4161-316E9A9E49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37B5F8-6B43-32C2-7DBD-BDC065B7FD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57B8FC-0612-DAAF-CD22-A1E92E1109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9BD621-9C01-29A2-63A6-D4FCA10FE4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804F404-29C3-8EB6-22A0-03883109A1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B210C4-2B04-F88F-0F0C-BC10EE0F0F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CC8E091-809D-EE76-B21A-567DFEAE3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B9EEE47-DE42-1321-E825-22E3830045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7BFBE2-4385-6620-1DEB-B766780BB3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CBC809-9FDD-5691-1076-C1AA4BD0E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60DAF6-B2AA-B290-15E6-F035243398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E91AF9-1DA9-2804-0818-BD0D2F871E1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D0C6FF9-F795-9D22-DA2B-0D912A51E96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B980BB8-6F56-67BE-02EE-439FC6E6A29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8434A0E-0271-F1F1-50B0-5C197DB000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B41384E-3FE4-40E0-A89F-DA1321BA55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BB3CC63-DEE3-C77A-1AB4-0B713400E9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0BDC88-F62F-7A77-6A6E-F4EC8E3A1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79C6132-320F-43F0-9874-24C331BBC1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D5EC13-A8F0-4556-34D9-B647229D9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F68C51D-B56C-16DE-BC00-06ADFDEBC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C10F818-0924-6DD2-F65F-5A8209378E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91C6397-B79B-DAAA-516D-00BE500138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D18F66A-BEF1-E0CB-1D60-D83638D82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A4AB7B-E505-2B06-7AA4-0C893CBFC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76A40A-4E36-413B-82D5-3BEA66DCF7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D9C8F6D-499D-B677-13CA-FCD24AA597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21676D5-FD4D-07BF-3308-2AB7CE4746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979ABE-701B-A144-CF28-7A263F5308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3A38C9-B08A-795E-4590-802BB605A0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0FC798-BD72-9A5F-4C13-110E2B11E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FA109CB-C821-5036-4CBB-16FB9B70BD7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EE18737-A50E-8346-3A7D-CD67CF2BA1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08FA554-873E-409A-1BC4-4104F345D3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6180AE6-6340-0508-C6E8-4652ABD74D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8A2B844-6895-54AC-AE7D-08EB45708D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E06B07-CB0E-A234-B469-6D1317959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7836A7-90BB-5F61-D583-3C350F21B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96CAE6-486E-41A8-9BDF-075F446D89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44BEBB8-D688-B32F-FFA7-C41A92058B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486E08-FD8E-0872-BB55-36D74AC47C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6DEFE1D-81E8-2168-987E-8BBD6E7CA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3DC6BBA-4AB4-2AC7-02A9-467950C08B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D5A315-DBFF-07B1-E1D2-6ACAFC3787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21121E-4C91-BE94-B006-5875FC0BB9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A717CD-57B7-C732-18DC-328F62C386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5db62ecb3e4d8f" /><Relationship Type="http://schemas.openxmlformats.org/officeDocument/2006/relationships/slideLayout" Target="/ppt/slideLayouts/slideLayout1.xml" Id="R298bd6bf98d748d4" /><Relationship Type="http://schemas.openxmlformats.org/officeDocument/2006/relationships/slideLayout" Target="/ppt/slideLayouts/slideLayout2.xml" Id="R53fedb6cb5834b64" /><Relationship Type="http://schemas.openxmlformats.org/officeDocument/2006/relationships/slideLayout" Target="/ppt/slideLayouts/slideLayout3.xml" Id="Rffd7f187822f4a50" /><Relationship Type="http://schemas.openxmlformats.org/officeDocument/2006/relationships/slideLayout" Target="/ppt/slideLayouts/slideLayout4.xml" Id="Rbf5c9d10262d43ae" /><Relationship Type="http://schemas.openxmlformats.org/officeDocument/2006/relationships/slideLayout" Target="/ppt/slideLayouts/slideLayout5.xml" Id="Re41e50369dd2413a" /><Relationship Type="http://schemas.openxmlformats.org/officeDocument/2006/relationships/slideLayout" Target="/ppt/slideLayouts/slideLayout6.xml" Id="R1ec44f4006664c92" /><Relationship Type="http://schemas.openxmlformats.org/officeDocument/2006/relationships/slideLayout" Target="/ppt/slideLayouts/slideLayout7.xml" Id="R88e5d2b89d90431f" /><Relationship Type="http://schemas.openxmlformats.org/officeDocument/2006/relationships/slideLayout" Target="/ppt/slideLayouts/slideLayout8.xml" Id="Rf37c8f36c79541e3" /><Relationship Type="http://schemas.openxmlformats.org/officeDocument/2006/relationships/slideLayout" Target="/ppt/slideLayouts/slideLayout9.xml" Id="Rc23190aa988c4daa" /><Relationship Type="http://schemas.openxmlformats.org/officeDocument/2006/relationships/slideLayout" Target="/ppt/slideLayouts/slideLayout10.xml" Id="R267fa81827cf4b46" /><Relationship Type="http://schemas.openxmlformats.org/officeDocument/2006/relationships/slideLayout" Target="/ppt/slideLayouts/slideLayout11.xml" Id="R847fdb43e4f54cd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3982928-E139-B9D5-18B4-E6F224FC0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CA8AD2-5C06-D2E6-B8EA-294D852494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7837CC-055B-0510-8226-0C831BB033F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419C0D-5777-C491-B994-B7B10B5371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3637D3-EDB9-B136-100D-0BB2067D76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8bd6bf98d748d4"/>
    <p:sldLayoutId xmlns:r="http://schemas.openxmlformats.org/officeDocument/2006/relationships" id="2147483650" r:id="R53fedb6cb5834b64"/>
    <p:sldLayoutId xmlns:r="http://schemas.openxmlformats.org/officeDocument/2006/relationships" id="2147483651" r:id="Rffd7f187822f4a50"/>
    <p:sldLayoutId xmlns:r="http://schemas.openxmlformats.org/officeDocument/2006/relationships" id="2147483652" r:id="Rbf5c9d10262d43ae"/>
    <p:sldLayoutId xmlns:r="http://schemas.openxmlformats.org/officeDocument/2006/relationships" id="2147483653" r:id="Re41e50369dd2413a"/>
    <p:sldLayoutId xmlns:r="http://schemas.openxmlformats.org/officeDocument/2006/relationships" id="2147483654" r:id="R1ec44f4006664c92"/>
    <p:sldLayoutId xmlns:r="http://schemas.openxmlformats.org/officeDocument/2006/relationships" id="2147483655" r:id="R88e5d2b89d90431f"/>
    <p:sldLayoutId xmlns:r="http://schemas.openxmlformats.org/officeDocument/2006/relationships" id="2147483656" r:id="Rf37c8f36c79541e3"/>
    <p:sldLayoutId xmlns:r="http://schemas.openxmlformats.org/officeDocument/2006/relationships" id="2147483657" r:id="Rc23190aa988c4daa"/>
    <p:sldLayoutId xmlns:r="http://schemas.openxmlformats.org/officeDocument/2006/relationships" id="2147483658" r:id="R267fa81827cf4b46"/>
    <p:sldLayoutId xmlns:r="http://schemas.openxmlformats.org/officeDocument/2006/relationships" id="2147483659" r:id="R847fdb43e4f54cd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92f6980ad74e93" /><Relationship Type="http://schemas.openxmlformats.org/officeDocument/2006/relationships/image" Target="/ppt/media/image.png" Id="R42af1bf87d5f4e28" /><Relationship Type="http://schemas.openxmlformats.org/officeDocument/2006/relationships/image" Target="/ppt/media/image2.png" Id="R9a75f067447342a3" /><Relationship Type="http://schemas.openxmlformats.org/officeDocument/2006/relationships/notesSlide" Target="/ppt/notesSlides/notesSlide1.xml" Id="R856b4ed0249243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2f0b84c2524543" /><Relationship Type="http://schemas.openxmlformats.org/officeDocument/2006/relationships/image" Target="/ppt/media/image3.png" Id="R31f3cb732fef44cf" /><Relationship Type="http://schemas.openxmlformats.org/officeDocument/2006/relationships/image" Target="/ppt/media/image2.png" Id="R04a6b717926b40ce" /><Relationship Type="http://schemas.openxmlformats.org/officeDocument/2006/relationships/image" Target="/ppt/media/image4.png" Id="R9cb819d04f5d43d4" /><Relationship Type="http://schemas.openxmlformats.org/officeDocument/2006/relationships/image" Target="/ppt/media/image5.png" Id="R11c46ca7cf52444b" /><Relationship Type="http://schemas.openxmlformats.org/officeDocument/2006/relationships/image" Target="/ppt/media/image6.png" Id="Redd2ac4d958e4d67" /><Relationship Type="http://schemas.openxmlformats.org/officeDocument/2006/relationships/image" Target="/ppt/media/image7.png" Id="Rdc7d8f6e8b164090" /><Relationship Type="http://schemas.openxmlformats.org/officeDocument/2006/relationships/image" Target="/ppt/media/image8.png" Id="R2d01ae26dfba4229" /><Relationship Type="http://schemas.openxmlformats.org/officeDocument/2006/relationships/image" Target="/ppt/media/image9.png" Id="Ra70e2ff4c78d4979" /><Relationship Type="http://schemas.openxmlformats.org/officeDocument/2006/relationships/image" Target="/ppt/media/image10.png" Id="R9ecc895e5daf4be4" /><Relationship Type="http://schemas.openxmlformats.org/officeDocument/2006/relationships/image" Target="/ppt/media/image11.png" Id="R6575989b7a0e4334" /><Relationship Type="http://schemas.openxmlformats.org/officeDocument/2006/relationships/notesSlide" Target="/ppt/notesSlides/notesSlide2.xml" Id="R1845c3366ee445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3be8c86825420b" /><Relationship Type="http://schemas.openxmlformats.org/officeDocument/2006/relationships/image" Target="/ppt/media/image12.png" Id="R72bdee82c3f347f6" /><Relationship Type="http://schemas.openxmlformats.org/officeDocument/2006/relationships/image" Target="/ppt/media/image13.png" Id="R07d3451e5cd140dc" /><Relationship Type="http://schemas.openxmlformats.org/officeDocument/2006/relationships/notesSlide" Target="/ppt/notesSlides/notesSlide3.xml" Id="R4539ff7ccbb945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d9aa48940d4339" /><Relationship Type="http://schemas.openxmlformats.org/officeDocument/2006/relationships/image" Target="/ppt/media/image14.png" Id="R6f41a724bdb5416f" /><Relationship Type="http://schemas.openxmlformats.org/officeDocument/2006/relationships/image" Target="/ppt/media/image13.png" Id="Rcd62f49f54974e3f" /><Relationship Type="http://schemas.openxmlformats.org/officeDocument/2006/relationships/image" Target="/ppt/media/image4.png" Id="R845e1b6af0354c24" /><Relationship Type="http://schemas.openxmlformats.org/officeDocument/2006/relationships/image" Target="/ppt/media/image15.png" Id="R37745e7f2cf94736" /><Relationship Type="http://schemas.openxmlformats.org/officeDocument/2006/relationships/notesSlide" Target="/ppt/notesSlides/notesSlide4.xml" Id="R0bbb8d9eb5d24f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2269229a344a1b" /><Relationship Type="http://schemas.openxmlformats.org/officeDocument/2006/relationships/image" Target="/ppt/media/image16.png" Id="Re003e4fa07e64613" /><Relationship Type="http://schemas.openxmlformats.org/officeDocument/2006/relationships/image" Target="/ppt/media/image17.png" Id="R544d9a25a9a44245" /><Relationship Type="http://schemas.openxmlformats.org/officeDocument/2006/relationships/image" Target="/ppt/media/image13.png" Id="R18c79fc649a14a8c" /><Relationship Type="http://schemas.openxmlformats.org/officeDocument/2006/relationships/image" Target="/ppt/media/image4.png" Id="R810b2b3e0b974930" /><Relationship Type="http://schemas.openxmlformats.org/officeDocument/2006/relationships/image" Target="/ppt/media/image15.png" Id="Rf6e9d38a51584680" /><Relationship Type="http://schemas.openxmlformats.org/officeDocument/2006/relationships/notesSlide" Target="/ppt/notesSlides/notesSlide5.xml" Id="R308a51c14d8243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dd27521e3846c5" /><Relationship Type="http://schemas.openxmlformats.org/officeDocument/2006/relationships/image" Target="/ppt/media/image18.png" Id="R2f2b18cd2c624f7a" /><Relationship Type="http://schemas.openxmlformats.org/officeDocument/2006/relationships/image" Target="/ppt/media/image19.png" Id="Ra7c823d5bd9f4693" /><Relationship Type="http://schemas.openxmlformats.org/officeDocument/2006/relationships/image" Target="/ppt/media/image13.png" Id="R891eece4fca54a7f" /><Relationship Type="http://schemas.openxmlformats.org/officeDocument/2006/relationships/image" Target="/ppt/media/image4.png" Id="R5c42cd15195d4ef2" /><Relationship Type="http://schemas.openxmlformats.org/officeDocument/2006/relationships/image" Target="/ppt/media/image15.png" Id="Rad90f4ca74844166" /><Relationship Type="http://schemas.openxmlformats.org/officeDocument/2006/relationships/notesSlide" Target="/ppt/notesSlides/notesSlide6.xml" Id="R0875a43992684e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664d9e20604fa7" /><Relationship Type="http://schemas.openxmlformats.org/officeDocument/2006/relationships/image" Target="/ppt/media/image20.png" Id="R935c2c44ec0941be" /><Relationship Type="http://schemas.openxmlformats.org/officeDocument/2006/relationships/image" Target="/ppt/media/image21.png" Id="R835d5d9d896d4394" /><Relationship Type="http://schemas.openxmlformats.org/officeDocument/2006/relationships/image" Target="/ppt/media/image22.png" Id="R893aac75a2154915" /><Relationship Type="http://schemas.openxmlformats.org/officeDocument/2006/relationships/image" Target="/ppt/media/image4.png" Id="R8e63a1f5008f4e19" /><Relationship Type="http://schemas.openxmlformats.org/officeDocument/2006/relationships/image" Target="/ppt/media/image15.png" Id="Rfa6813be8f324a44" /><Relationship Type="http://schemas.openxmlformats.org/officeDocument/2006/relationships/notesSlide" Target="/ppt/notesSlides/notesSlide7.xml" Id="R748e3f8457bd41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eeacf21f434e2a" /><Relationship Type="http://schemas.openxmlformats.org/officeDocument/2006/relationships/image" Target="/ppt/media/image23.png" Id="R397046b5aa414f7c" /><Relationship Type="http://schemas.openxmlformats.org/officeDocument/2006/relationships/image" Target="/ppt/media/image13.png" Id="Rc2f0404cde264366" /><Relationship Type="http://schemas.openxmlformats.org/officeDocument/2006/relationships/image" Target="/ppt/media/image2.png" Id="R07a33f6d7e3c484c" /><Relationship Type="http://schemas.openxmlformats.org/officeDocument/2006/relationships/image" Target="/ppt/media/image4.png" Id="R4aa4488d56964228" /><Relationship Type="http://schemas.openxmlformats.org/officeDocument/2006/relationships/image" Target="/ppt/media/image24.png" Id="Re8e4369808cd47a7" /><Relationship Type="http://schemas.openxmlformats.org/officeDocument/2006/relationships/image" Target="/ppt/media/image25.png" Id="R14a6a4faee704fe0" /><Relationship Type="http://schemas.openxmlformats.org/officeDocument/2006/relationships/image" Target="/ppt/media/image26.png" Id="Rb3c7061875604c18" /><Relationship Type="http://schemas.openxmlformats.org/officeDocument/2006/relationships/image" Target="/ppt/media/image27.png" Id="Reabe1127706848cb" /><Relationship Type="http://schemas.openxmlformats.org/officeDocument/2006/relationships/image" Target="/ppt/media/image28.png" Id="R990088e2bb544aa5" /><Relationship Type="http://schemas.openxmlformats.org/officeDocument/2006/relationships/image" Target="/ppt/media/image29.png" Id="R5b0c069919754e00" /><Relationship Type="http://schemas.openxmlformats.org/officeDocument/2006/relationships/image" Target="/ppt/media/image30.png" Id="R988c27fbf54942b3" /><Relationship Type="http://schemas.openxmlformats.org/officeDocument/2006/relationships/image" Target="/ppt/media/image31.png" Id="Rdad26d5296a043d7" /><Relationship Type="http://schemas.openxmlformats.org/officeDocument/2006/relationships/notesSlide" Target="/ppt/notesSlides/notesSlide8.xml" Id="R4f0287b018f94a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E70B1CE7-7F14-4B92-B5C3-08BB365BBA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f1bf87d5f4e28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2426B96-65E1-49A1-B5AF-A7011F00F4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5f067447342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692" y="641312"/>
            <a:ext cx="4251158" cy="5369883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A44074CA-FACE-41A9-BDF2-EDA4F36D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Milo.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E968798-C482-4CF6-9C1E-FA588E2744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3cb732fef44c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B1A9E0B5-839A-40FC-AFB2-4F6B306955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6b717926b40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692" y="641312"/>
            <a:ext cx="4251158" cy="5369883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7605E72-C98A-408D-A700-B3F209A1F5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819d04f5d43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9981" y="4316969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608DE-DF1E-4F15-A9D1-C046465B29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46ca7cf52444b"/>
          <a:stretch xmlns:a="http://schemas.openxmlformats.org/drawingml/2006/main"/>
        </p:blipFill>
        <p:spPr>
          <a:xfrm xmlns:a="http://schemas.openxmlformats.org/drawingml/2006/main">
            <a:off x="6893990" y="413870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8F813-E32D-4F58-A573-B13448CEA1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2ac4d958e4d67"/>
          <a:stretch xmlns:a="http://schemas.openxmlformats.org/drawingml/2006/main"/>
        </p:blipFill>
        <p:spPr>
          <a:xfrm xmlns:a="http://schemas.openxmlformats.org/drawingml/2006/main">
            <a:off x="6812404" y="405451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82384-1D49-4B1D-8484-6E695395D9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d8f6e8b164090"/>
          <a:stretch xmlns:a="http://schemas.openxmlformats.org/drawingml/2006/main"/>
        </p:blipFill>
        <p:spPr>
          <a:xfrm xmlns:a="http://schemas.openxmlformats.org/drawingml/2006/main">
            <a:off x="7179451" y="4051340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06744-C1E0-4868-95AF-3AF607199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1ae26dfba4229"/>
          <a:stretch xmlns:a="http://schemas.openxmlformats.org/drawingml/2006/main"/>
        </p:blipFill>
        <p:spPr>
          <a:xfrm xmlns:a="http://schemas.openxmlformats.org/drawingml/2006/main">
            <a:off x="7023436" y="398157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2BEED-6485-46E8-8F81-71293AC69C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e2ff4c78d4979"/>
          <a:stretch xmlns:a="http://schemas.openxmlformats.org/drawingml/2006/main"/>
        </p:blipFill>
        <p:spPr>
          <a:xfrm xmlns:a="http://schemas.openxmlformats.org/drawingml/2006/main">
            <a:off x="7186987" y="413397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BEDB-1F19-4FFB-8E24-091D9BCEC9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c895e5daf4be4"/>
          <a:stretch xmlns:a="http://schemas.openxmlformats.org/drawingml/2006/main"/>
        </p:blipFill>
        <p:spPr>
          <a:xfrm xmlns:a="http://schemas.openxmlformats.org/drawingml/2006/main">
            <a:off x="7179427" y="393959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957FF-8274-4BD0-AD39-D818D900F2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5989b7a0e4334"/>
          <a:stretch xmlns:a="http://schemas.openxmlformats.org/drawingml/2006/main"/>
        </p:blipFill>
        <p:spPr>
          <a:xfrm xmlns:a="http://schemas.openxmlformats.org/drawingml/2006/main">
            <a:off x="6809006" y="3962208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3C90492-8221-4BCC-9EA5-C566F569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31941421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B64C0C37-BB6D-48DC-A2D4-82F0391DD5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dee82c3f347f6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B31122B6-C1BF-4823-B8A4-79CF63707F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3451e5cd140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2" y="264300"/>
            <a:ext cx="4066877" cy="5571067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CFE3BB1F-5A7E-4168-A4E9-06E23EAD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Sasha.</a:t>
            </a:r>
          </a:p>
        </p:txBody>
      </p:sp>
    </p:spTree>
    <p:extLst>
      <p:ext uri="{BB962C8B-B14F-4D97-AF65-F5344CB8AC3E}">
        <p14:creationId xmlns:p14="http://schemas.microsoft.com/office/powerpoint/2010/main" val="40737818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DD373D73-2DC4-4BEF-ADEA-96B32FA369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1a724bdb5416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F21D73EA-3FA7-44DE-B527-16A15B26C6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2f49f5497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2" y="264300"/>
            <a:ext cx="4066877" cy="5571067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F3AF7DF-1237-4634-A988-8BDC0506F5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e1b6af0354c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9981" y="4116553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3495FE5F-FA3F-4315-87E5-2CEE6DCBEE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45e7f2cf94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3990" y="393511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93B04C50-AA4E-4A08-B0B3-F64C913CF6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45e7f2cf94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9451" y="3938606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27E00F1-81D4-46D6-A1D3-796C0CAE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38726455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F5C78D65-6816-4D0C-AE55-9D4DC8D7C5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3e4fa07e64613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3E1F5601-D15A-4243-BF33-5E370E45A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d9a25a9a44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891960" y="89210"/>
            <a:ext cx="3682603" cy="5648387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6E28B9E9-00A6-4310-BEC2-F1DB595E7D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79fc649a14a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2089" y="0"/>
            <a:ext cx="4115035" cy="5637037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2E3D7A47-971F-40B5-A686-3959A4EEEE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b2b3e0b9749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435" y="385589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AB9BA1C7-9BDF-4AB0-997C-190118A76B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9d38a515846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9444" y="367445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0A4F4F9-AB4D-4E46-9EC3-BE23B769B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9d38a515846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8393" y="3690471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67FDBE6-7D87-4AC9-8F75-23484B37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is angry.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6BFAA311-B76D-47EA-866A-F1E0AAEB3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b18cd2c624f7a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3B1CA59E-0ADD-4CA6-9615-6CAC30C8C7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823d5bd9f4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78970" y="57185"/>
            <a:ext cx="3682603" cy="5630132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2A4569D-09FE-4861-A201-2A1421DFC5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eece4fca54a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2089" y="0"/>
            <a:ext cx="4115035" cy="5637037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7037B3BB-B336-40EB-BD93-5E6C0EE11B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2cd15195d4e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435" y="385589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1D546DA0-B475-489F-81AA-3697E0F34B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0f4ca748441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9444" y="367445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4A4D1664-1C53-4B06-AEC0-102FC161E2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0f4ca748441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8393" y="3690471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A5C0AD0-382F-4990-A9B4-A3BDDD90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 walks over.</a:t>
            </a:r>
          </a:p>
        </p:txBody>
      </p:sp>
    </p:spTree>
    <p:extLst>
      <p:ext uri="{BB962C8B-B14F-4D97-AF65-F5344CB8AC3E}">
        <p14:creationId xmlns:p14="http://schemas.microsoft.com/office/powerpoint/2010/main" val="24144588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DBE78859-30CD-4837-ACBE-2884AEF786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c2c44ec0941be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9F29F5BA-388B-40D2-9D6B-AE1D91BE8D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d5d9d896d43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35773" y="-58187"/>
            <a:ext cx="4115035" cy="5639468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C841F70C-5D46-4B94-BB7B-0764BEC748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aac75a2154915"/>
          <a:stretch xmlns:a="http://schemas.openxmlformats.org/drawingml/2006/main"/>
        </p:blipFill>
        <p:spPr>
          <a:xfrm xmlns:a="http://schemas.openxmlformats.org/drawingml/2006/main">
            <a:off x="3581075" y="0"/>
            <a:ext cx="5029850" cy="5932644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A3639E50-338C-43DB-8717-2858BBC761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3a1f5008f4e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435" y="385589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4B7C92B6-C951-4209-BF63-231516F791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813be8f324a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46092">
            <a:off x="6873038" y="332463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BA388E99-FB0B-4B2F-8605-DF882F7CA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813be8f324a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41334">
            <a:off x="7232968" y="3677578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3283265-3E95-4E5D-A213-05BD979C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hits 2 of Sasha’s cookies!</a:t>
            </a:r>
          </a:p>
        </p:txBody>
      </p:sp>
    </p:spTree>
    <p:extLst>
      <p:ext uri="{BB962C8B-B14F-4D97-AF65-F5344CB8AC3E}">
        <p14:creationId xmlns:p14="http://schemas.microsoft.com/office/powerpoint/2010/main" val="29160114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593F796E-8EE9-4EEA-82B2-966A9FAA0F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046b5aa414f7c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D203D156-E5E6-4EC3-B3E8-6FA13988DE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0404cde264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1063" y="707206"/>
            <a:ext cx="3746126" cy="488959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8CBAEDC6-4F8C-4EEA-85EA-4F86BDBCFB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33f6d7e3c48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4811" y="465115"/>
            <a:ext cx="4251158" cy="5369883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64159091-1581-4EAA-875E-F9ED0768C6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4488d569642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334" y="410122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470E0905-A15D-4715-B592-DC73935972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4488d569642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6823" y="4169375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2ECB9514-03A8-47FD-8A5D-46FDDEC54E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4369808cd47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6304720" y="5050421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28FCF577-EE42-4753-8B22-C0DDE8423B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4369808cd47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956284" y="4915409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2B085-D889-4BAF-B8F6-69C5920811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6a4faee704fe0"/>
          <a:stretch xmlns:a="http://schemas.openxmlformats.org/drawingml/2006/main"/>
        </p:blipFill>
        <p:spPr>
          <a:xfrm xmlns:a="http://schemas.openxmlformats.org/drawingml/2006/main">
            <a:off x="2520832" y="399111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729FE-ADCB-42EA-AA9B-3844411844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7061875604c18"/>
          <a:stretch xmlns:a="http://schemas.openxmlformats.org/drawingml/2006/main"/>
        </p:blipFill>
        <p:spPr>
          <a:xfrm xmlns:a="http://schemas.openxmlformats.org/drawingml/2006/main">
            <a:off x="2439246" y="390692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FDDC7-4430-4B15-A9D9-8BBC7E8C2C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e1127706848cb"/>
          <a:stretch xmlns:a="http://schemas.openxmlformats.org/drawingml/2006/main"/>
        </p:blipFill>
        <p:spPr>
          <a:xfrm xmlns:a="http://schemas.openxmlformats.org/drawingml/2006/main">
            <a:off x="2806293" y="3903746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CED27-CDA3-4764-9569-313BCFC3D1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088e2bb544aa5"/>
          <a:stretch xmlns:a="http://schemas.openxmlformats.org/drawingml/2006/main"/>
        </p:blipFill>
        <p:spPr>
          <a:xfrm xmlns:a="http://schemas.openxmlformats.org/drawingml/2006/main">
            <a:off x="2650278" y="383397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52ACE-8ADD-440F-A2A6-2E03B75B56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c069919754e00"/>
          <a:stretch xmlns:a="http://schemas.openxmlformats.org/drawingml/2006/main"/>
        </p:blipFill>
        <p:spPr>
          <a:xfrm xmlns:a="http://schemas.openxmlformats.org/drawingml/2006/main">
            <a:off x="2813829" y="398637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C2FFE-DA94-4973-B837-8777FD1EC2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c27fbf54942b3"/>
          <a:stretch xmlns:a="http://schemas.openxmlformats.org/drawingml/2006/main"/>
        </p:blipFill>
        <p:spPr>
          <a:xfrm xmlns:a="http://schemas.openxmlformats.org/drawingml/2006/main">
            <a:off x="2806269" y="379200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CBBBA-F388-4972-91FA-0E5BC25BE7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26d5296a043d7"/>
          <a:stretch xmlns:a="http://schemas.openxmlformats.org/drawingml/2006/main"/>
        </p:blipFill>
        <p:spPr>
          <a:xfrm xmlns:a="http://schemas.openxmlformats.org/drawingml/2006/main">
            <a:off x="2435848" y="3814614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494432E-D646-49B9-8437-8F40D193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still has 8 cookies. Sasha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30893856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2026-10-11T18:00:31.6620000Z</dcterms:created>
  <dcterms:modified xsi:type="dcterms:W3CDTF">2026-10-11T18:00:31.6620000Z</dcterms:modified>
</coreProperties>
</file>