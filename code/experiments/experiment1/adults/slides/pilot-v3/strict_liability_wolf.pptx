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336fcecace431a" /><Relationship Type="http://schemas.openxmlformats.org/officeDocument/2006/relationships/extended-properties" Target="/docProps/app.xml" Id="R080fd0fc29f74f28" /><Relationship Type="http://schemas.openxmlformats.org/officeDocument/2006/relationships/officeDocument" Target="/ppt/presentation.xml" Id="R9db05c694c1044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659682f6d04f3d"/>
  </p:sldMasterIdLst>
  <p:notesMasterIdLst>
    <p:notesMasterId xmlns:r="http://schemas.openxmlformats.org/officeDocument/2006/relationships" r:id="R8eb4aa1957d84f43"/>
  </p:notesMasterIdLst>
  <p:sldIdLst>
    <p:sldId xmlns:r="http://schemas.openxmlformats.org/officeDocument/2006/relationships" id="256" r:id="Rc77124d7d4b04ad2"/>
    <p:sldId xmlns:r="http://schemas.openxmlformats.org/officeDocument/2006/relationships" id="257" r:id="R0fb9c841bc7e4649"/>
    <p:sldId xmlns:r="http://schemas.openxmlformats.org/officeDocument/2006/relationships" id="258" r:id="Rabd51928488d4ac4"/>
    <p:sldId xmlns:r="http://schemas.openxmlformats.org/officeDocument/2006/relationships" id="259" r:id="R9c4de13ee6404a7a"/>
    <p:sldId xmlns:r="http://schemas.openxmlformats.org/officeDocument/2006/relationships" id="260" r:id="Reb815a7f0e36440b"/>
    <p:sldId xmlns:r="http://schemas.openxmlformats.org/officeDocument/2006/relationships" id="261" r:id="R6df504431e124f6e"/>
    <p:sldId xmlns:r="http://schemas.openxmlformats.org/officeDocument/2006/relationships" id="262" r:id="Recf57e1dec324211"/>
    <p:sldId xmlns:r="http://schemas.openxmlformats.org/officeDocument/2006/relationships" id="263" r:id="Rd687a13687f34008"/>
    <p:sldId xmlns:r="http://schemas.openxmlformats.org/officeDocument/2006/relationships" id="264" r:id="R187307c91f6249af"/>
    <p:sldId xmlns:r="http://schemas.openxmlformats.org/officeDocument/2006/relationships" id="265" r:id="R15c537f7f9bd4c0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7a3e5c072b4cd2" /><Relationship Type="http://schemas.openxmlformats.org/officeDocument/2006/relationships/slideMaster" Target="/ppt/slideMasters/slideMaster1.xml" Id="R9f659682f6d04f3d" /><Relationship Type="http://schemas.openxmlformats.org/officeDocument/2006/relationships/notesMaster" Target="/ppt/notesMasters/notesMaster1.xml" Id="R8eb4aa1957d84f43" /><Relationship Type="http://schemas.openxmlformats.org/officeDocument/2006/relationships/presProps" Target="/ppt/presProps.xml" Id="R759024e38bd649ec" /><Relationship Type="http://schemas.openxmlformats.org/officeDocument/2006/relationships/viewProps" Target="/ppt/viewProps.xml" Id="R158f3b2f13db48d3" /><Relationship Type="http://schemas.openxmlformats.org/officeDocument/2006/relationships/tableStyles" Target="/ppt/tableStyles.xml" Id="Rc0e5fa508ec14f16" /><Relationship Type="http://schemas.openxmlformats.org/officeDocument/2006/relationships/slide" Target="/ppt/slides/slide1.xml" Id="Rc77124d7d4b04ad2" /><Relationship Type="http://schemas.openxmlformats.org/officeDocument/2006/relationships/slide" Target="/ppt/slides/slide2.xml" Id="R0fb9c841bc7e4649" /><Relationship Type="http://schemas.openxmlformats.org/officeDocument/2006/relationships/slide" Target="/ppt/slides/slide3.xml" Id="Rabd51928488d4ac4" /><Relationship Type="http://schemas.openxmlformats.org/officeDocument/2006/relationships/slide" Target="/ppt/slides/slide4.xml" Id="R9c4de13ee6404a7a" /><Relationship Type="http://schemas.openxmlformats.org/officeDocument/2006/relationships/slide" Target="/ppt/slides/slide5.xml" Id="Reb815a7f0e36440b" /><Relationship Type="http://schemas.openxmlformats.org/officeDocument/2006/relationships/slide" Target="/ppt/slides/slide6.xml" Id="R6df504431e124f6e" /><Relationship Type="http://schemas.openxmlformats.org/officeDocument/2006/relationships/slide" Target="/ppt/slides/slide7.xml" Id="Recf57e1dec324211" /><Relationship Type="http://schemas.openxmlformats.org/officeDocument/2006/relationships/slide" Target="/ppt/slides/slide8.xml" Id="Rd687a13687f34008" /><Relationship Type="http://schemas.openxmlformats.org/officeDocument/2006/relationships/slide" Target="/ppt/slides/slide9.xml" Id="R187307c91f6249af" /><Relationship Type="http://schemas.openxmlformats.org/officeDocument/2006/relationships/slide" Target="/ppt/slides/slide10.xml" Id="R15c537f7f9bd4c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619d7c683343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2b601ad75b41f3" /><Relationship Type="http://schemas.openxmlformats.org/officeDocument/2006/relationships/notesMaster" Target="/ppt/notesMasters/notesMaster1.xml" Id="Rc163db772cfa46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4c6b59bb6148d5" /><Relationship Type="http://schemas.openxmlformats.org/officeDocument/2006/relationships/notesMaster" Target="/ppt/notesMasters/notesMaster1.xml" Id="R0e5ca15afc084c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be176083824a86" /><Relationship Type="http://schemas.openxmlformats.org/officeDocument/2006/relationships/notesMaster" Target="/ppt/notesMasters/notesMaster1.xml" Id="R4fed5749c23049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a8bf588d75412b" /><Relationship Type="http://schemas.openxmlformats.org/officeDocument/2006/relationships/notesMaster" Target="/ppt/notesMasters/notesMaster1.xml" Id="R6fa82d6a281b48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ec5f563cde40df" /><Relationship Type="http://schemas.openxmlformats.org/officeDocument/2006/relationships/notesMaster" Target="/ppt/notesMasters/notesMaster1.xml" Id="R0b1bc9abb7b04a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77eb875a6f49c2" /><Relationship Type="http://schemas.openxmlformats.org/officeDocument/2006/relationships/notesMaster" Target="/ppt/notesMasters/notesMaster1.xml" Id="Rc3f6774dcfa448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fe62095239468f" /><Relationship Type="http://schemas.openxmlformats.org/officeDocument/2006/relationships/notesMaster" Target="/ppt/notesMasters/notesMaster1.xml" Id="R5b4793ee323b41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58c09a63d042a3" /><Relationship Type="http://schemas.openxmlformats.org/officeDocument/2006/relationships/notesMaster" Target="/ppt/notesMasters/notesMaster1.xml" Id="Rbfcf4982c08245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fa2877c255497b" /><Relationship Type="http://schemas.openxmlformats.org/officeDocument/2006/relationships/notesMaster" Target="/ppt/notesMasters/notesMaster1.xml" Id="R00ae73ef122246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9d45d7304042e0" /><Relationship Type="http://schemas.openxmlformats.org/officeDocument/2006/relationships/notesMaster" Target="/ppt/notesMasters/notesMaster1.xml" Id="R24c532c43da94f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54d4504f8545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ddc5ea31b49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2ff3d4fcb42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90fb979cc140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0048ff24094b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d78615e1448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BA73AB-51F9-4D5B-A5FA-8C283132A8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B0DAE0-2529-4CD4-B302-EAA4F90405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28C8F1-94B5-4D12-830C-482A87378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121DF7-35B3-4FEA-8B00-6857F2EC60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D6B1F7-339D-4876-9216-E1FC90A0C7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8B3489-A2AC-4A9F-8F6A-9E0D5B5D56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4D2DAF-785D-4C84-A82A-A8EB6A96D9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6CBEA3-1659-4CF5-8391-9D7F5CBB0C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AA6D56-01C2-44CD-B79B-1FAA878431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033B53-A84D-4DFE-A30E-356949DC5F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97dc728cec49a2" /><Relationship Type="http://schemas.openxmlformats.org/officeDocument/2006/relationships/slideLayout" Target="/ppt/slideLayouts/slideLayout1.xml" Id="R3a04c9893a7b4555" /><Relationship Type="http://schemas.openxmlformats.org/officeDocument/2006/relationships/slideLayout" Target="/ppt/slideLayouts/slideLayout2.xml" Id="Rd923cc6cdcbe441c" /><Relationship Type="http://schemas.openxmlformats.org/officeDocument/2006/relationships/slideLayout" Target="/ppt/slideLayouts/slideLayout3.xml" Id="R2fcfff7fcb994642" /><Relationship Type="http://schemas.openxmlformats.org/officeDocument/2006/relationships/slideLayout" Target="/ppt/slideLayouts/slideLayout4.xml" Id="Rf0f6173b8d964086" /><Relationship Type="http://schemas.openxmlformats.org/officeDocument/2006/relationships/slideLayout" Target="/ppt/slideLayouts/slideLayout5.xml" Id="R5b81b20d10a94158" /><Relationship Type="http://schemas.openxmlformats.org/officeDocument/2006/relationships/slideLayout" Target="/ppt/slideLayouts/slideLayout6.xml" Id="R92dc1b33e3434e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04c9893a7b4555"/>
    <p:sldLayoutId xmlns:r="http://schemas.openxmlformats.org/officeDocument/2006/relationships" id="2147483650" r:id="Rd923cc6cdcbe441c"/>
    <p:sldLayoutId xmlns:r="http://schemas.openxmlformats.org/officeDocument/2006/relationships" id="2147483651" r:id="R2fcfff7fcb994642"/>
    <p:sldLayoutId xmlns:r="http://schemas.openxmlformats.org/officeDocument/2006/relationships" id="2147483652" r:id="Rf0f6173b8d964086"/>
    <p:sldLayoutId xmlns:r="http://schemas.openxmlformats.org/officeDocument/2006/relationships" id="2147483653" r:id="R5b81b20d10a94158"/>
    <p:sldLayoutId xmlns:r="http://schemas.openxmlformats.org/officeDocument/2006/relationships" id="2147483654" r:id="R92dc1b33e3434e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52485a6ae54ffb" /><Relationship Type="http://schemas.openxmlformats.org/officeDocument/2006/relationships/image" Target="/ppt/media/image.png" Id="Re95bd23ca17d4edf" /><Relationship Type="http://schemas.openxmlformats.org/officeDocument/2006/relationships/image" Target="/ppt/media/image2.png" Id="R2825c22f9166470f" /><Relationship Type="http://schemas.openxmlformats.org/officeDocument/2006/relationships/notesSlide" Target="/ppt/notesSlides/notesSlide1.xml" Id="R2df57342b40149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a3e4d85e1540a8" /><Relationship Type="http://schemas.openxmlformats.org/officeDocument/2006/relationships/image" Target="/ppt/media/image.png" Id="R7dbcc165c27c4c6a" /><Relationship Type="http://schemas.openxmlformats.org/officeDocument/2006/relationships/image" Target="/ppt/media/image2.png" Id="Rce5791cd88344bc0" /><Relationship Type="http://schemas.openxmlformats.org/officeDocument/2006/relationships/image" Target="/ppt/media/image3.png" Id="R0508dadbe0eb443a" /><Relationship Type="http://schemas.openxmlformats.org/officeDocument/2006/relationships/image" Target="/ppt/media/image4.png" Id="R227de453d4364462" /><Relationship Type="http://schemas.openxmlformats.org/officeDocument/2006/relationships/notesSlide" Target="/ppt/notesSlides/notesSlide2.xml" Id="R7bb449cf8d514a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02df0df1ef4087" /><Relationship Type="http://schemas.openxmlformats.org/officeDocument/2006/relationships/image" Target="/ppt/media/image.png" Id="R052cb7cf50794f80" /><Relationship Type="http://schemas.openxmlformats.org/officeDocument/2006/relationships/image" Target="/ppt/media/image5.png" Id="R26c1f1b6a21b4f09" /><Relationship Type="http://schemas.openxmlformats.org/officeDocument/2006/relationships/image" Target="/ppt/media/image2.png" Id="R2822d9e40486435e" /><Relationship Type="http://schemas.openxmlformats.org/officeDocument/2006/relationships/image" Target="/ppt/media/image3.png" Id="Rec71c25c90eb4e2b" /><Relationship Type="http://schemas.openxmlformats.org/officeDocument/2006/relationships/image" Target="/ppt/media/image4.png" Id="R78ea60d0c0c544a1" /><Relationship Type="http://schemas.openxmlformats.org/officeDocument/2006/relationships/notesSlide" Target="/ppt/notesSlides/notesSlide3.xml" Id="Rb5aff71bdad64e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012b263b204863" /><Relationship Type="http://schemas.openxmlformats.org/officeDocument/2006/relationships/image" Target="/ppt/media/image.png" Id="Rdda6dd7f51aa4f00" /><Relationship Type="http://schemas.openxmlformats.org/officeDocument/2006/relationships/image" Target="/ppt/media/image6.png" Id="R09d9cdde53df4d9d" /><Relationship Type="http://schemas.openxmlformats.org/officeDocument/2006/relationships/notesSlide" Target="/ppt/notesSlides/notesSlide4.xml" Id="Rf699d27b03034f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637df79c14453e" /><Relationship Type="http://schemas.openxmlformats.org/officeDocument/2006/relationships/image" Target="/ppt/media/image.png" Id="Rd988ccad7e334a80" /><Relationship Type="http://schemas.openxmlformats.org/officeDocument/2006/relationships/image" Target="/ppt/media/image6.png" Id="Rea164caf6893417c" /><Relationship Type="http://schemas.openxmlformats.org/officeDocument/2006/relationships/image" Target="/ppt/media/image3.png" Id="Rf0910a2b788d4764" /><Relationship Type="http://schemas.openxmlformats.org/officeDocument/2006/relationships/image" Target="/ppt/media/image4.png" Id="Rc2180773fd6f443b" /><Relationship Type="http://schemas.openxmlformats.org/officeDocument/2006/relationships/notesSlide" Target="/ppt/notesSlides/notesSlide5.xml" Id="Radeb5f879d764b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5004041ec34df9" /><Relationship Type="http://schemas.openxmlformats.org/officeDocument/2006/relationships/image" Target="/ppt/media/image7.png" Id="R9eaa0aee2c5c4d1d" /><Relationship Type="http://schemas.openxmlformats.org/officeDocument/2006/relationships/image" Target="/ppt/media/image5.png" Id="R3584f280f72841fb" /><Relationship Type="http://schemas.openxmlformats.org/officeDocument/2006/relationships/notesSlide" Target="/ppt/notesSlides/notesSlide6.xml" Id="R059a2e9527fb40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88efdeb2e24431" /><Relationship Type="http://schemas.openxmlformats.org/officeDocument/2006/relationships/image" Target="/ppt/media/image.png" Id="R215a49f024604589" /><Relationship Type="http://schemas.openxmlformats.org/officeDocument/2006/relationships/image" Target="/ppt/media/image8.png" Id="Ree06a7bc0e1f4730" /><Relationship Type="http://schemas.openxmlformats.org/officeDocument/2006/relationships/image" Target="/ppt/media/image6.png" Id="Rbe18ad9c308b49f8" /><Relationship Type="http://schemas.openxmlformats.org/officeDocument/2006/relationships/image" Target="/ppt/media/image3.png" Id="Rd22b7de649bf4a69" /><Relationship Type="http://schemas.openxmlformats.org/officeDocument/2006/relationships/image" Target="/ppt/media/image4.png" Id="R7e049a6d4c4e490c" /><Relationship Type="http://schemas.openxmlformats.org/officeDocument/2006/relationships/notesSlide" Target="/ppt/notesSlides/notesSlide7.xml" Id="R169fb33afe6b42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90a1edeeb54467" /><Relationship Type="http://schemas.openxmlformats.org/officeDocument/2006/relationships/image" Target="/ppt/media/image9.png" Id="Rbd64573fcbe44bed" /><Relationship Type="http://schemas.openxmlformats.org/officeDocument/2006/relationships/image" Target="/ppt/media/image5.png" Id="Re1219a7857d04fb6" /><Relationship Type="http://schemas.openxmlformats.org/officeDocument/2006/relationships/image" Target="/ppt/media/image6.png" Id="R24723a47f90f4164" /><Relationship Type="http://schemas.openxmlformats.org/officeDocument/2006/relationships/image" Target="/ppt/media/image3.png" Id="Rd8ab17c1349149ef" /><Relationship Type="http://schemas.openxmlformats.org/officeDocument/2006/relationships/image" Target="/ppt/media/image4.png" Id="R36f7a1df3cac4c6c" /><Relationship Type="http://schemas.openxmlformats.org/officeDocument/2006/relationships/image" Target="/ppt/media/image2.png" Id="R2dd74bc3d79b4efb" /><Relationship Type="http://schemas.openxmlformats.org/officeDocument/2006/relationships/notesSlide" Target="/ppt/notesSlides/notesSlide8.xml" Id="R9279062274f043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8933ee04d34350" /><Relationship Type="http://schemas.openxmlformats.org/officeDocument/2006/relationships/image" Target="/ppt/media/image9.png" Id="Re6c9867260ad41ff" /><Relationship Type="http://schemas.openxmlformats.org/officeDocument/2006/relationships/image" Target="/ppt/media/image10.png" Id="Rd11f44d82b914601" /><Relationship Type="http://schemas.openxmlformats.org/officeDocument/2006/relationships/image" Target="/ppt/media/image6.png" Id="Rc40f6369b06545ec" /><Relationship Type="http://schemas.openxmlformats.org/officeDocument/2006/relationships/image" Target="/ppt/media/image3.png" Id="R999ac6ac46f24466" /><Relationship Type="http://schemas.openxmlformats.org/officeDocument/2006/relationships/image" Target="/ppt/media/image2.png" Id="Rba83dccc13e04e8f" /><Relationship Type="http://schemas.openxmlformats.org/officeDocument/2006/relationships/image" Target="/ppt/media/image4.png" Id="R0bcc23c7cec24d8f" /><Relationship Type="http://schemas.openxmlformats.org/officeDocument/2006/relationships/notesSlide" Target="/ppt/notesSlides/notesSlide9.xml" Id="Ra5a8567f80184f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dda03952a44cc6" /><Relationship Type="http://schemas.openxmlformats.org/officeDocument/2006/relationships/image" Target="/ppt/media/image9.png" Id="Rd230aaaf70ba48b7" /><Relationship Type="http://schemas.openxmlformats.org/officeDocument/2006/relationships/image" Target="/ppt/media/image6.png" Id="R98a6268b68314d16" /><Relationship Type="http://schemas.openxmlformats.org/officeDocument/2006/relationships/image" Target="/ppt/media/image3.png" Id="R679a752211944072" /><Relationship Type="http://schemas.openxmlformats.org/officeDocument/2006/relationships/image" Target="/ppt/media/image10.png" Id="R0e0002fed1744379" /><Relationship Type="http://schemas.openxmlformats.org/officeDocument/2006/relationships/image" Target="/ppt/media/image2.png" Id="Rc6640dc365ca43b8" /><Relationship Type="http://schemas.openxmlformats.org/officeDocument/2006/relationships/image" Target="/ppt/media/image4.png" Id="Rf9e88da0e7964f9a" /><Relationship Type="http://schemas.openxmlformats.org/officeDocument/2006/relationships/notesSlide" Target="/ppt/notesSlides/notesSlide10.xml" Id="R7c26f847e84341d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726C286-507B-48CF-95AB-46C439C3EE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bd23ca17d4ed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1927D1DE-D269-477B-8341-784A13E908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5c22f9166470f"/>
          <a:stretch xmlns:a="http://schemas.openxmlformats.org/drawingml/2006/main"/>
        </p:blipFill>
        <p:spPr>
          <a:xfrm xmlns:a="http://schemas.openxmlformats.org/drawingml/2006/main">
            <a:off x="4667250" y="1125476"/>
            <a:ext cx="2667000" cy="4035548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4B875F00-5315-461D-AA15-1846BCB2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Catherine.</a:t>
            </a:r>
          </a:p>
        </p:txBody>
      </p:sp>
    </p:spTree>
    <p:extLst>
      <p:ext uri="{BB962C8B-B14F-4D97-AF65-F5344CB8AC3E}">
        <p14:creationId xmlns:p14="http://schemas.microsoft.com/office/powerpoint/2010/main" val="17439096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2A7597B6-3728-4F23-B18C-3163EF6AC6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cc165c27c4c6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B5099A57-F531-45BC-ACB7-5E25C2D66A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791cd88344bc0"/>
          <a:stretch xmlns:a="http://schemas.openxmlformats.org/drawingml/2006/main"/>
        </p:blipFill>
        <p:spPr>
          <a:xfrm xmlns:a="http://schemas.openxmlformats.org/drawingml/2006/main">
            <a:off x="4667250" y="1125476"/>
            <a:ext cx="2667000" cy="403554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25A86F07-C08C-4B4A-A673-2CAA30947F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8dadbe0eb44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7904" y="39070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AD53D4EF-0BAD-48DA-A9BD-EFCB8FDBDB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de453d4364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1913" y="372878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AC235ADC-C2F0-4F43-B894-0CB5217067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de453d4364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0327" y="364459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DA5CC286-4B46-49CE-8E54-94B1006FB9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de453d4364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74" y="36414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A0C9DD7E-6966-4B7F-977C-89213C6CBF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de453d4364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1359" y="35716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8A2FC402-8BEE-4DD3-BC96-86528F2059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de453d4364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4910" y="37240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77845AE9-F943-42C8-AA28-6A6F69F3A7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de453d4364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50" y="35296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9ABAEAA8-8EF6-4497-874C-EB7AFBC5F4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de453d4364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29" y="355229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BA8F1081-1A7E-4D7C-93AC-CF7AE9D3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2297916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06AA8F4F-6FD1-4836-B603-5517775955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cb7cf50794f8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E6669FB6-69EE-4E3B-A0D8-067EA37305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1f1b6a21b4f09"/>
          <a:stretch xmlns:a="http://schemas.openxmlformats.org/drawingml/2006/main"/>
        </p:blipFill>
        <p:spPr>
          <a:xfrm xmlns:a="http://schemas.openxmlformats.org/drawingml/2006/main">
            <a:off x="6441536" y="3190875"/>
            <a:ext cx="2166428" cy="2190750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46D9816C-C5F3-4391-9478-53ADDF1C36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2d9e40486435e"/>
          <a:stretch xmlns:a="http://schemas.openxmlformats.org/drawingml/2006/main"/>
        </p:blipFill>
        <p:spPr>
          <a:xfrm xmlns:a="http://schemas.openxmlformats.org/drawingml/2006/main">
            <a:off x="4667250" y="1125476"/>
            <a:ext cx="2667000" cy="4035548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507C1F4D-76EB-4F7D-B09D-F2978A2988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1c25c90eb4e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7904" y="39070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C5929E18-040E-4B01-A636-0D2B8E3B37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a60d0c0c544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1913" y="372878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5D6E5987-505E-4F8C-9ECB-D7292BB3ED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a60d0c0c544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0327" y="364459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4CC641FC-3EB5-45AE-A6AA-63FCD9FDE7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a60d0c0c544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74" y="36414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A21A79E6-7D63-4BE2-9338-C5B496932D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a60d0c0c544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1359" y="35716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1BA241F3-EE4B-4B0F-AEB9-F1DEE0265D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a60d0c0c544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4910" y="37240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0328455B-A837-4E04-8E31-3808DF8A0B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a60d0c0c544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50" y="35296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8AC96545-6954-4BFC-828B-05EE5D7EE5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a60d0c0c544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29" y="355229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3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3FF8678A-8CD7-4584-AC35-F4C61532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has a pet wolf.</a:t>
            </a:r>
          </a:p>
        </p:txBody>
      </p:sp>
    </p:spTree>
    <p:extLst>
      <p:ext uri="{BB962C8B-B14F-4D97-AF65-F5344CB8AC3E}">
        <p14:creationId xmlns:p14="http://schemas.microsoft.com/office/powerpoint/2010/main" val="11173896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BF84F6D-6369-4014-8F86-2664EAFF4C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6dd7f51aa4f0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4D74EFC4-5D1F-412F-ACCB-EF4AC3D1FE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9cdde53df4d9d"/>
          <a:stretch xmlns:a="http://schemas.openxmlformats.org/drawingml/2006/main"/>
        </p:blipFill>
        <p:spPr>
          <a:xfrm xmlns:a="http://schemas.openxmlformats.org/drawingml/2006/main">
            <a:off x="4705810" y="1000125"/>
            <a:ext cx="2589879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66D0980A-4809-45BD-BAD9-827006C9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Andy.</a:t>
            </a:r>
          </a:p>
        </p:txBody>
      </p:sp>
    </p:spTree>
    <p:extLst>
      <p:ext uri="{BB962C8B-B14F-4D97-AF65-F5344CB8AC3E}">
        <p14:creationId xmlns:p14="http://schemas.microsoft.com/office/powerpoint/2010/main" val="213802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B0D02BC2-38AA-4313-926B-B6CE13BD49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8ccad7e334a8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3E40F164-1FE8-448E-BE8D-D82AC19BB7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64caf6893417c"/>
          <a:stretch xmlns:a="http://schemas.openxmlformats.org/drawingml/2006/main"/>
        </p:blipFill>
        <p:spPr>
          <a:xfrm xmlns:a="http://schemas.openxmlformats.org/drawingml/2006/main">
            <a:off x="4705810" y="1000125"/>
            <a:ext cx="2589879" cy="4286250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18400C1E-4767-46CA-AEB6-25BBB7F74B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10a2b788d47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5315" y="368316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6647F92A-5B9C-4F1C-94F1-EF0948767E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80773fd6f44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9324" y="345027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EB2C7490-252A-42D3-9EE4-AAB6617927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80773fd6f44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45149" y="3458848"/>
            <a:ext cx="1309107" cy="659948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16C9B2BA-400D-43D6-84A9-1141AADB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Andy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10866554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41EDC542-5BF7-48E0-82E9-B0A860300C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a0aee2c5c4d1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4921E3FA-26B6-4B8B-A0EA-8D430381AB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4f280f72841fb"/>
          <a:stretch xmlns:a="http://schemas.openxmlformats.org/drawingml/2006/main"/>
        </p:blipFill>
        <p:spPr>
          <a:xfrm xmlns:a="http://schemas.openxmlformats.org/drawingml/2006/main">
            <a:off x="4777305" y="2809875"/>
            <a:ext cx="2637390" cy="2667000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312D3163-825E-4A76-92A3-86C6F2EF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puts her wolf inside the garage.</a:t>
            </a:r>
          </a:p>
        </p:txBody>
      </p:sp>
    </p:spTree>
    <p:extLst>
      <p:ext uri="{BB962C8B-B14F-4D97-AF65-F5344CB8AC3E}">
        <p14:creationId xmlns:p14="http://schemas.microsoft.com/office/powerpoint/2010/main" val="9360012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2F0035C6-4324-489B-A061-7E56B63C12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a49f02460458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78C22240-0E73-405F-BC2B-91301B8E74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6a7bc0e1f4730"/>
          <a:stretch xmlns:a="http://schemas.openxmlformats.org/drawingml/2006/main"/>
        </p:blipFill>
        <p:spPr>
          <a:xfrm xmlns:a="http://schemas.openxmlformats.org/drawingml/2006/main">
            <a:off x="4781550" y="2047137"/>
            <a:ext cx="1097280" cy="1658827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4D8AC1CA-A380-4A0E-A899-16A044AFA8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8ad9c308b49f8"/>
          <a:stretch xmlns:a="http://schemas.openxmlformats.org/drawingml/2006/main"/>
        </p:blipFill>
        <p:spPr>
          <a:xfrm xmlns:a="http://schemas.openxmlformats.org/drawingml/2006/main">
            <a:off x="8957770" y="1000125"/>
            <a:ext cx="2589879" cy="4286250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A72EA7CD-AC3D-4D2F-8ED1-61BF266C0F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b7de649bf4a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7275" y="368316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BF55779C-CA92-4C58-9BB2-2C00F2352F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49a6d4c4e49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1284" y="345027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9748C51B-7ACC-4FEE-9F5F-B5C8C13ABF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49a6d4c4e49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7109" y="3458848"/>
            <a:ext cx="1309107" cy="659948"/>
          </a:xfrm>
          <a:prstGeom xmlns:a="http://schemas.openxmlformats.org/drawingml/2006/main" prst="rect">
            <a:avLst/>
          </a:prstGeom>
        </p:spPr>
      </p:pic>
      <p:sp>
        <p:nvSpPr>
          <p:cNvPr id="13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22D5D06-26B9-4935-81BC-41935A73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locks the door and checks the lock.</a:t>
            </a:r>
          </a:p>
        </p:txBody>
      </p:sp>
    </p:spTree>
    <p:extLst>
      <p:ext uri="{BB962C8B-B14F-4D97-AF65-F5344CB8AC3E}">
        <p14:creationId xmlns:p14="http://schemas.microsoft.com/office/powerpoint/2010/main" val="191303117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209E433D-8D68-483C-9126-5505482E01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4573fcbe44be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C0117953-4045-4566-A479-B1F38DE48D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19a7857d04fb6"/>
          <a:stretch xmlns:a="http://schemas.openxmlformats.org/drawingml/2006/main"/>
        </p:blipFill>
        <p:spPr>
          <a:xfrm xmlns:a="http://schemas.openxmlformats.org/drawingml/2006/main">
            <a:off x="6298132" y="3238500"/>
            <a:ext cx="2072235" cy="2095500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3DF7164D-D5EB-4B5E-904A-F42DAA871D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23a47f90f4164"/>
          <a:stretch xmlns:a="http://schemas.openxmlformats.org/drawingml/2006/main"/>
        </p:blipFill>
        <p:spPr>
          <a:xfrm xmlns:a="http://schemas.openxmlformats.org/drawingml/2006/main">
            <a:off x="8957770" y="1000125"/>
            <a:ext cx="2589879" cy="4286250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720E7F3F-032C-4B1C-BE92-132ED87F85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b17c1349149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7275" y="368316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41D2B41F-55AB-47B7-A679-8AE5994D5D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7a1df3cac4c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1284" y="345027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BEB6D680-1D4A-4F70-ADA5-277A70DD2A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7a1df3cac4c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7109" y="3458848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5822B2B6-2887-42AA-A2E3-CDD0E43170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74bc3d79b4efb"/>
          <a:stretch xmlns:a="http://schemas.openxmlformats.org/drawingml/2006/main"/>
        </p:blipFill>
        <p:spPr>
          <a:xfrm xmlns:a="http://schemas.openxmlformats.org/drawingml/2006/main">
            <a:off x="2129790" y="1125476"/>
            <a:ext cx="2667000" cy="4035548"/>
          </a:xfrm>
          <a:prstGeom xmlns:a="http://schemas.openxmlformats.org/drawingml/2006/main" prst="rect">
            <a:avLst/>
          </a:prstGeom>
        </p:spPr>
      </p:pic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D6DD72C5-0B19-4540-9193-E760BD1737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b17c1349149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0444" y="39070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FAC91380-88C2-42F1-A17B-F5C9C0556C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7a1df3cac4c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4453" y="372878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1D38D09F-0474-4EAD-9CCE-FE40622D18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7a1df3cac4c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2867" y="364459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C41E3C57-9146-47D0-A7D5-9F11F2FFB2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7a1df3cac4c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914" y="36414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" name="Picture 26">
            <a:extLst xmlns:a="http://schemas.openxmlformats.org/drawingml/2006/main">
              <a:ext uri="{FF2B5EF4-FFF2-40B4-BE49-F238E27FC236}">
                <a16:creationId xmlns:a16="http://schemas.microsoft.com/office/drawing/2014/main" id="{E34B14B8-68C4-4C6C-B80C-CA0945F5E2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7a1df3cac4c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3899" y="35716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8" name="Picture 27">
            <a:extLst xmlns:a="http://schemas.openxmlformats.org/drawingml/2006/main">
              <a:ext uri="{FF2B5EF4-FFF2-40B4-BE49-F238E27FC236}">
                <a16:creationId xmlns:a16="http://schemas.microsoft.com/office/drawing/2014/main" id="{C9C85B1D-A5C2-4E28-B927-78E91739F2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7a1df3cac4c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57450" y="37240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9" name="Picture 28">
            <a:extLst xmlns:a="http://schemas.openxmlformats.org/drawingml/2006/main">
              <a:ext uri="{FF2B5EF4-FFF2-40B4-BE49-F238E27FC236}">
                <a16:creationId xmlns:a16="http://schemas.microsoft.com/office/drawing/2014/main" id="{93173562-903C-469D-BD98-1D2856E54A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7a1df3cac4c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890" y="35296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0" name="Picture 29">
            <a:extLst xmlns:a="http://schemas.openxmlformats.org/drawingml/2006/main">
              <a:ext uri="{FF2B5EF4-FFF2-40B4-BE49-F238E27FC236}">
                <a16:creationId xmlns:a16="http://schemas.microsoft.com/office/drawing/2014/main" id="{9C4E2184-705A-4E3D-9DCC-D331695F08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7a1df3cac4c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9469" y="355229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3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D22D53EC-4D36-4FC3-9CC2-4C820BBC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The wolf breaks out of the garage!</a:t>
            </a:r>
          </a:p>
        </p:txBody>
      </p:sp>
    </p:spTree>
    <p:extLst>
      <p:ext uri="{BB962C8B-B14F-4D97-AF65-F5344CB8AC3E}">
        <p14:creationId xmlns:p14="http://schemas.microsoft.com/office/powerpoint/2010/main" val="790890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CC1F81E6-6330-4B38-945C-987595F857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9867260ad41f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4498AE03-3F6D-4E9D-98E3-1C5466EE72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f44d82b914601"/>
          <a:stretch xmlns:a="http://schemas.openxmlformats.org/drawingml/2006/main"/>
        </p:blipFill>
        <p:spPr>
          <a:xfrm xmlns:a="http://schemas.openxmlformats.org/drawingml/2006/main">
            <a:off x="7385578" y="3238500"/>
            <a:ext cx="1992843" cy="2095500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C0D88888-F460-4C4C-819F-6FE6CF9F55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f6369b06545ec"/>
          <a:stretch xmlns:a="http://schemas.openxmlformats.org/drawingml/2006/main"/>
        </p:blipFill>
        <p:spPr>
          <a:xfrm xmlns:a="http://schemas.openxmlformats.org/drawingml/2006/main">
            <a:off x="8957770" y="1000125"/>
            <a:ext cx="2589879" cy="4286250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645E5952-CF07-41A2-9CBE-A3825E5B65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ac6ac46f244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7275" y="368316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6EB75D6E-ED80-4C73-B8CA-7F0DBBEA04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3dccc13e04e8f"/>
          <a:stretch xmlns:a="http://schemas.openxmlformats.org/drawingml/2006/main"/>
        </p:blipFill>
        <p:spPr>
          <a:xfrm xmlns:a="http://schemas.openxmlformats.org/drawingml/2006/main">
            <a:off x="2129790" y="1125476"/>
            <a:ext cx="2667000" cy="4035548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93657A29-CE10-4259-B517-66409469F8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ac6ac46f244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0444" y="39070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E8F3389D-D618-4854-A084-2F5FAF99D2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c23c7cec24d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4453" y="372878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C8DC1EC9-B3A8-4E27-BB4D-E14D4B21D3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c23c7cec24d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2867" y="364459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5B031E29-BBC1-48E2-BB8E-4E63AA90E9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c23c7cec24d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914" y="36414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C9D9D410-3DC7-4EE6-AD43-5B2090CB5F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c23c7cec24d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3899" y="35716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E21D7C38-56F3-4EC2-A0A8-D01D2342EF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c23c7cec24d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57450" y="37240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E3AA8661-8264-4152-BEAF-17B915C7CC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c23c7cec24d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890" y="35296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" name="Picture 26">
            <a:extLst xmlns:a="http://schemas.openxmlformats.org/drawingml/2006/main">
              <a:ext uri="{FF2B5EF4-FFF2-40B4-BE49-F238E27FC236}">
                <a16:creationId xmlns:a16="http://schemas.microsoft.com/office/drawing/2014/main" id="{586579E1-2A97-4BD5-A59B-570DA04D01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c23c7cec24d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9469" y="355229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C02EE76-CF53-46BD-B331-4BDDF3FE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wolf eats 2 of Andy’s cookies!</a:t>
            </a:r>
          </a:p>
        </p:txBody>
      </p:sp>
    </p:spTree>
    <p:extLst>
      <p:ext uri="{BB962C8B-B14F-4D97-AF65-F5344CB8AC3E}">
        <p14:creationId xmlns:p14="http://schemas.microsoft.com/office/powerpoint/2010/main" val="475325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BCCAA64F-8F36-4C40-80CE-3E3CECA849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0aaaf70ba48b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5BE32B83-BF50-4308-8DC2-B523AD209B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6268b68314d16"/>
          <a:stretch xmlns:a="http://schemas.openxmlformats.org/drawingml/2006/main"/>
        </p:blipFill>
        <p:spPr>
          <a:xfrm xmlns:a="http://schemas.openxmlformats.org/drawingml/2006/main">
            <a:off x="8957770" y="1000125"/>
            <a:ext cx="2589879" cy="4286250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D4C9CEF4-1D01-4ECB-BE63-8EF47E73EF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a7522119440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7275" y="368316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924B91C2-5EFE-4192-9F2F-226B6CDBB7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002fed1744379"/>
          <a:stretch xmlns:a="http://schemas.openxmlformats.org/drawingml/2006/main"/>
        </p:blipFill>
        <p:spPr>
          <a:xfrm xmlns:a="http://schemas.openxmlformats.org/drawingml/2006/main">
            <a:off x="7385578" y="3238500"/>
            <a:ext cx="1992843" cy="2095500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156B0A4E-0CF8-46C7-9A16-BE6D773CFB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40dc365ca43b8"/>
          <a:stretch xmlns:a="http://schemas.openxmlformats.org/drawingml/2006/main"/>
        </p:blipFill>
        <p:spPr>
          <a:xfrm xmlns:a="http://schemas.openxmlformats.org/drawingml/2006/main">
            <a:off x="2129790" y="1125476"/>
            <a:ext cx="2667000" cy="4035548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0300F2AD-1E28-4571-9AE2-BBD15DC950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a7522119440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0444" y="39070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A3440272-79A6-4E1A-9730-69582F2954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88da0e7964f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4453" y="372878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994262EF-A0E2-421F-A587-8A1EB8F851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88da0e7964f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2867" y="364459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6B721672-1651-45CB-B852-7D13CAAE52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88da0e7964f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914" y="36414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16903BE6-133E-49E2-9444-7258B2DE6E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88da0e7964f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3899" y="35716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A0F343E0-B7E0-4809-877A-2F50E1A0B0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88da0e7964f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57450" y="37240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03972A03-E7CD-4C78-B359-A357F7B900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88da0e7964f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890" y="35296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269C87AB-7B91-4D25-B847-3A9B470E51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88da0e7964f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9469" y="355229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FF16421-15A2-4BEC-BB28-C1F0F654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still has 8 cookies. Andy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2610846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2026-10-11T18:00:52.6230000Z</dcterms:created>
  <dcterms:modified xsi:type="dcterms:W3CDTF">2026-10-11T18:00:52.6230000Z</dcterms:modified>
</coreProperties>
</file>