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0dd6dbbdd4e5b" /><Relationship Type="http://schemas.openxmlformats.org/officeDocument/2006/relationships/extended-properties" Target="/docProps/app.xml" Id="R93de482d1d5a4f67" /><Relationship Type="http://schemas.openxmlformats.org/officeDocument/2006/relationships/officeDocument" Target="/ppt/presentation.xml" Id="Rede5889d887b42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5c7c326c1e4dbc"/>
  </p:sldMasterIdLst>
  <p:notesMasterIdLst>
    <p:notesMasterId xmlns:r="http://schemas.openxmlformats.org/officeDocument/2006/relationships" r:id="R997841608a524d7b"/>
  </p:notesMasterIdLst>
  <p:sldIdLst>
    <p:sldId xmlns:r="http://schemas.openxmlformats.org/officeDocument/2006/relationships" id="256" r:id="Re2b7459d00984719"/>
    <p:sldId xmlns:r="http://schemas.openxmlformats.org/officeDocument/2006/relationships" id="257" r:id="Rcf014d32f2924242"/>
    <p:sldId xmlns:r="http://schemas.openxmlformats.org/officeDocument/2006/relationships" id="258" r:id="Rbd97d08de0ba47f3"/>
    <p:sldId xmlns:r="http://schemas.openxmlformats.org/officeDocument/2006/relationships" id="259" r:id="R3a73925f7e0948dd"/>
    <p:sldId xmlns:r="http://schemas.openxmlformats.org/officeDocument/2006/relationships" id="260" r:id="R09fb74066bc94b5b"/>
    <p:sldId xmlns:r="http://schemas.openxmlformats.org/officeDocument/2006/relationships" id="261" r:id="Ra0d21434aa584e04"/>
    <p:sldId xmlns:r="http://schemas.openxmlformats.org/officeDocument/2006/relationships" id="262" r:id="R85da1e7758f44e90"/>
    <p:sldId xmlns:r="http://schemas.openxmlformats.org/officeDocument/2006/relationships" id="263" r:id="R0a48a4df33664ffe"/>
    <p:sldId xmlns:r="http://schemas.openxmlformats.org/officeDocument/2006/relationships" id="264" r:id="Rdce45c48278142bd"/>
    <p:sldId xmlns:r="http://schemas.openxmlformats.org/officeDocument/2006/relationships" id="265" r:id="Rad4f2c9e202e4df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abcc21da5d4d63" /><Relationship Type="http://schemas.openxmlformats.org/officeDocument/2006/relationships/slideMaster" Target="/ppt/slideMasters/slideMaster1.xml" Id="R955c7c326c1e4dbc" /><Relationship Type="http://schemas.openxmlformats.org/officeDocument/2006/relationships/notesMaster" Target="/ppt/notesMasters/notesMaster1.xml" Id="R997841608a524d7b" /><Relationship Type="http://schemas.openxmlformats.org/officeDocument/2006/relationships/presProps" Target="/ppt/presProps.xml" Id="R0e72764cd76a4501" /><Relationship Type="http://schemas.openxmlformats.org/officeDocument/2006/relationships/viewProps" Target="/ppt/viewProps.xml" Id="R3335f21c28f1405c" /><Relationship Type="http://schemas.openxmlformats.org/officeDocument/2006/relationships/tableStyles" Target="/ppt/tableStyles.xml" Id="R696fe7ed9c9747b0" /><Relationship Type="http://schemas.openxmlformats.org/officeDocument/2006/relationships/slide" Target="/ppt/slides/slide1.xml" Id="Re2b7459d00984719" /><Relationship Type="http://schemas.openxmlformats.org/officeDocument/2006/relationships/slide" Target="/ppt/slides/slide2.xml" Id="Rcf014d32f2924242" /><Relationship Type="http://schemas.openxmlformats.org/officeDocument/2006/relationships/slide" Target="/ppt/slides/slide3.xml" Id="Rbd97d08de0ba47f3" /><Relationship Type="http://schemas.openxmlformats.org/officeDocument/2006/relationships/slide" Target="/ppt/slides/slide4.xml" Id="R3a73925f7e0948dd" /><Relationship Type="http://schemas.openxmlformats.org/officeDocument/2006/relationships/slide" Target="/ppt/slides/slide5.xml" Id="R09fb74066bc94b5b" /><Relationship Type="http://schemas.openxmlformats.org/officeDocument/2006/relationships/slide" Target="/ppt/slides/slide6.xml" Id="Ra0d21434aa584e04" /><Relationship Type="http://schemas.openxmlformats.org/officeDocument/2006/relationships/slide" Target="/ppt/slides/slide7.xml" Id="R85da1e7758f44e90" /><Relationship Type="http://schemas.openxmlformats.org/officeDocument/2006/relationships/slide" Target="/ppt/slides/slide8.xml" Id="R0a48a4df33664ffe" /><Relationship Type="http://schemas.openxmlformats.org/officeDocument/2006/relationships/slide" Target="/ppt/slides/slide9.xml" Id="Rdce45c48278142bd" /><Relationship Type="http://schemas.openxmlformats.org/officeDocument/2006/relationships/slide" Target="/ppt/slides/slide10.xml" Id="Rad4f2c9e202e4d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34f9e9909548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f06105ff74d3c" /><Relationship Type="http://schemas.openxmlformats.org/officeDocument/2006/relationships/notesMaster" Target="/ppt/notesMasters/notesMaster1.xml" Id="R2a3406d5b7ef4f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7be0e0006943ad" /><Relationship Type="http://schemas.openxmlformats.org/officeDocument/2006/relationships/notesMaster" Target="/ppt/notesMasters/notesMaster1.xml" Id="Rc81fe879e1894d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afc6ff24be4ec5" /><Relationship Type="http://schemas.openxmlformats.org/officeDocument/2006/relationships/notesMaster" Target="/ppt/notesMasters/notesMaster1.xml" Id="R9515c83b834c4e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447115ea3a4a67" /><Relationship Type="http://schemas.openxmlformats.org/officeDocument/2006/relationships/notesMaster" Target="/ppt/notesMasters/notesMaster1.xml" Id="Rf38eb1be9ee6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442c7e5fe24ea1" /><Relationship Type="http://schemas.openxmlformats.org/officeDocument/2006/relationships/notesMaster" Target="/ppt/notesMasters/notesMaster1.xml" Id="R0514762c76794e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8229ea24b94241" /><Relationship Type="http://schemas.openxmlformats.org/officeDocument/2006/relationships/notesMaster" Target="/ppt/notesMasters/notesMaster1.xml" Id="R8b7e85e240ad4f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fcb9d19d494e5b" /><Relationship Type="http://schemas.openxmlformats.org/officeDocument/2006/relationships/notesMaster" Target="/ppt/notesMasters/notesMaster1.xml" Id="R954e41ffa36043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24612eb0654e57" /><Relationship Type="http://schemas.openxmlformats.org/officeDocument/2006/relationships/notesMaster" Target="/ppt/notesMasters/notesMaster1.xml" Id="R85229646ba4340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51e3e6e0b64186" /><Relationship Type="http://schemas.openxmlformats.org/officeDocument/2006/relationships/notesMaster" Target="/ppt/notesMasters/notesMaster1.xml" Id="R30da765db23e41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26794c2cef4781" /><Relationship Type="http://schemas.openxmlformats.org/officeDocument/2006/relationships/notesMaster" Target="/ppt/notesMasters/notesMaster1.xml" Id="R602d19b68ef3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5d2c88a014c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102736ae342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46f2b9a6549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23809ed6741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fb797bc3c4b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c5200f3bf34b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EC273F-FEED-4B8C-BB31-35C477E00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30EDFA-2D82-4E63-AE5D-292BAE1984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C15759-43CB-492F-A13A-254D0B33BF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938DEC-D66B-4240-AD88-CCBD57AEE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D7D2E7-8ECF-4BD4-A888-D2F1AB4C60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8B3CDD-283E-4FA5-A390-1C04045D5A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11E7A4-FBA8-49D8-9A73-6EF6F7BFC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C89F2F-0FB6-4ED0-AE9F-04500F6C0C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D14A23-BE90-4EAE-86D3-59B9059F3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E4AB62-3BEC-4AB5-A18A-2302E33CEB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ed65358fea47c4" /><Relationship Type="http://schemas.openxmlformats.org/officeDocument/2006/relationships/slideLayout" Target="/ppt/slideLayouts/slideLayout1.xml" Id="R1eb65d86714a4fb0" /><Relationship Type="http://schemas.openxmlformats.org/officeDocument/2006/relationships/slideLayout" Target="/ppt/slideLayouts/slideLayout2.xml" Id="R9b7f37222483427c" /><Relationship Type="http://schemas.openxmlformats.org/officeDocument/2006/relationships/slideLayout" Target="/ppt/slideLayouts/slideLayout3.xml" Id="R3ca211f3d1ef451d" /><Relationship Type="http://schemas.openxmlformats.org/officeDocument/2006/relationships/slideLayout" Target="/ppt/slideLayouts/slideLayout4.xml" Id="R0c1fbe2efe7143d2" /><Relationship Type="http://schemas.openxmlformats.org/officeDocument/2006/relationships/slideLayout" Target="/ppt/slideLayouts/slideLayout5.xml" Id="R6778cf7edd244f56" /><Relationship Type="http://schemas.openxmlformats.org/officeDocument/2006/relationships/slideLayout" Target="/ppt/slideLayouts/slideLayout6.xml" Id="R52999e1a58bc41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b65d86714a4fb0"/>
    <p:sldLayoutId xmlns:r="http://schemas.openxmlformats.org/officeDocument/2006/relationships" id="2147483650" r:id="R9b7f37222483427c"/>
    <p:sldLayoutId xmlns:r="http://schemas.openxmlformats.org/officeDocument/2006/relationships" id="2147483651" r:id="R3ca211f3d1ef451d"/>
    <p:sldLayoutId xmlns:r="http://schemas.openxmlformats.org/officeDocument/2006/relationships" id="2147483652" r:id="R0c1fbe2efe7143d2"/>
    <p:sldLayoutId xmlns:r="http://schemas.openxmlformats.org/officeDocument/2006/relationships" id="2147483653" r:id="R6778cf7edd244f56"/>
    <p:sldLayoutId xmlns:r="http://schemas.openxmlformats.org/officeDocument/2006/relationships" id="2147483654" r:id="R52999e1a58bc41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26009e50148d0" /><Relationship Type="http://schemas.openxmlformats.org/officeDocument/2006/relationships/image" Target="/ppt/media/image.png" Id="R02a739d57cad4b2c" /><Relationship Type="http://schemas.openxmlformats.org/officeDocument/2006/relationships/image" Target="/ppt/media/image2.png" Id="Rc9bfaa13af394e70" /><Relationship Type="http://schemas.openxmlformats.org/officeDocument/2006/relationships/notesSlide" Target="/ppt/notesSlides/notesSlide1.xml" Id="R40e5ccca221b44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51febe3b742f9" /><Relationship Type="http://schemas.openxmlformats.org/officeDocument/2006/relationships/image" Target="/ppt/media/image.png" Id="R9b65b059b8a34211" /><Relationship Type="http://schemas.openxmlformats.org/officeDocument/2006/relationships/image" Target="/ppt/media/image2.png" Id="Rbeb4853a824a437d" /><Relationship Type="http://schemas.openxmlformats.org/officeDocument/2006/relationships/image" Target="/ppt/media/image3.png" Id="R0131d14bea6649c1" /><Relationship Type="http://schemas.openxmlformats.org/officeDocument/2006/relationships/image" Target="/ppt/media/image4.png" Id="R3065941ed2ea46c9" /><Relationship Type="http://schemas.openxmlformats.org/officeDocument/2006/relationships/notesSlide" Target="/ppt/notesSlides/notesSlide2.xml" Id="Rf80809d91c75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2f51e9e11446d" /><Relationship Type="http://schemas.openxmlformats.org/officeDocument/2006/relationships/image" Target="/ppt/media/image.png" Id="Rcb6ddd49075c405c" /><Relationship Type="http://schemas.openxmlformats.org/officeDocument/2006/relationships/image" Target="/ppt/media/image5.png" Id="R3307af3958a04aa6" /><Relationship Type="http://schemas.openxmlformats.org/officeDocument/2006/relationships/image" Target="/ppt/media/image2.png" Id="Red2917bcfd014448" /><Relationship Type="http://schemas.openxmlformats.org/officeDocument/2006/relationships/image" Target="/ppt/media/image3.png" Id="Ra4d3e57bc66a440a" /><Relationship Type="http://schemas.openxmlformats.org/officeDocument/2006/relationships/image" Target="/ppt/media/image4.png" Id="R6c1c885333e74ade" /><Relationship Type="http://schemas.openxmlformats.org/officeDocument/2006/relationships/notesSlide" Target="/ppt/notesSlides/notesSlide3.xml" Id="Rcc488ab986df4f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d564e1c284f6f" /><Relationship Type="http://schemas.openxmlformats.org/officeDocument/2006/relationships/image" Target="/ppt/media/image.png" Id="R1d6eb8c262824652" /><Relationship Type="http://schemas.openxmlformats.org/officeDocument/2006/relationships/image" Target="/ppt/media/image6.png" Id="Rc78509b3b9d34d6a" /><Relationship Type="http://schemas.openxmlformats.org/officeDocument/2006/relationships/image" Target="/ppt/media/image3.png" Id="Re468f81d4bec4bdb" /><Relationship Type="http://schemas.openxmlformats.org/officeDocument/2006/relationships/image" Target="/ppt/media/image4.png" Id="Ra7c6b0f043db4625" /><Relationship Type="http://schemas.openxmlformats.org/officeDocument/2006/relationships/notesSlide" Target="/ppt/notesSlides/notesSlide4.xml" Id="R88a8558f300a4c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04794906394038" /><Relationship Type="http://schemas.openxmlformats.org/officeDocument/2006/relationships/image" Target="/ppt/media/image.png" Id="R7642589f9aed41ae" /><Relationship Type="http://schemas.openxmlformats.org/officeDocument/2006/relationships/image" Target="/ppt/media/image6.png" Id="Rfff1f703f41b458a" /><Relationship Type="http://schemas.openxmlformats.org/officeDocument/2006/relationships/image" Target="/ppt/media/image3.png" Id="Red8750e860eb403f" /><Relationship Type="http://schemas.openxmlformats.org/officeDocument/2006/relationships/image" Target="/ppt/media/image4.png" Id="R557fa9c827464045" /><Relationship Type="http://schemas.openxmlformats.org/officeDocument/2006/relationships/notesSlide" Target="/ppt/notesSlides/notesSlide5.xml" Id="Rd71f7108f25c48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a6f9c6d5b41cc" /><Relationship Type="http://schemas.openxmlformats.org/officeDocument/2006/relationships/image" Target="/ppt/media/image7.png" Id="R211aafed2f9e40b0" /><Relationship Type="http://schemas.openxmlformats.org/officeDocument/2006/relationships/image" Target="/ppt/media/image5.png" Id="R470b4cd944c841a9" /><Relationship Type="http://schemas.openxmlformats.org/officeDocument/2006/relationships/notesSlide" Target="/ppt/notesSlides/notesSlide6.xml" Id="R4ab685eea95c4c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56aa078bc548fa" /><Relationship Type="http://schemas.openxmlformats.org/officeDocument/2006/relationships/image" Target="/ppt/media/image.png" Id="Rd16b4e5f86f14181" /><Relationship Type="http://schemas.openxmlformats.org/officeDocument/2006/relationships/image" Target="/ppt/media/image8.png" Id="R4d4637258a084506" /><Relationship Type="http://schemas.openxmlformats.org/officeDocument/2006/relationships/image" Target="/ppt/media/image6.png" Id="Rb6c05c6843b343c0" /><Relationship Type="http://schemas.openxmlformats.org/officeDocument/2006/relationships/image" Target="/ppt/media/image3.png" Id="R6b39faa660f04d38" /><Relationship Type="http://schemas.openxmlformats.org/officeDocument/2006/relationships/image" Target="/ppt/media/image4.png" Id="Rc09876d5359d4426" /><Relationship Type="http://schemas.openxmlformats.org/officeDocument/2006/relationships/notesSlide" Target="/ppt/notesSlides/notesSlide7.xml" Id="R227e482e131f46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51c2d28da49cb" /><Relationship Type="http://schemas.openxmlformats.org/officeDocument/2006/relationships/image" Target="/ppt/media/image9.png" Id="Rda71575757004d54" /><Relationship Type="http://schemas.openxmlformats.org/officeDocument/2006/relationships/image" Target="/ppt/media/image5.png" Id="R45ec0d9bc38147bf" /><Relationship Type="http://schemas.openxmlformats.org/officeDocument/2006/relationships/image" Target="/ppt/media/image6.png" Id="R11cf31ea9415454f" /><Relationship Type="http://schemas.openxmlformats.org/officeDocument/2006/relationships/image" Target="/ppt/media/image3.png" Id="R378fe75a4bb84ac6" /><Relationship Type="http://schemas.openxmlformats.org/officeDocument/2006/relationships/image" Target="/ppt/media/image4.png" Id="Rc402cf98ab104975" /><Relationship Type="http://schemas.openxmlformats.org/officeDocument/2006/relationships/image" Target="/ppt/media/image2.png" Id="R8f3eedfe222a4a3a" /><Relationship Type="http://schemas.openxmlformats.org/officeDocument/2006/relationships/notesSlide" Target="/ppt/notesSlides/notesSlide8.xml" Id="R463f587766ce41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e2188b37c4ca2" /><Relationship Type="http://schemas.openxmlformats.org/officeDocument/2006/relationships/image" Target="/ppt/media/image9.png" Id="Rc66f74f82a664619" /><Relationship Type="http://schemas.openxmlformats.org/officeDocument/2006/relationships/image" Target="/ppt/media/image10.png" Id="Rffaea3a181d54135" /><Relationship Type="http://schemas.openxmlformats.org/officeDocument/2006/relationships/image" Target="/ppt/media/image2.png" Id="Rdba8a28b0761410e" /><Relationship Type="http://schemas.openxmlformats.org/officeDocument/2006/relationships/image" Target="/ppt/media/image3.png" Id="R98090f29715a4e26" /><Relationship Type="http://schemas.openxmlformats.org/officeDocument/2006/relationships/image" Target="/ppt/media/image4.png" Id="Rc8d62e65ef6941b2" /><Relationship Type="http://schemas.openxmlformats.org/officeDocument/2006/relationships/image" Target="/ppt/media/image6.png" Id="R36ebad35b5974dd6" /><Relationship Type="http://schemas.openxmlformats.org/officeDocument/2006/relationships/notesSlide" Target="/ppt/notesSlides/notesSlide9.xml" Id="Re2970cefdfdd4e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e843fc0d94612" /><Relationship Type="http://schemas.openxmlformats.org/officeDocument/2006/relationships/image" Target="/ppt/media/image9.png" Id="R4149fef81c114680" /><Relationship Type="http://schemas.openxmlformats.org/officeDocument/2006/relationships/image" Target="/ppt/media/image10.png" Id="Re395972b45234ec4" /><Relationship Type="http://schemas.openxmlformats.org/officeDocument/2006/relationships/image" Target="/ppt/media/image2.png" Id="R0edffabcb8eb4285" /><Relationship Type="http://schemas.openxmlformats.org/officeDocument/2006/relationships/image" Target="/ppt/media/image3.png" Id="R338a105f27d44112" /><Relationship Type="http://schemas.openxmlformats.org/officeDocument/2006/relationships/image" Target="/ppt/media/image4.png" Id="R874cd3ddd18845c1" /><Relationship Type="http://schemas.openxmlformats.org/officeDocument/2006/relationships/image" Target="/ppt/media/image6.png" Id="R49e41576387248a5" /><Relationship Type="http://schemas.openxmlformats.org/officeDocument/2006/relationships/notesSlide" Target="/ppt/notesSlides/notesSlide10.xml" Id="Rfe70a3b601c248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2476181E-4D6E-49E6-AC87-8E09D02EA3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739d57cad4b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88B383D-6FCB-442D-8D4D-77334064F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faa13af394e70"/>
          <a:stretch xmlns:a="http://schemas.openxmlformats.org/drawingml/2006/main"/>
        </p:blipFill>
        <p:spPr>
          <a:xfrm xmlns:a="http://schemas.openxmlformats.org/drawingml/2006/main">
            <a:off x="5321440" y="1280583"/>
            <a:ext cx="2667000" cy="3654778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D706956-1429-426B-B10C-6276DB15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Sam.</a:t>
            </a:r>
          </a:p>
        </p:txBody>
      </p:sp>
    </p:spTree>
    <p:extLst>
      <p:ext uri="{BB962C8B-B14F-4D97-AF65-F5344CB8AC3E}">
        <p14:creationId xmlns:p14="http://schemas.microsoft.com/office/powerpoint/2010/main" val="17578349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B6AE8E8-0921-43A4-8C23-BD3E2DC89A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5b059b8a3421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45A14E6-6131-46AD-9970-1B9F47F471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4853a824a437d"/>
          <a:stretch xmlns:a="http://schemas.openxmlformats.org/drawingml/2006/main"/>
        </p:blipFill>
        <p:spPr>
          <a:xfrm xmlns:a="http://schemas.openxmlformats.org/drawingml/2006/main">
            <a:off x="532144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B8A6FEA4-C480-45DA-AA58-B013C5DC6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1d14bea6649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3ED2EEB9-3D8E-4986-B6B1-F4AFFC9B0B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5941ed2ea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6C3A0BF0-67F3-4ECB-9AB2-DA53B4AF7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5941ed2ea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64D42727-1D50-4BB5-BCF7-771B0FD346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5941ed2ea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E1B735FC-9847-4DD6-9CA6-2897C22A9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5941ed2ea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20E9761F-8667-4F70-BE7B-039DE94997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5941ed2ea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ED5E4C5E-3282-4E85-ADFF-8A0CBEB71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5941ed2ea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50D6B30B-DD48-4175-A86A-A6B23F4C0B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5941ed2ea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36941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DCD3D28-9F3B-4E0A-BAE6-D434B8D4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3431240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43F28CF1-01CD-44B6-8787-603D7312D6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ddd49075c40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DE7EE7D2-C4A9-450C-97ED-F772DCADC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7af3958a04aa6"/>
          <a:stretch xmlns:a="http://schemas.openxmlformats.org/drawingml/2006/main"/>
        </p:blipFill>
        <p:spPr>
          <a:xfrm xmlns:a="http://schemas.openxmlformats.org/drawingml/2006/main">
            <a:off x="2984132" y="2894426"/>
            <a:ext cx="3026397" cy="219075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8A6C4CDA-8169-4B46-A335-54A0356A97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917bcfd014448"/>
          <a:stretch xmlns:a="http://schemas.openxmlformats.org/drawingml/2006/main"/>
        </p:blipFill>
        <p:spPr>
          <a:xfrm xmlns:a="http://schemas.openxmlformats.org/drawingml/2006/main">
            <a:off x="532144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BE73A7ED-210C-4AB4-8293-15972F43BF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3e57bc66a44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5F5496E2-4273-4FDF-B3C0-A76DAF0E68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c885333e7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50192E4-33B2-4FA2-919C-3173CAF89D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c885333e7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297020D6-2528-4929-9055-7F8E42C81D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c885333e7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5FAC1658-9173-4F1D-AA17-B8C14169E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c885333e7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A8CD0CE5-3CF3-48FA-A957-BEF8BA72D7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c885333e7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E8C4DD9B-610D-4772-9944-1F3A214211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c885333e7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F0F54127-8383-45ED-BBE8-EB05F049A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c885333e7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36941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9DFF07E-610F-492F-B819-6FBAD312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has an alligator.</a:t>
            </a:r>
          </a:p>
        </p:txBody>
      </p:sp>
    </p:spTree>
    <p:extLst>
      <p:ext uri="{BB962C8B-B14F-4D97-AF65-F5344CB8AC3E}">
        <p14:creationId xmlns:p14="http://schemas.microsoft.com/office/powerpoint/2010/main" val="12707952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B4C5C5BF-7BBF-46CC-BD0F-09F31B3C70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eb8c26282465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4D8F54D-3CEA-4810-9455-BF11FFBFB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509b3b9d34d6a"/>
          <a:stretch xmlns:a="http://schemas.openxmlformats.org/drawingml/2006/main"/>
        </p:blipFill>
        <p:spPr>
          <a:xfrm xmlns:a="http://schemas.openxmlformats.org/drawingml/2006/main">
            <a:off x="477012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369423E3-AB47-4D9B-AB8A-641F786E08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8f81d4bec4b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035" y="374031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F1E24C9A-8E63-4D06-A591-AE33E90FC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6b0f043db4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5044" y="350742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5E1D08E1-C935-4DD9-82EA-45A984A7C1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6b0f043db4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0869" y="351599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351FED3-5E14-4EB1-B910-02EE48AE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Ella.</a:t>
            </a:r>
          </a:p>
        </p:txBody>
      </p:sp>
    </p:spTree>
    <p:extLst>
      <p:ext uri="{BB962C8B-B14F-4D97-AF65-F5344CB8AC3E}">
        <p14:creationId xmlns:p14="http://schemas.microsoft.com/office/powerpoint/2010/main" val="7809606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AD84724D-D288-40B0-B294-01CCB8B7D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2589f9aed41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1EDD24E7-B269-4157-94E1-8AE9551DA6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1f703f41b458a"/>
          <a:stretch xmlns:a="http://schemas.openxmlformats.org/drawingml/2006/main"/>
        </p:blipFill>
        <p:spPr>
          <a:xfrm xmlns:a="http://schemas.openxmlformats.org/drawingml/2006/main">
            <a:off x="477012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F6E4B79B-B64B-4DB9-9639-AC161D2FEC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750e860eb40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1035" y="374031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5D7764DD-A0E7-4C13-990B-F271F32784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fa9c82746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65044" y="350742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DB8F77DB-3887-4242-8B64-BD7ABF8CCA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fa9c8274640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0869" y="351599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219560F-A567-4FA6-8616-FE9F40FA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Ella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44790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6A06F2D-F718-454F-977B-0CE0EA3A27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aafed2f9e40b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647E4B45-6BF5-4863-9BAB-C412E07BC1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b4cd944c841a9"/>
          <a:stretch xmlns:a="http://schemas.openxmlformats.org/drawingml/2006/main"/>
        </p:blipFill>
        <p:spPr>
          <a:xfrm xmlns:a="http://schemas.openxmlformats.org/drawingml/2006/main">
            <a:off x="4253845" y="2809875"/>
            <a:ext cx="3684309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39127ED1-7880-4A50-8E59-B85CBC2A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puts his alligator inside the house.</a:t>
            </a:r>
          </a:p>
        </p:txBody>
      </p:sp>
    </p:spTree>
    <p:extLst>
      <p:ext uri="{BB962C8B-B14F-4D97-AF65-F5344CB8AC3E}">
        <p14:creationId xmlns:p14="http://schemas.microsoft.com/office/powerpoint/2010/main" val="8289550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4C0CBEFE-D9C2-487A-9EBD-9370BD9659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b4e5f86f141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18D87C2C-25C5-498B-A535-7B889141C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637258a084506"/>
          <a:stretch xmlns:a="http://schemas.openxmlformats.org/drawingml/2006/main"/>
        </p:blipFill>
        <p:spPr>
          <a:xfrm xmlns:a="http://schemas.openxmlformats.org/drawingml/2006/main">
            <a:off x="2529841" y="2271686"/>
            <a:ext cx="1334230" cy="182880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284583FE-AD0C-4254-8509-3A54FD02E1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05c6843b343c0"/>
          <a:stretch xmlns:a="http://schemas.openxmlformats.org/drawingml/2006/main"/>
        </p:blipFill>
        <p:spPr>
          <a:xfrm xmlns:a="http://schemas.openxmlformats.org/drawingml/2006/main">
            <a:off x="793623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7AD52349-31A4-4C03-87F3-8873DB8638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9faa660f0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7145" y="374031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3BA6D02D-AC60-4A27-BF1C-9670C25B57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876d5359d4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1154" y="350742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83D35E30-142C-41A8-8A1A-6DBC937150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876d5359d44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6979" y="351599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93FC1EE-943F-44E3-A3CD-F6B90216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locks the door and checks the lock.</a:t>
            </a:r>
          </a:p>
        </p:txBody>
      </p:sp>
    </p:spTree>
    <p:extLst>
      <p:ext uri="{BB962C8B-B14F-4D97-AF65-F5344CB8AC3E}">
        <p14:creationId xmlns:p14="http://schemas.microsoft.com/office/powerpoint/2010/main" val="7299561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9F94F9E8-8440-41A9-B354-2465E246D8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1575757004d5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6897F5C8-873D-4B88-9491-A8B1C5B05D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c0d9bc38147bf"/>
          <a:stretch xmlns:a="http://schemas.openxmlformats.org/drawingml/2006/main"/>
        </p:blipFill>
        <p:spPr>
          <a:xfrm xmlns:a="http://schemas.openxmlformats.org/drawingml/2006/main">
            <a:off x="5233235" y="3250165"/>
            <a:ext cx="2894814" cy="2095500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BFA2E8F0-E3ED-4453-A30E-CF885AD8EA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f31ea9415454f"/>
          <a:stretch xmlns:a="http://schemas.openxmlformats.org/drawingml/2006/main"/>
        </p:blipFill>
        <p:spPr>
          <a:xfrm xmlns:a="http://schemas.openxmlformats.org/drawingml/2006/main">
            <a:off x="793623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0439A0E9-C195-4BA3-8DE1-8E15A8D1AD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fe75a4bb84a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7145" y="374031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DAD90700-D3D3-41F6-8FFA-804B387224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f98ab10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1154" y="350742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17989B18-E31D-4497-B24B-B1775B6B73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f98ab10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6979" y="3515998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E07E44D7-D80C-4735-BC53-798C55CC28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eedfe222a4a3a"/>
          <a:stretch xmlns:a="http://schemas.openxmlformats.org/drawingml/2006/main"/>
        </p:blipFill>
        <p:spPr>
          <a:xfrm xmlns:a="http://schemas.openxmlformats.org/drawingml/2006/main">
            <a:off x="305830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B04228D2-FDDA-41DF-BEC7-D699BCCF7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fe75a4bb84a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B41485D9-9C26-492C-984B-51CCFF4FF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f98ab10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62B3CA92-8900-42FC-AC24-0F4A838B35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f98ab10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AF69572D-FCFA-425C-9682-1FB0FCBC12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f98ab10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>
            <a:extLst xmlns:a="http://schemas.openxmlformats.org/drawingml/2006/main">
              <a:ext uri="{FF2B5EF4-FFF2-40B4-BE49-F238E27FC236}">
                <a16:creationId xmlns:a16="http://schemas.microsoft.com/office/drawing/2014/main" id="{01D11303-6E1B-4035-8A39-C7A95526B9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f98ab10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2602C525-6794-43FC-958D-CCA9AEA69C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f98ab10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871120AC-490E-4C4B-B283-E804EFC3B7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f98ab10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3AF25C51-4C07-4FD5-9A8C-7C101CAC9B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2cf98ab10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36941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BF89A9C-2606-416D-894F-0F8CEE07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The alligator breaks out of the house!</a:t>
            </a:r>
          </a:p>
        </p:txBody>
      </p:sp>
    </p:spTree>
    <p:extLst>
      <p:ext uri="{BB962C8B-B14F-4D97-AF65-F5344CB8AC3E}">
        <p14:creationId xmlns:p14="http://schemas.microsoft.com/office/powerpoint/2010/main" val="17014753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DD32FFFC-2BE1-4725-8BAF-61E1229B94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f74f82a66461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1E954F39-5C89-4704-A73D-412147488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ea3a181d54135"/>
          <a:stretch xmlns:a="http://schemas.openxmlformats.org/drawingml/2006/main"/>
        </p:blipFill>
        <p:spPr>
          <a:xfrm xmlns:a="http://schemas.openxmlformats.org/drawingml/2006/main">
            <a:off x="5894463" y="3238500"/>
            <a:ext cx="2894814" cy="2095500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324563D3-7733-40FE-89AF-499DC14F05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8a28b0761410e"/>
          <a:stretch xmlns:a="http://schemas.openxmlformats.org/drawingml/2006/main"/>
        </p:blipFill>
        <p:spPr>
          <a:xfrm xmlns:a="http://schemas.openxmlformats.org/drawingml/2006/main">
            <a:off x="305830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4DD21A3C-93CA-4456-A09F-2FEB123F5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90f29715a4e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040F294D-91FE-405D-8C6B-10B58408D4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62e65ef69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9BBFF1BB-956E-46BB-B840-F4730BE014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62e65ef69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C1042334-9C42-4272-AAAA-099DDE5B3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62e65ef69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82C456FB-5B61-4E6D-9548-E38FF7092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62e65ef69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83D0E740-A360-4C1A-BAD9-2E6E995629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62e65ef69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>
            <a:extLst xmlns:a="http://schemas.openxmlformats.org/drawingml/2006/main">
              <a:ext uri="{FF2B5EF4-FFF2-40B4-BE49-F238E27FC236}">
                <a16:creationId xmlns:a16="http://schemas.microsoft.com/office/drawing/2014/main" id="{F8F09661-EF3F-4FDD-901B-10FC98532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62e65ef69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0ED95E7E-B2AB-4F88-B073-C30E454524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62e65ef69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36941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56EA2E44-0A88-43E5-8AAE-F5721A386D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bad35b5974dd6"/>
          <a:stretch xmlns:a="http://schemas.openxmlformats.org/drawingml/2006/main"/>
        </p:blipFill>
        <p:spPr>
          <a:xfrm xmlns:a="http://schemas.openxmlformats.org/drawingml/2006/main">
            <a:off x="793623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0C308A0B-0CA3-4025-9D60-F74160D82F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90f29715a4e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7145" y="3740311"/>
            <a:ext cx="1276132" cy="396112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2C72D75-5CE4-4741-B6A3-EC8739BA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alligator eats 2 of Ella’s cookies!</a:t>
            </a:r>
          </a:p>
        </p:txBody>
      </p:sp>
    </p:spTree>
    <p:extLst>
      <p:ext uri="{BB962C8B-B14F-4D97-AF65-F5344CB8AC3E}">
        <p14:creationId xmlns:p14="http://schemas.microsoft.com/office/powerpoint/2010/main" val="16553703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12B70A35-4CE8-4036-BC1E-CF3EE601E8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9fef81c1146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75C2870C-D5B9-403F-89EF-A6B348AF56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5972b45234ec4"/>
          <a:stretch xmlns:a="http://schemas.openxmlformats.org/drawingml/2006/main"/>
        </p:blipFill>
        <p:spPr>
          <a:xfrm xmlns:a="http://schemas.openxmlformats.org/drawingml/2006/main">
            <a:off x="5894463" y="3238500"/>
            <a:ext cx="2894814" cy="2095500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769E05DD-48E9-427A-B2C1-C0A3972D43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ffabcb8eb4285"/>
          <a:stretch xmlns:a="http://schemas.openxmlformats.org/drawingml/2006/main"/>
        </p:blipFill>
        <p:spPr>
          <a:xfrm xmlns:a="http://schemas.openxmlformats.org/drawingml/2006/main">
            <a:off x="3058300" y="1280583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C7EAB449-D189-496E-8BFE-566E7E8A5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a105f27d44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904" y="372417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CBE05DDC-EF01-40F0-8342-736E4969D1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cd3ddd18845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913" y="354590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A7547F22-E077-4720-A5FB-C8318887D2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cd3ddd18845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0327" y="34617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68E4E18A-8839-4921-A374-A3D405092F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cd3ddd18845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74" y="345854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53D0E73A-2BA9-4B1D-9590-849FC487CC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cd3ddd18845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1359" y="33887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9FD86F20-6997-49F5-9CCF-26D5EF78B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cd3ddd18845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4910" y="354117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>
            <a:extLst xmlns:a="http://schemas.openxmlformats.org/drawingml/2006/main">
              <a:ext uri="{FF2B5EF4-FFF2-40B4-BE49-F238E27FC236}">
                <a16:creationId xmlns:a16="http://schemas.microsoft.com/office/drawing/2014/main" id="{172BC7B3-8979-4C48-8250-C3BE8F38A9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cd3ddd18845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50" y="334680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7362E74E-0190-4CA6-AE3E-DB9736962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cd3ddd18845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29" y="336941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2E03911F-DAC5-439F-8FDA-291350BBB8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41576387248a5"/>
          <a:stretch xmlns:a="http://schemas.openxmlformats.org/drawingml/2006/main"/>
        </p:blipFill>
        <p:spPr>
          <a:xfrm xmlns:a="http://schemas.openxmlformats.org/drawingml/2006/main">
            <a:off x="7936230" y="1315861"/>
            <a:ext cx="2667000" cy="3654778"/>
          </a:xfrm>
          <a:prstGeom xmlns:a="http://schemas.openxmlformats.org/drawingml/2006/main" prst="rect">
            <a:avLst/>
          </a:prstGeom>
        </p:spPr>
      </p:pic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8E211CF5-5113-4FBC-882A-F597F15D34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a105f27d44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7145" y="3740311"/>
            <a:ext cx="1276132" cy="396112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55ADF2B-78CB-4B06-B225-81898053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 still has 8 cookies. Ella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3863217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2026-10-11T18:00:48.2360000Z</dcterms:created>
  <dcterms:modified xsi:type="dcterms:W3CDTF">2026-10-11T18:00:48.2360000Z</dcterms:modified>
</coreProperties>
</file>