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901021e26c48da" /><Relationship Type="http://schemas.openxmlformats.org/officeDocument/2006/relationships/extended-properties" Target="/docProps/app.xml" Id="R0af84f738242483c" /><Relationship Type="http://schemas.openxmlformats.org/officeDocument/2006/relationships/officeDocument" Target="/ppt/presentation.xml" Id="R67449d69231a4e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bd90875dbc4047"/>
  </p:sldMasterIdLst>
  <p:notesMasterIdLst>
    <p:notesMasterId xmlns:r="http://schemas.openxmlformats.org/officeDocument/2006/relationships" r:id="R33b2f88008c940b9"/>
  </p:notesMasterIdLst>
  <p:sldIdLst>
    <p:sldId xmlns:r="http://schemas.openxmlformats.org/officeDocument/2006/relationships" id="256" r:id="Rb2b725fc9b96433c"/>
    <p:sldId xmlns:r="http://schemas.openxmlformats.org/officeDocument/2006/relationships" id="257" r:id="Ra7b070b281314c3e"/>
    <p:sldId xmlns:r="http://schemas.openxmlformats.org/officeDocument/2006/relationships" id="258" r:id="R4a96a17c9ed8425e"/>
    <p:sldId xmlns:r="http://schemas.openxmlformats.org/officeDocument/2006/relationships" id="259" r:id="R059c5c695bb64904"/>
    <p:sldId xmlns:r="http://schemas.openxmlformats.org/officeDocument/2006/relationships" id="260" r:id="R426be48666a14535"/>
    <p:sldId xmlns:r="http://schemas.openxmlformats.org/officeDocument/2006/relationships" id="261" r:id="Rc1fc206fe7904e25"/>
    <p:sldId xmlns:r="http://schemas.openxmlformats.org/officeDocument/2006/relationships" id="262" r:id="R04e306fcc7e34a6f"/>
    <p:sldId xmlns:r="http://schemas.openxmlformats.org/officeDocument/2006/relationships" id="263" r:id="Rc3a1722611b24aac"/>
    <p:sldId xmlns:r="http://schemas.openxmlformats.org/officeDocument/2006/relationships" id="264" r:id="R7319b2b6fb474f4c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564647891b46ac" /><Relationship Type="http://schemas.openxmlformats.org/officeDocument/2006/relationships/slideMaster" Target="/ppt/slideMasters/slideMaster1.xml" Id="R6fbd90875dbc4047" /><Relationship Type="http://schemas.openxmlformats.org/officeDocument/2006/relationships/notesMaster" Target="/ppt/notesMasters/notesMaster1.xml" Id="R33b2f88008c940b9" /><Relationship Type="http://schemas.openxmlformats.org/officeDocument/2006/relationships/presProps" Target="/ppt/presProps.xml" Id="R0a4088d0c9974361" /><Relationship Type="http://schemas.openxmlformats.org/officeDocument/2006/relationships/viewProps" Target="/ppt/viewProps.xml" Id="R1ad9f2ac89254292" /><Relationship Type="http://schemas.openxmlformats.org/officeDocument/2006/relationships/tableStyles" Target="/ppt/tableStyles.xml" Id="Ra3882b56482444e2" /><Relationship Type="http://schemas.openxmlformats.org/officeDocument/2006/relationships/slide" Target="/ppt/slides/slide1.xml" Id="Rb2b725fc9b96433c" /><Relationship Type="http://schemas.openxmlformats.org/officeDocument/2006/relationships/slide" Target="/ppt/slides/slide2.xml" Id="Ra7b070b281314c3e" /><Relationship Type="http://schemas.openxmlformats.org/officeDocument/2006/relationships/slide" Target="/ppt/slides/slide3.xml" Id="R4a96a17c9ed8425e" /><Relationship Type="http://schemas.openxmlformats.org/officeDocument/2006/relationships/slide" Target="/ppt/slides/slide4.xml" Id="R059c5c695bb64904" /><Relationship Type="http://schemas.openxmlformats.org/officeDocument/2006/relationships/slide" Target="/ppt/slides/slide5.xml" Id="R426be48666a14535" /><Relationship Type="http://schemas.openxmlformats.org/officeDocument/2006/relationships/slide" Target="/ppt/slides/slide6.xml" Id="Rc1fc206fe7904e25" /><Relationship Type="http://schemas.openxmlformats.org/officeDocument/2006/relationships/slide" Target="/ppt/slides/slide7.xml" Id="R04e306fcc7e34a6f" /><Relationship Type="http://schemas.openxmlformats.org/officeDocument/2006/relationships/slide" Target="/ppt/slides/slide8.xml" Id="Rc3a1722611b24aac" /><Relationship Type="http://schemas.openxmlformats.org/officeDocument/2006/relationships/slide" Target="/ppt/slides/slide9.xml" Id="R7319b2b6fb474f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6474d678c546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ac0905bb9c4c54" /><Relationship Type="http://schemas.openxmlformats.org/officeDocument/2006/relationships/notesMaster" Target="/ppt/notesMasters/notesMaster1.xml" Id="R93aeebed06274d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631b1c3b3d49ff" /><Relationship Type="http://schemas.openxmlformats.org/officeDocument/2006/relationships/notesMaster" Target="/ppt/notesMasters/notesMaster1.xml" Id="R3cfabbd75f9546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f5524578874b28" /><Relationship Type="http://schemas.openxmlformats.org/officeDocument/2006/relationships/notesMaster" Target="/ppt/notesMasters/notesMaster1.xml" Id="Rf56131f505e346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727308ae094835" /><Relationship Type="http://schemas.openxmlformats.org/officeDocument/2006/relationships/notesMaster" Target="/ppt/notesMasters/notesMaster1.xml" Id="R06120c4eeffe46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76bc3fb83147fd" /><Relationship Type="http://schemas.openxmlformats.org/officeDocument/2006/relationships/notesMaster" Target="/ppt/notesMasters/notesMaster1.xml" Id="R06a5eebea6d84a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cc3bb251214d79" /><Relationship Type="http://schemas.openxmlformats.org/officeDocument/2006/relationships/notesMaster" Target="/ppt/notesMasters/notesMaster1.xml" Id="R951c1212f35c47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3012860b2842ab" /><Relationship Type="http://schemas.openxmlformats.org/officeDocument/2006/relationships/notesMaster" Target="/ppt/notesMasters/notesMaster1.xml" Id="R2e8a3a0d468545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9db6ec85114cbd" /><Relationship Type="http://schemas.openxmlformats.org/officeDocument/2006/relationships/notesMaster" Target="/ppt/notesMasters/notesMaster1.xml" Id="R6e097d4967404a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d4a6990a734c85" /><Relationship Type="http://schemas.openxmlformats.org/officeDocument/2006/relationships/notesMaster" Target="/ppt/notesMasters/notesMaster1.xml" Id="Rf8744c13230840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236cb312eb4a9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043f70e4bd4b3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2633d8ddb848c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cb042530ac471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f32c5bb7ee4e0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1fc91e57854e7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40feb3f90a45c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c36b51b97d4ab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99632efdab443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ee11cb33524fa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8466b7fbbf406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7580FCF-407B-203F-BD5E-7AE432A7069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1304F00-41B5-C265-0CF2-0D1EB91D980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14D51CC-61F7-102B-5982-CB8ED20CF9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A867420-5A5F-77DC-6ED4-DAD06112BD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B49F74-F0D6-C93F-B474-4BB4F0A2FB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6E58DE-2CC2-90F7-932C-ED578D1EAD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D90F155-CD49-FF46-A910-EBE0EF45418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F8CDE57-D586-164A-00C2-4D105A5949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3D6ED3A-7CC7-AB3C-5348-D8D2507143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E3C04FB-FD51-B1C3-269B-CEF698FD5B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4B9C9F-DD4E-B823-3C97-E3E4273DE9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BC908F4-B8F1-6958-8345-4990D7353B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1CF32D5-8419-C290-7B57-149CA3698D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AFF7A8-675C-6955-3AA7-86B3D95C0C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FE4D17-1835-1856-D762-AC8CEB3F61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0E1FFBD-00BB-BB96-580C-FB69EC7D3D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7656FD8-26D3-B57A-0B52-C449B29482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5AF7001-47B7-9C29-B564-5B6AAA30D59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3A553E7-FC40-5060-93EA-BF12C704CE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4CFFF26-DE73-46EA-C794-3092CFEB8A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8865D62-F84F-0DF6-F90A-6FED683A15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91FA501-9122-819F-1AC2-D5BAB4927D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029A8C-3341-2A8E-9C19-21500D8B88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0136758-6871-837D-F1A0-5D84772A0D9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C1D8030-D568-AFC2-0042-854FC46F4FB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F7532BC-4215-EE3C-F65E-44DCC78B112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893C098-5065-669D-FE2E-385BDF5C1D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847B35A-C158-5C49-1E8D-110B789C1C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BEE09F0-C30C-3AC9-E872-FBF4A28C9F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BFAC30-3BC3-8C9E-8CA8-0415CF18E1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88E65DB-6F23-0067-8402-66CE6F6F1B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897D977-9441-B359-D0CE-9BACB1C400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21656DB-E979-738B-0847-7332167FA2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985674C-ED51-41D7-86A5-E161ED0460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99EE67D-3403-1EDD-6EF1-846CACDF7D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41582F9-ACE6-30BD-B738-8191A2D257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32684B-12F3-323D-142B-4DF8B4BBF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BB969D0-34A5-37A1-354B-49195179D3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09A5247-2524-8137-B7B5-A5CE6F648AD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EEB1219-7418-56CF-1D86-63645473BD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7DEAB6E-6A08-3CCA-50A1-721CB38366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2102C54-55C1-F70B-1306-517A317152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BF0A523-B4A1-B7CD-4C74-48BAEA829A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BC7C37A-AF02-C7E4-4A3B-17801E97F22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AC72D0D-D4D5-07BE-180C-D7AAE8376C5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3650CF6-75DC-2B11-24E6-2FD26F7CE9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572B1EB-57CC-09D9-7A2E-AD6F637BD6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4962FE8-4643-794B-86B0-34AA231DCA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CF681EB-B7A7-2F2A-089E-99F33BDED1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A4AA95D-A571-AA1E-819B-4BAA0DBB7D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5EEC448-CC93-F10D-C8FC-BFB6223679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45D6A14-F01C-DAAD-CEB5-47B407E2DF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C20A623-F028-844E-ADE8-98DC94C828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8E053FD-192D-65BA-6D39-8CDFBE48BF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721EC91-2A7A-435D-3680-951964BBFE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07D0A25-3C42-A769-AEBD-CE5A7D371E4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F9FFD41-6EB9-CA7A-2FFE-60B8E322D7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73E168-1FBA-ADED-DF3C-FEDB04C220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f23b03024549a0" /><Relationship Type="http://schemas.openxmlformats.org/officeDocument/2006/relationships/slideLayout" Target="/ppt/slideLayouts/slideLayout1.xml" Id="R7666a2947baf4fd3" /><Relationship Type="http://schemas.openxmlformats.org/officeDocument/2006/relationships/slideLayout" Target="/ppt/slideLayouts/slideLayout2.xml" Id="R95b1536f16034a0e" /><Relationship Type="http://schemas.openxmlformats.org/officeDocument/2006/relationships/slideLayout" Target="/ppt/slideLayouts/slideLayout3.xml" Id="R239441297a0045ae" /><Relationship Type="http://schemas.openxmlformats.org/officeDocument/2006/relationships/slideLayout" Target="/ppt/slideLayouts/slideLayout4.xml" Id="R3832ada935c64b1f" /><Relationship Type="http://schemas.openxmlformats.org/officeDocument/2006/relationships/slideLayout" Target="/ppt/slideLayouts/slideLayout5.xml" Id="Rebe7917c3a5b4065" /><Relationship Type="http://schemas.openxmlformats.org/officeDocument/2006/relationships/slideLayout" Target="/ppt/slideLayouts/slideLayout6.xml" Id="R6c9d79a47ecc4289" /><Relationship Type="http://schemas.openxmlformats.org/officeDocument/2006/relationships/slideLayout" Target="/ppt/slideLayouts/slideLayout7.xml" Id="Ra7f68a9e3caf4e43" /><Relationship Type="http://schemas.openxmlformats.org/officeDocument/2006/relationships/slideLayout" Target="/ppt/slideLayouts/slideLayout8.xml" Id="R46f0616daee64ae4" /><Relationship Type="http://schemas.openxmlformats.org/officeDocument/2006/relationships/slideLayout" Target="/ppt/slideLayouts/slideLayout9.xml" Id="Rcc13224536ca440b" /><Relationship Type="http://schemas.openxmlformats.org/officeDocument/2006/relationships/slideLayout" Target="/ppt/slideLayouts/slideLayout10.xml" Id="R8ff46a46ca284363" /><Relationship Type="http://schemas.openxmlformats.org/officeDocument/2006/relationships/slideLayout" Target="/ppt/slideLayouts/slideLayout11.xml" Id="Rd5db73708c8c492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1E93382-66AD-60FE-D8AD-6B9F00C761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DCB29AE-0E97-9874-C056-48596C874B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ACE9EA4-F0C2-BAB8-5959-B33C94BC5DE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374E6C4-22F5-1E69-4BDB-687DC67A687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17780A8-7096-9474-CA42-9DE3291DCDD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66a2947baf4fd3"/>
    <p:sldLayoutId xmlns:r="http://schemas.openxmlformats.org/officeDocument/2006/relationships" id="2147483650" r:id="R95b1536f16034a0e"/>
    <p:sldLayoutId xmlns:r="http://schemas.openxmlformats.org/officeDocument/2006/relationships" id="2147483651" r:id="R239441297a0045ae"/>
    <p:sldLayoutId xmlns:r="http://schemas.openxmlformats.org/officeDocument/2006/relationships" id="2147483652" r:id="R3832ada935c64b1f"/>
    <p:sldLayoutId xmlns:r="http://schemas.openxmlformats.org/officeDocument/2006/relationships" id="2147483653" r:id="Rebe7917c3a5b4065"/>
    <p:sldLayoutId xmlns:r="http://schemas.openxmlformats.org/officeDocument/2006/relationships" id="2147483654" r:id="R6c9d79a47ecc4289"/>
    <p:sldLayoutId xmlns:r="http://schemas.openxmlformats.org/officeDocument/2006/relationships" id="2147483655" r:id="Ra7f68a9e3caf4e43"/>
    <p:sldLayoutId xmlns:r="http://schemas.openxmlformats.org/officeDocument/2006/relationships" id="2147483656" r:id="R46f0616daee64ae4"/>
    <p:sldLayoutId xmlns:r="http://schemas.openxmlformats.org/officeDocument/2006/relationships" id="2147483657" r:id="Rcc13224536ca440b"/>
    <p:sldLayoutId xmlns:r="http://schemas.openxmlformats.org/officeDocument/2006/relationships" id="2147483658" r:id="R8ff46a46ca284363"/>
    <p:sldLayoutId xmlns:r="http://schemas.openxmlformats.org/officeDocument/2006/relationships" id="2147483659" r:id="Rd5db73708c8c4925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d7ae275c1d41eb" /><Relationship Type="http://schemas.openxmlformats.org/officeDocument/2006/relationships/image" Target="/ppt/media/image.png" Id="Ra5f7633227a24095" /><Relationship Type="http://schemas.openxmlformats.org/officeDocument/2006/relationships/image" Target="/ppt/media/image2.png" Id="R54441c0ea4f849a1" /><Relationship Type="http://schemas.openxmlformats.org/officeDocument/2006/relationships/notesSlide" Target="/ppt/notesSlides/notesSlide1.xml" Id="Rb356a099ad2d4e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8f6a41bd534a50" /><Relationship Type="http://schemas.openxmlformats.org/officeDocument/2006/relationships/image" Target="/ppt/media/image3.png" Id="R15c7320aab0545a6" /><Relationship Type="http://schemas.openxmlformats.org/officeDocument/2006/relationships/image" Target="/ppt/media/image2.png" Id="R623cc6ee5b3f4ca7" /><Relationship Type="http://schemas.openxmlformats.org/officeDocument/2006/relationships/image" Target="/ppt/media/image4.png" Id="Rdcfddd767db24104" /><Relationship Type="http://schemas.openxmlformats.org/officeDocument/2006/relationships/image" Target="/ppt/media/image5.png" Id="R40ae88d1684c47db" /><Relationship Type="http://schemas.openxmlformats.org/officeDocument/2006/relationships/notesSlide" Target="/ppt/notesSlides/notesSlide2.xml" Id="R6b87b99204454f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bab37d310249fa" /><Relationship Type="http://schemas.openxmlformats.org/officeDocument/2006/relationships/image" Target="/ppt/media/image6.png" Id="R072b94aeeb3f413d" /><Relationship Type="http://schemas.openxmlformats.org/officeDocument/2006/relationships/image" Target="/ppt/media/image7.png" Id="R332aa83bd3b24b39" /><Relationship Type="http://schemas.openxmlformats.org/officeDocument/2006/relationships/notesSlide" Target="/ppt/notesSlides/notesSlide3.xml" Id="Re8c1073b6ba942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716fc03cfa4b2a" /><Relationship Type="http://schemas.openxmlformats.org/officeDocument/2006/relationships/image" Target="/ppt/media/image8.png" Id="R6562f3e79c8d4d57" /><Relationship Type="http://schemas.openxmlformats.org/officeDocument/2006/relationships/image" Target="/ppt/media/image7.png" Id="Rf8342d81e46248b3" /><Relationship Type="http://schemas.openxmlformats.org/officeDocument/2006/relationships/image" Target="/ppt/media/image4.png" Id="R148096dacbb64814" /><Relationship Type="http://schemas.openxmlformats.org/officeDocument/2006/relationships/image" Target="/ppt/media/image5.png" Id="R6bedf7134cf64c18" /><Relationship Type="http://schemas.openxmlformats.org/officeDocument/2006/relationships/notesSlide" Target="/ppt/notesSlides/notesSlide4.xml" Id="R03f696a70d7b42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5486d354dd4936" /><Relationship Type="http://schemas.openxmlformats.org/officeDocument/2006/relationships/image" Target="/ppt/media/image9.png" Id="R311f0ae5a9ae4fee" /><Relationship Type="http://schemas.openxmlformats.org/officeDocument/2006/relationships/image" Target="/ppt/media/image10.png" Id="R99d5c7cd15d24b4e" /><Relationship Type="http://schemas.openxmlformats.org/officeDocument/2006/relationships/image" Target="/ppt/media/image11.png" Id="R3850bf4c106e4d03" /><Relationship Type="http://schemas.openxmlformats.org/officeDocument/2006/relationships/image" Target="/ppt/media/image4.png" Id="R6674c9fe9f3a418c" /><Relationship Type="http://schemas.openxmlformats.org/officeDocument/2006/relationships/image" Target="/ppt/media/image5.png" Id="R8ff963a4958e4db5" /><Relationship Type="http://schemas.openxmlformats.org/officeDocument/2006/relationships/notesSlide" Target="/ppt/notesSlides/notesSlide5.xml" Id="Rb4951eefb8b344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276f2c87e74be4" /><Relationship Type="http://schemas.openxmlformats.org/officeDocument/2006/relationships/image" Target="/ppt/media/image12.png" Id="R4914cf20773b4581" /><Relationship Type="http://schemas.openxmlformats.org/officeDocument/2006/relationships/image" Target="/ppt/media/image10.png" Id="Rd2df3c84f4a94174" /><Relationship Type="http://schemas.openxmlformats.org/officeDocument/2006/relationships/image" Target="/ppt/media/image11.png" Id="R9f8c46c7ce884f26" /><Relationship Type="http://schemas.openxmlformats.org/officeDocument/2006/relationships/image" Target="/ppt/media/image4.png" Id="Rc7cab67236dd49ca" /><Relationship Type="http://schemas.openxmlformats.org/officeDocument/2006/relationships/image" Target="/ppt/media/image5.png" Id="Rb5d3913f980b4983" /><Relationship Type="http://schemas.openxmlformats.org/officeDocument/2006/relationships/notesSlide" Target="/ppt/notesSlides/notesSlide6.xml" Id="Rde00e89393cb40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9a46761ef549a9" /><Relationship Type="http://schemas.openxmlformats.org/officeDocument/2006/relationships/image" Target="/ppt/media/image13.png" Id="R77dfb62ad78c4878" /><Relationship Type="http://schemas.openxmlformats.org/officeDocument/2006/relationships/image" Target="/ppt/media/image14.png" Id="Rcb2435f9b3c842e6" /><Relationship Type="http://schemas.openxmlformats.org/officeDocument/2006/relationships/image" Target="/ppt/media/image4.png" Id="R2391c1707ded4be8" /><Relationship Type="http://schemas.openxmlformats.org/officeDocument/2006/relationships/image" Target="/ppt/media/image5.png" Id="R163f5a950e624bdd" /><Relationship Type="http://schemas.openxmlformats.org/officeDocument/2006/relationships/notesSlide" Target="/ppt/notesSlides/notesSlide7.xml" Id="Rb9eab04ece1044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63c70fb6554469" /><Relationship Type="http://schemas.openxmlformats.org/officeDocument/2006/relationships/image" Target="/ppt/media/image15.png" Id="Rec9c18ecda6040dd" /><Relationship Type="http://schemas.openxmlformats.org/officeDocument/2006/relationships/image" Target="/ppt/media/image14.png" Id="Rcb866491cf9a48f2" /><Relationship Type="http://schemas.openxmlformats.org/officeDocument/2006/relationships/image" Target="/ppt/media/image4.png" Id="R2bacc872e6c94052" /><Relationship Type="http://schemas.openxmlformats.org/officeDocument/2006/relationships/image" Target="/ppt/media/image5.png" Id="R9df2ce064ef84a45" /><Relationship Type="http://schemas.openxmlformats.org/officeDocument/2006/relationships/notesSlide" Target="/ppt/notesSlides/notesSlide8.xml" Id="R07b4a031ee8a40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7529614703d4888" /><Relationship Type="http://schemas.openxmlformats.org/officeDocument/2006/relationships/image" Target="/ppt/media/image16.png" Id="R257584ac9751415e" /><Relationship Type="http://schemas.openxmlformats.org/officeDocument/2006/relationships/image" Target="/ppt/media/image7.png" Id="R5e82b75d3c8e426e" /><Relationship Type="http://schemas.openxmlformats.org/officeDocument/2006/relationships/image" Target="/ppt/media/image2.png" Id="Rde8e5432e3d24358" /><Relationship Type="http://schemas.openxmlformats.org/officeDocument/2006/relationships/image" Target="/ppt/media/image4.png" Id="R74ad2a535bb04ba8" /><Relationship Type="http://schemas.openxmlformats.org/officeDocument/2006/relationships/image" Target="/ppt/media/image5.png" Id="R18d827bb036742d4" /><Relationship Type="http://schemas.openxmlformats.org/officeDocument/2006/relationships/image" Target="/ppt/media/image17.png" Id="Rab2fc406f0354455" /><Relationship Type="http://schemas.openxmlformats.org/officeDocument/2006/relationships/notesSlide" Target="/ppt/notesSlides/notesSlide9.xml" Id="Rff247c505aa14fd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7599C0A6-9AF5-4051-84CB-590666F700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f7633227a24095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F3AD638E-3FDB-444E-9B8B-005F9D55D2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441c0ea4f849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73833" y="440128"/>
            <a:ext cx="4066877" cy="5571067"/>
          </a:xfrm>
          <a:prstGeom xmlns:a="http://schemas.openxmlformats.org/drawingml/2006/main" prst="rect">
            <a:avLst/>
          </a:prstGeom>
        </p:spPr>
      </p:pic>
      <p:sp>
        <p:nvSpPr>
          <p:cNvPr id="9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45C82AD7-C80C-45CB-A953-2D877750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Kai.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77CAADD0-4F45-4327-9FDE-AE11FFD2B5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7320aab0545a6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4B43F49A-A6C8-4BEE-AEFD-5300479251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3cc6ee5b3f4c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73833" y="440128"/>
            <a:ext cx="4066877" cy="5571067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D27C05E4-F0D5-42AA-B3F8-24956F59E2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ddd767db24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1044" y="427281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90CF7ED9-D0FA-4D29-B3A8-C169C8C85D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ae88d1684c47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65053" y="409454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C6A8D95D-3FBA-4F21-A737-8EDF02DDC0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ae88d1684c47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3467" y="401035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97B6A37C-5E27-40A2-9C6A-8B88DF6819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ae88d1684c47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514" y="400718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817E0E19-0339-4BF7-9620-6D46F1819C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ae88d1684c47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4499" y="393741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1F45F347-4226-4D50-9038-CA1F78D16F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ae88d1684c47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8050" y="408981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9DC6936E-E12E-42D1-A028-89EACA231F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ae88d1684c47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490" y="389544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28F8B233-C502-4BB2-AC88-8F89E127E1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ae88d1684c47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0069" y="3918050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4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73F233F7-F61B-4ECC-913F-400224E5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Kai has 8 cookies.</a:t>
            </a:r>
          </a:p>
        </p:txBody>
      </p:sp>
    </p:spTree>
    <p:extLst>
      <p:ext uri="{BB962C8B-B14F-4D97-AF65-F5344CB8AC3E}">
        <p14:creationId xmlns:p14="http://schemas.microsoft.com/office/powerpoint/2010/main" val="355658485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496E1422-0BE0-4FC5-9D0C-DDDDD7890A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2b94aeeb3f413d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05F40875-D9D2-4E5D-B675-45C1579F48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2aa83bd3b24b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25091" y="440128"/>
            <a:ext cx="4015619" cy="5356078"/>
          </a:xfrm>
          <a:prstGeom xmlns:a="http://schemas.openxmlformats.org/drawingml/2006/main" prst="rect">
            <a:avLst/>
          </a:prstGeom>
        </p:spPr>
      </p:pic>
      <p:sp>
        <p:nvSpPr>
          <p:cNvPr id="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4D3866C3-C3F5-4679-9FB9-6F1CA2DD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Ruby.</a:t>
            </a:r>
          </a:p>
        </p:txBody>
      </p:sp>
    </p:spTree>
    <p:extLst>
      <p:ext uri="{BB962C8B-B14F-4D97-AF65-F5344CB8AC3E}">
        <p14:creationId xmlns:p14="http://schemas.microsoft.com/office/powerpoint/2010/main" val="207279830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2E3F48F6-8D39-4764-8F95-A97811ABD7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62f3e79c8d4d57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AB87149C-695A-4950-849E-265BCD678A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42d81e46248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25091" y="440128"/>
            <a:ext cx="4015619" cy="535607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70D78C0D-2AE8-4B51-8DD3-539B235987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8096dacbb648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07765" y="4176558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DAD609B2-3130-4A47-AA59-F691C722B9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edf7134cf64c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51774" y="3998294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B912CD88-F732-4F4A-98B1-A20A5AAE32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edf7134cf64c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6877" y="3995129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6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167BE14E-545B-4489-B697-544C403B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Ruby has 2 cookies.</a:t>
            </a:r>
          </a:p>
        </p:txBody>
      </p:sp>
    </p:spTree>
    <p:extLst>
      <p:ext uri="{BB962C8B-B14F-4D97-AF65-F5344CB8AC3E}">
        <p14:creationId xmlns:p14="http://schemas.microsoft.com/office/powerpoint/2010/main" val="21268137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Picture 23">
            <a:extLst xmlns:a="http://schemas.openxmlformats.org/drawingml/2006/main">
              <a:ext uri="{FF2B5EF4-FFF2-40B4-BE49-F238E27FC236}">
                <a16:creationId xmlns:a16="http://schemas.microsoft.com/office/drawing/2014/main" id="{9DD20D3C-F707-4F8D-9E2F-FEFE699307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1f0ae5a9ae4fee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4F6FD63B-B97C-46B8-9A45-83C7EEC53D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d5c7cd15d24b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0811" y="194996"/>
            <a:ext cx="2905869" cy="5347606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29FA8150-45D4-492B-B413-7480F390C5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0bf4c106e4d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52160" y="0"/>
            <a:ext cx="3870960" cy="5996488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88F46AA3-308B-4438-ACED-7C1909DD31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4c9fe9f3a41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56711" y="427281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F7A378D2-FFFA-4CF6-8FF5-7634008AAA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963a4958e4d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720" y="409454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6FB89949-A631-4B84-BEE0-037CEB25F7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963a4958e4d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6157" y="4094547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2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F331AB64-29EE-4E46-AE87-1363B217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Kai is walking and staring at his phone.</a:t>
            </a:r>
          </a:p>
        </p:txBody>
      </p:sp>
    </p:spTree>
    <p:extLst>
      <p:ext uri="{BB962C8B-B14F-4D97-AF65-F5344CB8AC3E}">
        <p14:creationId xmlns:p14="http://schemas.microsoft.com/office/powerpoint/2010/main" val="34620618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CE23E243-9310-464C-BCFB-5B8CF6DBA7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14cf20773b4581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C2328182-6BE0-474D-972E-98D17B56BF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f3c84f4a94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46291" y="194996"/>
            <a:ext cx="2905869" cy="5347606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07D50FFE-0060-4A3F-BCAA-E5BB1E3253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c46c7ce884f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52160" y="0"/>
            <a:ext cx="3870960" cy="5996488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FBE6D27D-E33B-4B5E-9D58-A744D0E1A5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ab67236dd49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56711" y="427281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2E885072-0001-455D-9D7B-9195388A77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3913f980b49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720" y="409454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447280A4-9A6B-45A3-A326-A699058AA8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3913f980b49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6157" y="4094547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8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E9C8C32E-A9B5-4AF3-87F1-007F8F32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Kai is walking and staring at his phone.</a:t>
            </a:r>
          </a:p>
        </p:txBody>
      </p:sp>
    </p:spTree>
    <p:extLst>
      <p:ext uri="{BB962C8B-B14F-4D97-AF65-F5344CB8AC3E}">
        <p14:creationId xmlns:p14="http://schemas.microsoft.com/office/powerpoint/2010/main" val="34998812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C049E73F-02DF-4687-9C6B-601AA97B6D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dfb62ad78c4878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2DEA1AD2-FC0C-4E74-A522-A7043DC259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2435f9b3c842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39628" y="-276999"/>
            <a:ext cx="4112744" cy="6291595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521563E8-4DEC-4EC6-9C48-5DCB80B9C4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91c1707ded4b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87842" y="2754735"/>
            <a:ext cx="1307517" cy="553998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545603C0-AC38-46CF-AB96-60FBE88323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3f5a950e624b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526606">
            <a:off x="7865010" y="2975823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EBA7ECB2-8DA7-4C33-B5A2-A9B2CF1A4F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3f5a950e624b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667185">
            <a:off x="8147089" y="2969742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1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1F273630-170F-4258-A220-F06686DD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Oh no! Kai bumps into Ruby!</a:t>
            </a:r>
          </a:p>
        </p:txBody>
      </p:sp>
    </p:spTree>
    <p:extLst>
      <p:ext uri="{BB962C8B-B14F-4D97-AF65-F5344CB8AC3E}">
        <p14:creationId xmlns:p14="http://schemas.microsoft.com/office/powerpoint/2010/main" val="415266726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E4943606-2002-4F18-A803-673E922922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9c18ecda6040dd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D59B6770-6C71-482D-B082-3010C0A45B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866491cf9a48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39628" y="-276999"/>
            <a:ext cx="4112744" cy="6291595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486C3FB6-D290-41C2-99B8-AB354BAE10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acc872e6c940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87842" y="2754735"/>
            <a:ext cx="1307517" cy="553998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573EDBD6-BC2E-44DA-B324-97A4954B28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2ce064ef84a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526606">
            <a:off x="7865010" y="2975823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8140A346-FB07-485D-A9CA-0C6D75B6CD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2ce064ef84a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667185">
            <a:off x="8147089" y="2969742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1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9549A4B8-E966-4E65-9533-2AE5D966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 of Ruby’s cookies fall!</a:t>
            </a:r>
          </a:p>
        </p:txBody>
      </p:sp>
    </p:spTree>
    <p:extLst>
      <p:ext uri="{BB962C8B-B14F-4D97-AF65-F5344CB8AC3E}">
        <p14:creationId xmlns:p14="http://schemas.microsoft.com/office/powerpoint/2010/main" val="129982576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Picture 24">
            <a:extLst xmlns:a="http://schemas.openxmlformats.org/drawingml/2006/main">
              <a:ext uri="{FF2B5EF4-FFF2-40B4-BE49-F238E27FC236}">
                <a16:creationId xmlns:a16="http://schemas.microsoft.com/office/drawing/2014/main" id="{02ADD8F3-29E2-4575-A308-BFBC978A00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7584ac9751415e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4979217E-30E5-4A2F-A526-372DC13B56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82b75d3c8e42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6488" y="525447"/>
            <a:ext cx="3802149" cy="5071349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780FC185-C155-45B9-9B00-E9027D2323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8e5432e3d243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18901" y="525447"/>
            <a:ext cx="3859690" cy="5287249"/>
          </a:xfrm>
          <a:prstGeom xmlns:a="http://schemas.openxmlformats.org/drawingml/2006/main" prst="rect">
            <a:avLst/>
          </a:prstGeom>
        </p:spPr>
      </p:pic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E74DF4A4-B5D4-4B26-893E-E387250FA9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ad2a535bb04b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76823" y="4169375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14E82813-9A11-4FBD-9CBF-AB4FF3C2B3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827bb036742d4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26633" y="4191706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16" name="Picture 15">
            <a:extLst xmlns:a="http://schemas.openxmlformats.org/drawingml/2006/main">
              <a:ext uri="{FF2B5EF4-FFF2-40B4-BE49-F238E27FC236}">
                <a16:creationId xmlns:a16="http://schemas.microsoft.com/office/drawing/2014/main" id="{67A0B99B-2B1B-41A6-8041-95C51C910E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827bb036742d4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51072" y="4169374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01B4A521-58EF-4CFB-9FE4-8DF7417721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827bb036742d4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61867" y="4119191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43723782-C4F9-4E63-ADBA-FFD2B6BB77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827bb036742d4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50583" y="4086927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19" name="Picture 18">
            <a:extLst xmlns:a="http://schemas.openxmlformats.org/drawingml/2006/main">
              <a:ext uri="{FF2B5EF4-FFF2-40B4-BE49-F238E27FC236}">
                <a16:creationId xmlns:a16="http://schemas.microsoft.com/office/drawing/2014/main" id="{E099D0B8-1C2D-47C6-9142-FAAEE5EB40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827bb036742d4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30794" y="4103059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48260B5F-2287-40F8-B6E3-881FD1BC2B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fc406f03544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8839595" y="5097085"/>
            <a:ext cx="812666" cy="411363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BE862314-D93E-474D-A5A6-D035A078AE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fc406f03544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8491159" y="4962073"/>
            <a:ext cx="812666" cy="411363"/>
          </a:xfrm>
          <a:prstGeom xmlns:a="http://schemas.openxmlformats.org/drawingml/2006/main" prst="rect">
            <a:avLst/>
          </a:prstGeom>
        </p:spPr>
      </p:pic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04E0FD23-5EB0-4383-ADAC-16EE44DF60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ad2a535bb04b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78486" y="4044792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23" name="Picture 22">
            <a:extLst xmlns:a="http://schemas.openxmlformats.org/drawingml/2006/main">
              <a:ext uri="{FF2B5EF4-FFF2-40B4-BE49-F238E27FC236}">
                <a16:creationId xmlns:a16="http://schemas.microsoft.com/office/drawing/2014/main" id="{A2A0ECAC-A417-4033-8983-1C66DE9D5A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827bb036742d4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00884" y="4035320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24" name="Picture 23">
            <a:extLst xmlns:a="http://schemas.openxmlformats.org/drawingml/2006/main">
              <a:ext uri="{FF2B5EF4-FFF2-40B4-BE49-F238E27FC236}">
                <a16:creationId xmlns:a16="http://schemas.microsoft.com/office/drawing/2014/main" id="{8955015C-E49C-4479-BF1F-F357D84D24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827bb036742d4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65785" y="4001823"/>
            <a:ext cx="457200" cy="224025"/>
          </a:xfrm>
          <a:prstGeom xmlns:a="http://schemas.openxmlformats.org/drawingml/2006/main" prst="rect">
            <a:avLst/>
          </a:prstGeom>
        </p:spPr>
      </p:pic>
      <p:sp>
        <p:nvSpPr>
          <p:cNvPr id="26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196F90F0-1320-4B30-ADF4-FC60AB59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Kai still has 8 cookies. Ruby now has 0 cookies.</a:t>
            </a:r>
          </a:p>
        </p:txBody>
      </p:sp>
    </p:spTree>
    <p:extLst>
      <p:ext uri="{BB962C8B-B14F-4D97-AF65-F5344CB8AC3E}">
        <p14:creationId xmlns:p14="http://schemas.microsoft.com/office/powerpoint/2010/main" val="145169055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2026-10-11T18:00:42.8200000Z</dcterms:created>
  <dcterms:modified xsi:type="dcterms:W3CDTF">2026-10-11T18:00:42.8200000Z</dcterms:modified>
</coreProperties>
</file>