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a940fcbce44683" /><Relationship Type="http://schemas.openxmlformats.org/officeDocument/2006/relationships/extended-properties" Target="/docProps/app.xml" Id="R1852b0957abc441a" /><Relationship Type="http://schemas.openxmlformats.org/officeDocument/2006/relationships/officeDocument" Target="/ppt/presentation.xml" Id="Ra004ad1106d74d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70ef46e84f46d0"/>
  </p:sldMasterIdLst>
  <p:notesMasterIdLst>
    <p:notesMasterId xmlns:r="http://schemas.openxmlformats.org/officeDocument/2006/relationships" r:id="R38a5a145c4c84a51"/>
  </p:notesMasterIdLst>
  <p:sldIdLst>
    <p:sldId xmlns:r="http://schemas.openxmlformats.org/officeDocument/2006/relationships" id="256" r:id="R9646e85354d845d3"/>
    <p:sldId xmlns:r="http://schemas.openxmlformats.org/officeDocument/2006/relationships" id="257" r:id="Ra8897759008b4b66"/>
    <p:sldId xmlns:r="http://schemas.openxmlformats.org/officeDocument/2006/relationships" id="258" r:id="Rae06adfd07114ecd"/>
    <p:sldId xmlns:r="http://schemas.openxmlformats.org/officeDocument/2006/relationships" id="259" r:id="Rf47c717907884d70"/>
    <p:sldId xmlns:r="http://schemas.openxmlformats.org/officeDocument/2006/relationships" id="260" r:id="Rd0b5b589efda4f00"/>
    <p:sldId xmlns:r="http://schemas.openxmlformats.org/officeDocument/2006/relationships" id="261" r:id="R55d2f4645d994777"/>
    <p:sldId xmlns:r="http://schemas.openxmlformats.org/officeDocument/2006/relationships" id="262" r:id="Rf5ba3ccc5793479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7a31ab9eb9434b" /><Relationship Type="http://schemas.openxmlformats.org/officeDocument/2006/relationships/slideMaster" Target="/ppt/slideMasters/slideMaster1.xml" Id="Rf770ef46e84f46d0" /><Relationship Type="http://schemas.openxmlformats.org/officeDocument/2006/relationships/notesMaster" Target="/ppt/notesMasters/notesMaster1.xml" Id="R38a5a145c4c84a51" /><Relationship Type="http://schemas.openxmlformats.org/officeDocument/2006/relationships/presProps" Target="/ppt/presProps.xml" Id="Raecead4e974847f2" /><Relationship Type="http://schemas.openxmlformats.org/officeDocument/2006/relationships/viewProps" Target="/ppt/viewProps.xml" Id="R6e5e6503e55547f8" /><Relationship Type="http://schemas.openxmlformats.org/officeDocument/2006/relationships/tableStyles" Target="/ppt/tableStyles.xml" Id="R4d6837ca72ff44df" /><Relationship Type="http://schemas.openxmlformats.org/officeDocument/2006/relationships/slide" Target="/ppt/slides/slide1.xml" Id="R9646e85354d845d3" /><Relationship Type="http://schemas.openxmlformats.org/officeDocument/2006/relationships/slide" Target="/ppt/slides/slide2.xml" Id="Ra8897759008b4b66" /><Relationship Type="http://schemas.openxmlformats.org/officeDocument/2006/relationships/slide" Target="/ppt/slides/slide3.xml" Id="Rae06adfd07114ecd" /><Relationship Type="http://schemas.openxmlformats.org/officeDocument/2006/relationships/slide" Target="/ppt/slides/slide4.xml" Id="Rf47c717907884d70" /><Relationship Type="http://schemas.openxmlformats.org/officeDocument/2006/relationships/slide" Target="/ppt/slides/slide5.xml" Id="Rd0b5b589efda4f00" /><Relationship Type="http://schemas.openxmlformats.org/officeDocument/2006/relationships/slide" Target="/ppt/slides/slide6.xml" Id="R55d2f4645d994777" /><Relationship Type="http://schemas.openxmlformats.org/officeDocument/2006/relationships/slide" Target="/ppt/slides/slide7.xml" Id="Rf5ba3ccc579347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26c005ae4d4a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48e7ab46434575" /><Relationship Type="http://schemas.openxmlformats.org/officeDocument/2006/relationships/notesMaster" Target="/ppt/notesMasters/notesMaster1.xml" Id="Rc4bb472326834a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dbf7bf30954db1" /><Relationship Type="http://schemas.openxmlformats.org/officeDocument/2006/relationships/notesMaster" Target="/ppt/notesMasters/notesMaster1.xml" Id="R55e711701fc246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45dea980df4b53" /><Relationship Type="http://schemas.openxmlformats.org/officeDocument/2006/relationships/notesMaster" Target="/ppt/notesMasters/notesMaster1.xml" Id="Rea6da1b72a4243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2acb549376459f" /><Relationship Type="http://schemas.openxmlformats.org/officeDocument/2006/relationships/notesMaster" Target="/ppt/notesMasters/notesMaster1.xml" Id="R761716996d9949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b7952eac4f45c3" /><Relationship Type="http://schemas.openxmlformats.org/officeDocument/2006/relationships/notesMaster" Target="/ppt/notesMasters/notesMaster1.xml" Id="R6b6e870b935a46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082dfd38ae46b5" /><Relationship Type="http://schemas.openxmlformats.org/officeDocument/2006/relationships/notesMaster" Target="/ppt/notesMasters/notesMaster1.xml" Id="R8f4431baaf2b42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8a737e95ff4e98" /><Relationship Type="http://schemas.openxmlformats.org/officeDocument/2006/relationships/notesMaster" Target="/ppt/notesMasters/notesMaster1.xml" Id="R05b4d90fd7864e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4183b60714d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493e2fa15c49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a4a770b1e42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ec307b78a45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ae81e8063044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2406abea044b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9594dec2224d9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7ab27405b4ed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cd962eaad4ff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8d55221d4441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7c7a9f56084e3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107D6A-391A-733D-7146-C47BB54806C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6A7D1CA-5469-E7BD-4C09-06BAF3FAED4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F72DDB0-82DE-9823-99C0-47FDF8D9AB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1574E4-8799-EEFD-BB57-3C391A4F89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C5C81D-87B1-976B-3BD1-D7E6EB1314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74EC01-05D3-E4F3-089D-52A95BC3B4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0AE28F-65DE-C88A-14EF-B254BC9F2F2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3D76CAA-5EE5-80AE-EEF9-348100D10F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D78E11-EAA8-669C-EDA4-6F8BA7BB9F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4CC635-806B-E9DD-9FE6-BDDD7C1EBE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2B9210-A4D7-1098-C7BF-54C5BA83CA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34BE45-8269-507D-BA0F-2784356F8A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5BF526-62F8-D184-327D-E83D32B38E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BC7690-3AE0-852E-B587-C0DB567BBB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73FD4D-C796-C917-E4DC-24E0EB06B3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EB6FD7-5D15-1E44-3008-04B16E6531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5C6F39-C5AD-90B7-C110-D516F8B9D82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7AB8553-EDEE-4372-67E3-3A6E7B4FA81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1E66A18-D3A4-C659-5244-50882AE467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4D2F0C9-E4AF-57D7-2209-5EE94957F1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E08212C-A019-ED64-09EF-71250ECB73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0692DD-2F15-D842-AF8C-78B9C6F4C3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E65883A-7AF3-565F-091C-3CCD34E9E8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6806D8-49DD-8BDC-E96E-60E01922E6C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438966E-BFD1-E558-73EE-5ACFA860D76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191C91A-69EF-0128-C8AB-00DAD363310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EFBD2C9-4DEF-1298-E73A-5AC055CFBA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4443073-9130-1537-3BB5-8CFEB2785B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9796712-985F-4544-8CE7-0B27722710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89DA46-D65E-8485-88F5-EA610B5D04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FD4CF7C-9184-9FE1-2B84-39558258B2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3D5862E-9C90-AB28-CE5E-8C65170059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AC13E09-6A4F-3BA2-212C-3998EAB252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21EB7E-1816-7253-EA1D-096D206A2E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5B6FDC-8E39-A90F-8FE6-832324C6B0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A399052-1967-BEA6-AC21-A6D0A7F719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317794-777D-2727-8E9A-812928710C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CECC44F-7641-96A6-09C6-E167EAB146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959236E-8D54-FA9D-F6B7-43FB8B3A25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B2E469E-AA93-D6F4-AE71-1CE1D2A76A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37518F9-C15E-995F-9276-FAAA150CEB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B78669-4272-2528-7735-5E66C2CA4A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920BB9-1F0B-5D91-DEE5-3AB3AB2C62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C5F202C-4DE6-2A56-79A0-3995A98C0BF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BCBE42D-57A2-178B-571F-FDD5DFE30F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A9D7C4A-F25F-CB4F-08A9-237693E00F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538DA9-A8E3-4F6D-A2EA-E2D4FD782F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D7CE0A-9EE5-174C-0798-E3051FE59B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2CBC7C-A513-D815-1327-72B466B175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12C8DC6-C8BB-77EC-707D-BD7B96D16C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771B05C-043B-322F-4430-DE3DDA8E08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4FFF545-24DE-8FE6-0F13-64A96AB1B3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D3BD96-2A70-E31A-0591-EB2CFD9095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100537D-D588-6A23-344C-773BB1AD7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C658D6-BAB6-21CB-B935-3306F3170C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30C506-33D5-E35A-7458-7C89DD20C9F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485B2ED-5ABB-0BF7-4F44-551AEE2034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58313E-0EBE-6C0B-26DC-F87C53FAF0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5685705abc4ee6" /><Relationship Type="http://schemas.openxmlformats.org/officeDocument/2006/relationships/slideLayout" Target="/ppt/slideLayouts/slideLayout1.xml" Id="R3b0d15510a564488" /><Relationship Type="http://schemas.openxmlformats.org/officeDocument/2006/relationships/slideLayout" Target="/ppt/slideLayouts/slideLayout2.xml" Id="R3602d31526674b4e" /><Relationship Type="http://schemas.openxmlformats.org/officeDocument/2006/relationships/slideLayout" Target="/ppt/slideLayouts/slideLayout3.xml" Id="R01ae3ad8a21a47a0" /><Relationship Type="http://schemas.openxmlformats.org/officeDocument/2006/relationships/slideLayout" Target="/ppt/slideLayouts/slideLayout4.xml" Id="R3489c81a3e594d51" /><Relationship Type="http://schemas.openxmlformats.org/officeDocument/2006/relationships/slideLayout" Target="/ppt/slideLayouts/slideLayout5.xml" Id="R216b6b2f31914f2f" /><Relationship Type="http://schemas.openxmlformats.org/officeDocument/2006/relationships/slideLayout" Target="/ppt/slideLayouts/slideLayout6.xml" Id="R050e4c50184f439e" /><Relationship Type="http://schemas.openxmlformats.org/officeDocument/2006/relationships/slideLayout" Target="/ppt/slideLayouts/slideLayout7.xml" Id="Rb13ae06c0e9e448d" /><Relationship Type="http://schemas.openxmlformats.org/officeDocument/2006/relationships/slideLayout" Target="/ppt/slideLayouts/slideLayout8.xml" Id="Ra3d5d8c3b5d8497c" /><Relationship Type="http://schemas.openxmlformats.org/officeDocument/2006/relationships/slideLayout" Target="/ppt/slideLayouts/slideLayout9.xml" Id="Rbaa8a6fb51774a74" /><Relationship Type="http://schemas.openxmlformats.org/officeDocument/2006/relationships/slideLayout" Target="/ppt/slideLayouts/slideLayout10.xml" Id="R2a73414666e24292" /><Relationship Type="http://schemas.openxmlformats.org/officeDocument/2006/relationships/slideLayout" Target="/ppt/slideLayouts/slideLayout11.xml" Id="R3933a053cb6848a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3020A56-B924-6961-72F2-AA95B8266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98753A0-6380-B53E-80B2-FDA7E58662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5D4E82-71AE-D17B-9CC4-1EC433C9396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520AC514-00C7-554D-9581-DF80ECB5DFB1}" type="datetimeFigureOut">
              <a:t>2026/6/25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708FC3-E754-39AF-DDD5-5D2216B73E4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D2B122-0432-25F7-9FF7-01D9C59D787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343EB0DB-ACB7-FA41-B8A5-4570489582B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0d15510a564488"/>
    <p:sldLayoutId xmlns:r="http://schemas.openxmlformats.org/officeDocument/2006/relationships" id="2147483650" r:id="R3602d31526674b4e"/>
    <p:sldLayoutId xmlns:r="http://schemas.openxmlformats.org/officeDocument/2006/relationships" id="2147483651" r:id="R01ae3ad8a21a47a0"/>
    <p:sldLayoutId xmlns:r="http://schemas.openxmlformats.org/officeDocument/2006/relationships" id="2147483652" r:id="R3489c81a3e594d51"/>
    <p:sldLayoutId xmlns:r="http://schemas.openxmlformats.org/officeDocument/2006/relationships" id="2147483653" r:id="R216b6b2f31914f2f"/>
    <p:sldLayoutId xmlns:r="http://schemas.openxmlformats.org/officeDocument/2006/relationships" id="2147483654" r:id="R050e4c50184f439e"/>
    <p:sldLayoutId xmlns:r="http://schemas.openxmlformats.org/officeDocument/2006/relationships" id="2147483655" r:id="Rb13ae06c0e9e448d"/>
    <p:sldLayoutId xmlns:r="http://schemas.openxmlformats.org/officeDocument/2006/relationships" id="2147483656" r:id="Ra3d5d8c3b5d8497c"/>
    <p:sldLayoutId xmlns:r="http://schemas.openxmlformats.org/officeDocument/2006/relationships" id="2147483657" r:id="Rbaa8a6fb51774a74"/>
    <p:sldLayoutId xmlns:r="http://schemas.openxmlformats.org/officeDocument/2006/relationships" id="2147483658" r:id="R2a73414666e24292"/>
    <p:sldLayoutId xmlns:r="http://schemas.openxmlformats.org/officeDocument/2006/relationships" id="2147483659" r:id="R3933a053cb6848a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1bd6951dfe45bc" /><Relationship Type="http://schemas.openxmlformats.org/officeDocument/2006/relationships/image" Target="/ppt/media/image.png" Id="R724d6c40d25446f1" /><Relationship Type="http://schemas.openxmlformats.org/officeDocument/2006/relationships/image" Target="/ppt/media/image2.png" Id="R17bb4025751f42c7" /><Relationship Type="http://schemas.openxmlformats.org/officeDocument/2006/relationships/notesSlide" Target="/ppt/notesSlides/notesSlide1.xml" Id="Re6de4fbdd54747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8f95cf61e94cf2" /><Relationship Type="http://schemas.openxmlformats.org/officeDocument/2006/relationships/image" Target="/ppt/media/image3.png" Id="R47f06390891c4de4" /><Relationship Type="http://schemas.openxmlformats.org/officeDocument/2006/relationships/image" Target="/ppt/media/image2.png" Id="Re9ddbc810ff54025" /><Relationship Type="http://schemas.openxmlformats.org/officeDocument/2006/relationships/image" Target="/ppt/media/image4.png" Id="R7845bd3ed03545e5" /><Relationship Type="http://schemas.openxmlformats.org/officeDocument/2006/relationships/image" Target="/ppt/media/image5.png" Id="Racf8cd313eea4ef9" /><Relationship Type="http://schemas.openxmlformats.org/officeDocument/2006/relationships/notesSlide" Target="/ppt/notesSlides/notesSlide2.xml" Id="R1570a74432044b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0ae600c394461e" /><Relationship Type="http://schemas.openxmlformats.org/officeDocument/2006/relationships/image" Target="/ppt/media/image6.png" Id="R7caed105c57a4e38" /><Relationship Type="http://schemas.openxmlformats.org/officeDocument/2006/relationships/image" Target="/ppt/media/image7.png" Id="R8ffa7e1be2234451" /><Relationship Type="http://schemas.openxmlformats.org/officeDocument/2006/relationships/image" Target="/ppt/media/image8.png" Id="R22850d8f8a8f4b2d" /><Relationship Type="http://schemas.openxmlformats.org/officeDocument/2006/relationships/notesSlide" Target="/ppt/notesSlides/notesSlide3.xml" Id="R0d5af10960d149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4db856a69f4eb0" /><Relationship Type="http://schemas.openxmlformats.org/officeDocument/2006/relationships/image" Target="/ppt/media/image9.png" Id="Rb43899026e864ef4" /><Relationship Type="http://schemas.openxmlformats.org/officeDocument/2006/relationships/image" Target="/ppt/media/image8.png" Id="R012e691004d24e09" /><Relationship Type="http://schemas.openxmlformats.org/officeDocument/2006/relationships/image" Target="/ppt/media/image4.png" Id="R9126e199805c4646" /><Relationship Type="http://schemas.openxmlformats.org/officeDocument/2006/relationships/image" Target="/ppt/media/image5.png" Id="Rb7c8795e59094ac8" /><Relationship Type="http://schemas.openxmlformats.org/officeDocument/2006/relationships/notesSlide" Target="/ppt/notesSlides/notesSlide4.xml" Id="Re3c3b99ce23d41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73795eb6c04d5c" /><Relationship Type="http://schemas.openxmlformats.org/officeDocument/2006/relationships/image" Target="/ppt/media/image10.png" Id="R14a9fdf31c154b85" /><Relationship Type="http://schemas.openxmlformats.org/officeDocument/2006/relationships/image" Target="/ppt/media/image7.png" Id="Rf54899596e9540d0" /><Relationship Type="http://schemas.openxmlformats.org/officeDocument/2006/relationships/image" Target="/ppt/media/image11.png" Id="R27d6a9f7f8014ce1" /><Relationship Type="http://schemas.openxmlformats.org/officeDocument/2006/relationships/image" Target="/ppt/media/image8.png" Id="R06924393f19a459c" /><Relationship Type="http://schemas.openxmlformats.org/officeDocument/2006/relationships/image" Target="/ppt/media/image4.png" Id="R77e5be20fa014566" /><Relationship Type="http://schemas.openxmlformats.org/officeDocument/2006/relationships/image" Target="/ppt/media/image5.png" Id="R22aa7d699d1c414d" /><Relationship Type="http://schemas.openxmlformats.org/officeDocument/2006/relationships/notesSlide" Target="/ppt/notesSlides/notesSlide5.xml" Id="R1ef1f82d473446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d9829b660948e9" /><Relationship Type="http://schemas.openxmlformats.org/officeDocument/2006/relationships/image" Target="/ppt/media/image12.png" Id="Ra63b6148d227495b" /><Relationship Type="http://schemas.openxmlformats.org/officeDocument/2006/relationships/image" Target="/ppt/media/image13.png" Id="R5dc6adf477354993" /><Relationship Type="http://schemas.openxmlformats.org/officeDocument/2006/relationships/image" Target="/ppt/media/image14.png" Id="R24c4c5bb8ac64ded" /><Relationship Type="http://schemas.openxmlformats.org/officeDocument/2006/relationships/image" Target="/ppt/media/image5.png" Id="R3abdad02431c4da3" /><Relationship Type="http://schemas.openxmlformats.org/officeDocument/2006/relationships/image" Target="/ppt/media/image15.png" Id="R94ef052547124139" /><Relationship Type="http://schemas.openxmlformats.org/officeDocument/2006/relationships/image" Target="/ppt/media/image4.png" Id="Re01bf0e79c604efd" /><Relationship Type="http://schemas.openxmlformats.org/officeDocument/2006/relationships/notesSlide" Target="/ppt/notesSlides/notesSlide6.xml" Id="Rb2ec52d8069342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c579178b8b4bc2" /><Relationship Type="http://schemas.openxmlformats.org/officeDocument/2006/relationships/image" Target="/ppt/media/image16.png" Id="Rf57279cb55874816" /><Relationship Type="http://schemas.openxmlformats.org/officeDocument/2006/relationships/image" Target="/ppt/media/image8.png" Id="R34b05a0a155744de" /><Relationship Type="http://schemas.openxmlformats.org/officeDocument/2006/relationships/image" Target="/ppt/media/image2.png" Id="R3542f3462f574ec9" /><Relationship Type="http://schemas.openxmlformats.org/officeDocument/2006/relationships/image" Target="/ppt/media/image4.png" Id="R96d4f17227554d3e" /><Relationship Type="http://schemas.openxmlformats.org/officeDocument/2006/relationships/image" Target="/ppt/media/image5.png" Id="R276243046f4745c8" /><Relationship Type="http://schemas.openxmlformats.org/officeDocument/2006/relationships/image" Target="/ppt/media/image17.png" Id="Rbaf649933ce04708" /><Relationship Type="http://schemas.openxmlformats.org/officeDocument/2006/relationships/notesSlide" Target="/ppt/notesSlides/notesSlide7.xml" Id="Rd8fa451ae08742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5A5821CB-9634-418C-9346-B7EB901F91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d6c40d25446f1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5687F4C4-505F-4FF5-9859-8A18810983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b4025751f42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692" y="647236"/>
            <a:ext cx="4251158" cy="5363959"/>
          </a:xfrm>
          <a:prstGeom xmlns:a="http://schemas.openxmlformats.org/drawingml/2006/main" prst="rect">
            <a:avLst/>
          </a:prstGeom>
        </p:spPr>
      </p:pic>
      <p:sp>
        <p:nvSpPr>
          <p:cNvPr id="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432E87CC-64D4-4EBE-8289-9D26B8E8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Zoe.</a:t>
            </a:r>
          </a:p>
        </p:txBody>
      </p:sp>
    </p:spTree>
    <p:extLst>
      <p:ext uri="{BB962C8B-B14F-4D97-AF65-F5344CB8AC3E}">
        <p14:creationId xmlns:p14="http://schemas.microsoft.com/office/powerpoint/2010/main" val="31102329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3B9152EB-021D-4102-8FFC-6DE5C27DE7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f06390891c4de4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DB65B3CC-BBAF-40FC-8C5B-E0678CD56F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dbc810ff540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81692" y="647236"/>
            <a:ext cx="4251158" cy="5363959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FBD1A727-9442-4362-8C03-55C147B55E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5bd3ed03545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94607" y="4266090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7439A0C0-7BE6-41B9-9BDC-0040824982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8cd313eea4ef9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44417" y="4288421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269C1881-472B-4D67-9654-BD17802732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8cd313eea4ef9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8856" y="4266089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04157753-22C3-43F5-A951-B2BFC7E0D4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8cd313eea4ef9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9651" y="4215906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87AB1520-DF27-4B63-9F24-D16574336E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8cd313eea4ef9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8367" y="4183642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0B76C2CA-7C74-427E-AF27-20061E9000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8cd313eea4ef9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8578" y="4199774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5C85275A-CFFA-4B1E-ADD2-CF86614461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8cd313eea4ef9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5948" y="4120919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2810DE15-4578-4BFC-BB73-A82944F71B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8cd313eea4ef9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30676" y="4087761"/>
            <a:ext cx="457200" cy="224025"/>
          </a:xfrm>
          <a:prstGeom xmlns:a="http://schemas.openxmlformats.org/drawingml/2006/main" prst="rect">
            <a:avLst/>
          </a:prstGeom>
        </p:spPr>
      </p:pic>
      <p:sp>
        <p:nvSpPr>
          <p:cNvPr id="1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7921D45-8EF5-4746-A4B2-3BE762B6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Zoe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79C1260C-7D17-400A-96DA-AE1D319848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ed105c57a4e38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74C57B0B-5BEB-4CE7-A231-E794A14FBD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a7e1be22344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6422" y="392428"/>
            <a:ext cx="4101698" cy="5618767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2A479911-C807-476D-8F08-9EB48E35E0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50d8f8a8f4b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6423" y="391382"/>
            <a:ext cx="4101697" cy="5343860"/>
          </a:xfrm>
          <a:prstGeom xmlns:a="http://schemas.openxmlformats.org/drawingml/2006/main" prst="rect">
            <a:avLst/>
          </a:prstGeom>
        </p:spPr>
      </p:pic>
      <p:sp>
        <p:nvSpPr>
          <p:cNvPr id="6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6AA1A1D3-6766-41C2-9991-D15A42D8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Rex.</a:t>
            </a:r>
          </a:p>
        </p:txBody>
      </p:sp>
    </p:spTree>
    <p:extLst>
      <p:ext uri="{BB962C8B-B14F-4D97-AF65-F5344CB8AC3E}">
        <p14:creationId xmlns:p14="http://schemas.microsoft.com/office/powerpoint/2010/main" val="4288959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EBC8B8A4-2B29-478B-B4B4-BDFB58A370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899026e864ef4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47DF4366-B4DB-4DCC-BE85-43DBE1F17F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e691004d24e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6423" y="391382"/>
            <a:ext cx="4101697" cy="534386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5433BD3C-6265-495C-8B50-C5C0E80820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6e199805c46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6422" y="4192158"/>
            <a:ext cx="1265473" cy="392804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9AD00074-01C6-4B59-A351-25289A66C4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8795e59094ac8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5816" y="4236479"/>
            <a:ext cx="563206" cy="275967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BA96F202-1767-4DEB-A47F-5162DFC89E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8795e59094ac8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2850" y="4214147"/>
            <a:ext cx="563206" cy="275967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B2010802-5017-42D2-B32A-8A46CB43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Rex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8140901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5C3BEB8D-FB66-455F-842D-8993F6DE0B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9fdf31c154b85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A5569E36-D198-4500-BB53-D0D327E90D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899596e9540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5426" y="219390"/>
            <a:ext cx="4101698" cy="5618767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9D108306-C01B-4213-BBB3-0E9E392AEF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6a9f7f8014c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0498" y="566405"/>
            <a:ext cx="3464364" cy="5271752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0C840B50-5893-4F02-BC85-C656FB9053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24393f19a45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6014" y="230965"/>
            <a:ext cx="4101697" cy="534386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368C6E51-CBBF-41D8-9784-1B00BE51C7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5be20fa0145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45803" y="4027991"/>
            <a:ext cx="1384165" cy="429646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2105333C-FF9A-4A6E-B32B-AE74CAC3B1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a7d699d1c414d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31613" y="4060938"/>
            <a:ext cx="616031" cy="301851"/>
          </a:xfrm>
          <a:prstGeom xmlns:a="http://schemas.openxmlformats.org/drawingml/2006/main" prst="rect">
            <a:avLst/>
          </a:prstGeom>
        </p:spPr>
      </p:pic>
      <p:pic>
        <p:nvPicPr>
          <p:cNvPr id="10" name="Picture 9">
            <a:extLst xmlns:a="http://schemas.openxmlformats.org/drawingml/2006/main">
              <a:ext uri="{FF2B5EF4-FFF2-40B4-BE49-F238E27FC236}">
                <a16:creationId xmlns:a16="http://schemas.microsoft.com/office/drawing/2014/main" id="{B151B57B-C31E-4A6B-8509-D9F81FFC54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a7d699d1c414d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8098" y="4060938"/>
            <a:ext cx="616031" cy="301851"/>
          </a:xfrm>
          <a:prstGeom xmlns:a="http://schemas.openxmlformats.org/drawingml/2006/main" prst="rect">
            <a:avLst/>
          </a:prstGeom>
        </p:spPr>
      </p:pic>
      <p:sp>
        <p:nvSpPr>
          <p:cNvPr id="1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DA8A96C-F9A2-4BA2-84B1-CB0F1E01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Zoe wants Rex to have fewer cookies.</a:t>
            </a:r>
          </a:p>
        </p:txBody>
      </p:sp>
    </p:spTree>
    <p:extLst>
      <p:ext uri="{BB962C8B-B14F-4D97-AF65-F5344CB8AC3E}">
        <p14:creationId xmlns:p14="http://schemas.microsoft.com/office/powerpoint/2010/main" val="34998812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776301A7-014E-4420-9C9E-06FBA6345F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b6148d227495b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0DD3FF00-6951-4038-8454-F7AD26B786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6adf4773549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9748" y="0"/>
            <a:ext cx="4469350" cy="5625892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A7AB7420-1125-46CF-92E8-F51A36583A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4c5bb8ac64d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25411" y="212265"/>
            <a:ext cx="4101727" cy="5625892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B9E70DF0-8B45-4F9E-99E8-2185012215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dad02431c4d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881285">
            <a:off x="6623832" y="2285536"/>
            <a:ext cx="1513411" cy="762942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0482054F-3CFE-4978-979F-311FA92EDC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f052547124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06380" y="318445"/>
            <a:ext cx="3034947" cy="5185176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>
            <a:extLst xmlns:a="http://schemas.openxmlformats.org/drawingml/2006/main">
              <a:ext uri="{FF2B5EF4-FFF2-40B4-BE49-F238E27FC236}">
                <a16:creationId xmlns:a16="http://schemas.microsoft.com/office/drawing/2014/main" id="{C5C6793C-F1EB-4101-8063-33FD7CC85A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bf0e79c604e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02680" y="3993267"/>
            <a:ext cx="1027288" cy="41807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7CC20884-0876-4130-8089-3ED87F14F8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dad02431c4d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881285">
            <a:off x="6756263" y="2741578"/>
            <a:ext cx="1513411" cy="762942"/>
          </a:xfrm>
          <a:prstGeom xmlns:a="http://schemas.openxmlformats.org/drawingml/2006/main" prst="rect">
            <a:avLst/>
          </a:prstGeom>
        </p:spPr>
      </p:pic>
      <p:sp>
        <p:nvSpPr>
          <p:cNvPr id="19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DD9DE746-C169-48EA-9F9D-C01A74F6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Zoe throws 2 of Rex’s cookies!</a:t>
            </a:r>
          </a:p>
        </p:txBody>
      </p:sp>
    </p:spTree>
    <p:extLst>
      <p:ext uri="{BB962C8B-B14F-4D97-AF65-F5344CB8AC3E}">
        <p14:creationId xmlns:p14="http://schemas.microsoft.com/office/powerpoint/2010/main" val="34563279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22">
            <a:extLst xmlns:a="http://schemas.openxmlformats.org/drawingml/2006/main">
              <a:ext uri="{FF2B5EF4-FFF2-40B4-BE49-F238E27FC236}">
                <a16:creationId xmlns:a16="http://schemas.microsoft.com/office/drawing/2014/main" id="{09DE809D-9EC0-423F-B1E2-C7105D4EE7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279cb55874816">
            <a:alphaModFix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" name="Picture 4">
            <a:extLst xmlns:a="http://schemas.openxmlformats.org/drawingml/2006/main">
              <a:ext uri="{FF2B5EF4-FFF2-40B4-BE49-F238E27FC236}">
                <a16:creationId xmlns:a16="http://schemas.microsoft.com/office/drawing/2014/main" id="{9EDA674E-C584-48B0-819D-E5B73D4BDF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05a0a155744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0807" y="285732"/>
            <a:ext cx="4101697" cy="5343860"/>
          </a:xfrm>
          <a:prstGeom xmlns:a="http://schemas.openxmlformats.org/drawingml/2006/main" prst="rect">
            <a:avLst/>
          </a:prstGeom>
        </p:spPr>
      </p:pic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2147BAB5-6EF1-479F-9AFD-66DA69C632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2f3462f574e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2900" y="405646"/>
            <a:ext cx="4251158" cy="5363959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D152842B-3202-46BE-8B83-CF34A2D431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4f17227554d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5815" y="4024500"/>
            <a:ext cx="1027288" cy="318871"/>
          </a:xfrm>
          <a:prstGeom xmlns:a="http://schemas.openxmlformats.org/drawingml/2006/main" prst="rect">
            <a:avLst/>
          </a:prstGeom>
        </p:spPr>
      </p:pic>
      <p:pic>
        <p:nvPicPr>
          <p:cNvPr id="6" name="Picture 5">
            <a:extLst xmlns:a="http://schemas.openxmlformats.org/drawingml/2006/main">
              <a:ext uri="{FF2B5EF4-FFF2-40B4-BE49-F238E27FC236}">
                <a16:creationId xmlns:a16="http://schemas.microsoft.com/office/drawing/2014/main" id="{0F1F175E-7927-4FEE-A9BC-31F35C7C34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243046f4745c8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85625" y="4046831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EE0368CB-309C-40D8-85AD-71C8DE19D3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243046f4745c8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10064" y="4024499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9" name="Picture 8">
            <a:extLst xmlns:a="http://schemas.openxmlformats.org/drawingml/2006/main">
              <a:ext uri="{FF2B5EF4-FFF2-40B4-BE49-F238E27FC236}">
                <a16:creationId xmlns:a16="http://schemas.microsoft.com/office/drawing/2014/main" id="{68E037E4-BB91-4174-8ADB-F29B69A2D4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243046f4745c8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20859" y="3974316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19F59238-B51B-48E1-86D5-9BFC153B7B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243046f4745c8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9575" y="3942052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1889FCE7-7B68-4131-9843-CC908D0FCB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243046f4745c8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89786" y="3958184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050C386F-337B-4AA2-911E-4BC2BB40D0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649933ce047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6304720" y="5050421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1738777F-DBEE-4373-A4AE-E54124276A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649933ce047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5956284" y="4915409"/>
            <a:ext cx="812666" cy="411363"/>
          </a:xfrm>
          <a:prstGeom xmlns:a="http://schemas.openxmlformats.org/drawingml/2006/main" prst="rect">
            <a:avLst/>
          </a:prstGeom>
        </p:spPr>
      </p:pic>
      <p:pic>
        <p:nvPicPr>
          <p:cNvPr id="24" name="Picture 23">
            <a:extLst xmlns:a="http://schemas.openxmlformats.org/drawingml/2006/main">
              <a:ext uri="{FF2B5EF4-FFF2-40B4-BE49-F238E27FC236}">
                <a16:creationId xmlns:a16="http://schemas.microsoft.com/office/drawing/2014/main" id="{47507A32-00FF-4CF5-AB5A-1E2CFACB65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4f17227554d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6849" y="4036689"/>
            <a:ext cx="1027288" cy="433137"/>
          </a:xfrm>
          <a:prstGeom xmlns:a="http://schemas.openxmlformats.org/drawingml/2006/main" prst="rect">
            <a:avLst/>
          </a:prstGeom>
        </p:spPr>
      </p:pic>
      <p:pic>
        <p:nvPicPr>
          <p:cNvPr id="32" name="Picture 31">
            <a:extLst xmlns:a="http://schemas.openxmlformats.org/drawingml/2006/main">
              <a:ext uri="{FF2B5EF4-FFF2-40B4-BE49-F238E27FC236}">
                <a16:creationId xmlns:a16="http://schemas.microsoft.com/office/drawing/2014/main" id="{8A530422-5A3F-489C-965B-C1D0823AD4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243046f4745c8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7796" y="3867313"/>
            <a:ext cx="457200" cy="224025"/>
          </a:xfrm>
          <a:prstGeom xmlns:a="http://schemas.openxmlformats.org/drawingml/2006/main" prst="rect">
            <a:avLst/>
          </a:prstGeom>
        </p:spPr>
      </p:pic>
      <p:pic>
        <p:nvPicPr>
          <p:cNvPr id="33" name="Picture 32">
            <a:extLst xmlns:a="http://schemas.openxmlformats.org/drawingml/2006/main">
              <a:ext uri="{FF2B5EF4-FFF2-40B4-BE49-F238E27FC236}">
                <a16:creationId xmlns:a16="http://schemas.microsoft.com/office/drawing/2014/main" id="{7D9F18D1-396D-44F8-A823-C86BA18674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243046f4745c8"/>
          <a:srcRect xmlns:a="http://schemas.openxmlformats.org/drawingml/2006/main" l="31309" t="37775" r="29949" b="245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70103" y="3835049"/>
            <a:ext cx="457200" cy="224025"/>
          </a:xfrm>
          <a:prstGeom xmlns:a="http://schemas.openxmlformats.org/drawingml/2006/main" prst="rect">
            <a:avLst/>
          </a:prstGeom>
        </p:spPr>
      </p:pic>
      <p:sp>
        <p:nvSpPr>
          <p:cNvPr id="3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FF672A8B-3E4C-4AFE-82E6-82F0BD52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Zoe still has 8 cookies. Rex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45169055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2026-10-11T18:00:37.2120000Z</dcterms:created>
  <dcterms:modified xsi:type="dcterms:W3CDTF">2026-10-11T18:00:37.2120000Z</dcterms:modified>
</coreProperties>
</file>