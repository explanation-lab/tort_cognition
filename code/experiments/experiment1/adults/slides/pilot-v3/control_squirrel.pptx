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3751bb8f11432e" /><Relationship Type="http://schemas.openxmlformats.org/officeDocument/2006/relationships/extended-properties" Target="/docProps/app.xml" Id="R847a41fbe012477e" /><Relationship Type="http://schemas.openxmlformats.org/officeDocument/2006/relationships/officeDocument" Target="/ppt/presentation.xml" Id="Raaf1e43c98b6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45c370a7fc469b"/>
  </p:sldMasterIdLst>
  <p:notesMasterIdLst>
    <p:notesMasterId xmlns:r="http://schemas.openxmlformats.org/officeDocument/2006/relationships" r:id="R095e0c5b8bce438d"/>
  </p:notesMasterIdLst>
  <p:sldIdLst>
    <p:sldId xmlns:r="http://schemas.openxmlformats.org/officeDocument/2006/relationships" id="256" r:id="Rc083def9e89a4a08"/>
    <p:sldId xmlns:r="http://schemas.openxmlformats.org/officeDocument/2006/relationships" id="257" r:id="R745d4cb5a4ce46f3"/>
    <p:sldId xmlns:r="http://schemas.openxmlformats.org/officeDocument/2006/relationships" id="258" r:id="R5ae1785cc0134fff"/>
    <p:sldId xmlns:r="http://schemas.openxmlformats.org/officeDocument/2006/relationships" id="259" r:id="Rbecb41a4b8584082"/>
    <p:sldId xmlns:r="http://schemas.openxmlformats.org/officeDocument/2006/relationships" id="260" r:id="Rc252328bb3f04fb0"/>
    <p:sldId xmlns:r="http://schemas.openxmlformats.org/officeDocument/2006/relationships" id="261" r:id="Rf05b470e9b2b4ee4"/>
    <p:sldId xmlns:r="http://schemas.openxmlformats.org/officeDocument/2006/relationships" id="262" r:id="R84034205c23d4047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30d68c1d944bc5" /><Relationship Type="http://schemas.openxmlformats.org/officeDocument/2006/relationships/slideMaster" Target="/ppt/slideMasters/slideMaster1.xml" Id="Rfa45c370a7fc469b" /><Relationship Type="http://schemas.openxmlformats.org/officeDocument/2006/relationships/notesMaster" Target="/ppt/notesMasters/notesMaster1.xml" Id="R095e0c5b8bce438d" /><Relationship Type="http://schemas.openxmlformats.org/officeDocument/2006/relationships/presProps" Target="/ppt/presProps.xml" Id="Rb2d6a95127574a8c" /><Relationship Type="http://schemas.openxmlformats.org/officeDocument/2006/relationships/viewProps" Target="/ppt/viewProps.xml" Id="Rcc610b717309488b" /><Relationship Type="http://schemas.openxmlformats.org/officeDocument/2006/relationships/tableStyles" Target="/ppt/tableStyles.xml" Id="R292823a64c7b4dad" /><Relationship Type="http://schemas.openxmlformats.org/officeDocument/2006/relationships/slide" Target="/ppt/slides/slide1.xml" Id="Rc083def9e89a4a08" /><Relationship Type="http://schemas.openxmlformats.org/officeDocument/2006/relationships/slide" Target="/ppt/slides/slide2.xml" Id="R745d4cb5a4ce46f3" /><Relationship Type="http://schemas.openxmlformats.org/officeDocument/2006/relationships/slide" Target="/ppt/slides/slide3.xml" Id="R5ae1785cc0134fff" /><Relationship Type="http://schemas.openxmlformats.org/officeDocument/2006/relationships/slide" Target="/ppt/slides/slide4.xml" Id="Rbecb41a4b8584082" /><Relationship Type="http://schemas.openxmlformats.org/officeDocument/2006/relationships/slide" Target="/ppt/slides/slide5.xml" Id="Rc252328bb3f04fb0" /><Relationship Type="http://schemas.openxmlformats.org/officeDocument/2006/relationships/slide" Target="/ppt/slides/slide6.xml" Id="Rf05b470e9b2b4ee4" /><Relationship Type="http://schemas.openxmlformats.org/officeDocument/2006/relationships/slide" Target="/ppt/slides/slide7.xml" Id="R84034205c23d40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c1d94afcd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110b9847c48ab" /><Relationship Type="http://schemas.openxmlformats.org/officeDocument/2006/relationships/notesMaster" Target="/ppt/notesMasters/notesMaster1.xml" Id="R5d320dbfb465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33ace6c3b249d1" /><Relationship Type="http://schemas.openxmlformats.org/officeDocument/2006/relationships/notesMaster" Target="/ppt/notesMasters/notesMaster1.xml" Id="R1327cce559974c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277ee6e7404e35" /><Relationship Type="http://schemas.openxmlformats.org/officeDocument/2006/relationships/notesMaster" Target="/ppt/notesMasters/notesMaster1.xml" Id="R3b462508192947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263aabc244d21" /><Relationship Type="http://schemas.openxmlformats.org/officeDocument/2006/relationships/notesMaster" Target="/ppt/notesMasters/notesMaster1.xml" Id="R54f5b3df9e074c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237036921641a8" /><Relationship Type="http://schemas.openxmlformats.org/officeDocument/2006/relationships/notesMaster" Target="/ppt/notesMasters/notesMaster1.xml" Id="R2af372be0fee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e3ab5fcb424c09" /><Relationship Type="http://schemas.openxmlformats.org/officeDocument/2006/relationships/notesMaster" Target="/ppt/notesMasters/notesMaster1.xml" Id="R2e164e3d0e5b45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5ebac4d377433d" /><Relationship Type="http://schemas.openxmlformats.org/officeDocument/2006/relationships/notesMaster" Target="/ppt/notesMasters/notesMaster1.xml" Id="R039020b79a904f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91eaed5b748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1d34c144e48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16f41151f49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2b1fdc02142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b504078194e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9f16d4e64406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51bc778d2479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0d6f77066f441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2e141cbeb49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512a9b2604b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b9f7587ac479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580FCF-407B-203F-BD5E-7AE432A7069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1304F00-41B5-C265-0CF2-0D1EB91D9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D51CC-61F7-102B-5982-CB8ED20CF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867420-5A5F-77DC-6ED4-DAD06112BD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B49F74-F0D6-C93F-B474-4BB4F0A2F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6E58DE-2CC2-90F7-932C-ED578D1EAD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D90F155-CD49-FF46-A910-EBE0EF4541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F8CDE57-D586-164A-00C2-4D105A5949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D6ED3A-7CC7-AB3C-5348-D8D2507143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3C04FB-FD51-B1C3-269B-CEF698FD5B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4B9C9F-DD4E-B823-3C97-E3E4273DE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C908F4-B8F1-6958-8345-4990D7353B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CF32D5-8419-C290-7B57-149CA3698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AFF7A8-675C-6955-3AA7-86B3D95C0C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FE4D17-1835-1856-D762-AC8CEB3F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0E1FFBD-00BB-BB96-580C-FB69EC7D3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7656FD8-26D3-B57A-0B52-C449B29482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AF7001-47B7-9C29-B564-5B6AAA30D5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A553E7-FC40-5060-93EA-BF12C704C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4CFFF26-DE73-46EA-C794-3092CFEB8A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865D62-F84F-0DF6-F90A-6FED683A15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1FA501-9122-819F-1AC2-D5BAB4927D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029A8C-3341-2A8E-9C19-21500D8B8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136758-6871-837D-F1A0-5D84772A0D9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C1D8030-D568-AFC2-0042-854FC46F4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F7532BC-4215-EE3C-F65E-44DCC78B112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893C098-5065-669D-FE2E-385BDF5C1D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847B35A-C158-5C49-1E8D-110B789C1C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BEE09F0-C30C-3AC9-E872-FBF4A28C9F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BFAC30-3BC3-8C9E-8CA8-0415CF18E1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88E65DB-6F23-0067-8402-66CE6F6F1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897D977-9441-B359-D0CE-9BACB1C400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21656DB-E979-738B-0847-7332167FA2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85674C-ED51-41D7-86A5-E161ED046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99EE67D-3403-1EDD-6EF1-846CACDF7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41582F9-ACE6-30BD-B738-8191A2D25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32684B-12F3-323D-142B-4DF8B4BBF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B969D0-34A5-37A1-354B-49195179D3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09A5247-2524-8137-B7B5-A5CE6F648A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EB1219-7418-56CF-1D86-63645473BD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7DEAB6E-6A08-3CCA-50A1-721CB3836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2102C54-55C1-F70B-1306-517A317152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F0A523-B4A1-B7CD-4C74-48BAEA829A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C7C37A-AF02-C7E4-4A3B-17801E97F22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C72D0D-D4D5-07BE-180C-D7AAE8376C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3650CF6-75DC-2B11-24E6-2FD26F7CE9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72B1EB-57CC-09D9-7A2E-AD6F637BD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4962FE8-4643-794B-86B0-34AA231DC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F681EB-B7A7-2F2A-089E-99F33BDED1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4AA95D-A571-AA1E-819B-4BAA0DBB7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EEC448-CC93-F10D-C8FC-BFB622367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5D6A14-F01C-DAAD-CEB5-47B407E2DF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20A623-F028-844E-ADE8-98DC94C828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E053FD-192D-65BA-6D39-8CDFBE48B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21EC91-2A7A-435D-3680-951964BBFE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07D0A25-3C42-A769-AEBD-CE5A7D371E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9FFD41-6EB9-CA7A-2FFE-60B8E322D7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73E168-1FBA-ADED-DF3C-FEDB04C220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cf00e2164d4f67" /><Relationship Type="http://schemas.openxmlformats.org/officeDocument/2006/relationships/slideLayout" Target="/ppt/slideLayouts/slideLayout1.xml" Id="R1f8feb6195e04201" /><Relationship Type="http://schemas.openxmlformats.org/officeDocument/2006/relationships/slideLayout" Target="/ppt/slideLayouts/slideLayout2.xml" Id="Rfca553db254f4c2f" /><Relationship Type="http://schemas.openxmlformats.org/officeDocument/2006/relationships/slideLayout" Target="/ppt/slideLayouts/slideLayout3.xml" Id="Rd43b3c80a63147ed" /><Relationship Type="http://schemas.openxmlformats.org/officeDocument/2006/relationships/slideLayout" Target="/ppt/slideLayouts/slideLayout4.xml" Id="R62b16ceb043c47ff" /><Relationship Type="http://schemas.openxmlformats.org/officeDocument/2006/relationships/slideLayout" Target="/ppt/slideLayouts/slideLayout5.xml" Id="R8bc8efd09ef54bc4" /><Relationship Type="http://schemas.openxmlformats.org/officeDocument/2006/relationships/slideLayout" Target="/ppt/slideLayouts/slideLayout6.xml" Id="Rfc4295c40b2e4e26" /><Relationship Type="http://schemas.openxmlformats.org/officeDocument/2006/relationships/slideLayout" Target="/ppt/slideLayouts/slideLayout7.xml" Id="R781487c044b94016" /><Relationship Type="http://schemas.openxmlformats.org/officeDocument/2006/relationships/slideLayout" Target="/ppt/slideLayouts/slideLayout8.xml" Id="Ra5d92dab1d3142fe" /><Relationship Type="http://schemas.openxmlformats.org/officeDocument/2006/relationships/slideLayout" Target="/ppt/slideLayouts/slideLayout9.xml" Id="Rb0fe7ffeb9d44e3a" /><Relationship Type="http://schemas.openxmlformats.org/officeDocument/2006/relationships/slideLayout" Target="/ppt/slideLayouts/slideLayout10.xml" Id="Rbb8e1ca8479d4439" /><Relationship Type="http://schemas.openxmlformats.org/officeDocument/2006/relationships/slideLayout" Target="/ppt/slideLayouts/slideLayout11.xml" Id="Ref5f87a264e841d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1E93382-66AD-60FE-D8AD-6B9F00C761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CB29AE-0E97-9874-C056-48596C87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CE9EA4-F0C2-BAB8-5959-B33C94BC5DE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6EFDB4A-8EE4-1645-ADF0-31732329A8FA}" type="datetimeFigureOut">
              <a:t>2026/5/29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74E6C4-22F5-1E69-4BDB-687DC67A68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7780A8-7096-9474-CA42-9DE3291DCDD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DB4BD08-D936-8240-A9BE-01FD1B6AEE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8feb6195e04201"/>
    <p:sldLayoutId xmlns:r="http://schemas.openxmlformats.org/officeDocument/2006/relationships" id="2147483650" r:id="Rfca553db254f4c2f"/>
    <p:sldLayoutId xmlns:r="http://schemas.openxmlformats.org/officeDocument/2006/relationships" id="2147483651" r:id="Rd43b3c80a63147ed"/>
    <p:sldLayoutId xmlns:r="http://schemas.openxmlformats.org/officeDocument/2006/relationships" id="2147483652" r:id="R62b16ceb043c47ff"/>
    <p:sldLayoutId xmlns:r="http://schemas.openxmlformats.org/officeDocument/2006/relationships" id="2147483653" r:id="R8bc8efd09ef54bc4"/>
    <p:sldLayoutId xmlns:r="http://schemas.openxmlformats.org/officeDocument/2006/relationships" id="2147483654" r:id="Rfc4295c40b2e4e26"/>
    <p:sldLayoutId xmlns:r="http://schemas.openxmlformats.org/officeDocument/2006/relationships" id="2147483655" r:id="R781487c044b94016"/>
    <p:sldLayoutId xmlns:r="http://schemas.openxmlformats.org/officeDocument/2006/relationships" id="2147483656" r:id="Ra5d92dab1d3142fe"/>
    <p:sldLayoutId xmlns:r="http://schemas.openxmlformats.org/officeDocument/2006/relationships" id="2147483657" r:id="Rb0fe7ffeb9d44e3a"/>
    <p:sldLayoutId xmlns:r="http://schemas.openxmlformats.org/officeDocument/2006/relationships" id="2147483658" r:id="Rbb8e1ca8479d4439"/>
    <p:sldLayoutId xmlns:r="http://schemas.openxmlformats.org/officeDocument/2006/relationships" id="2147483659" r:id="Ref5f87a264e841d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7e37e0ffea47f9" /><Relationship Type="http://schemas.openxmlformats.org/officeDocument/2006/relationships/image" Target="/ppt/media/image.png" Id="R96d4768a974c419d" /><Relationship Type="http://schemas.openxmlformats.org/officeDocument/2006/relationships/image" Target="/ppt/media/image2.png" Id="Rbff81303d6a94d2d" /><Relationship Type="http://schemas.openxmlformats.org/officeDocument/2006/relationships/notesSlide" Target="/ppt/notesSlides/notesSlide1.xml" Id="R53112443225a47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9bd96938c451f" /><Relationship Type="http://schemas.openxmlformats.org/officeDocument/2006/relationships/image" Target="/ppt/media/image3.png" Id="Re22ddc605b9945c9" /><Relationship Type="http://schemas.openxmlformats.org/officeDocument/2006/relationships/image" Target="/ppt/media/image2.png" Id="Rb3e8910b850a4f41" /><Relationship Type="http://schemas.openxmlformats.org/officeDocument/2006/relationships/image" Target="/ppt/media/image4.png" Id="Ra9c552c3f44d4230" /><Relationship Type="http://schemas.openxmlformats.org/officeDocument/2006/relationships/image" Target="/ppt/media/image5.png" Id="Rddb278f864de42f3" /><Relationship Type="http://schemas.openxmlformats.org/officeDocument/2006/relationships/notesSlide" Target="/ppt/notesSlides/notesSlide2.xml" Id="Rc05c51b0b80646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bda9fe577d4f73" /><Relationship Type="http://schemas.openxmlformats.org/officeDocument/2006/relationships/image" Target="/ppt/media/image6.png" Id="R15d077deb20b4d9f" /><Relationship Type="http://schemas.openxmlformats.org/officeDocument/2006/relationships/image" Target="/ppt/media/image7.png" Id="Rcb165e62c755425d" /><Relationship Type="http://schemas.openxmlformats.org/officeDocument/2006/relationships/notesSlide" Target="/ppt/notesSlides/notesSlide3.xml" Id="R172df11baa734b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8eb06d9134afd" /><Relationship Type="http://schemas.openxmlformats.org/officeDocument/2006/relationships/image" Target="/ppt/media/image8.png" Id="R3bc7fb82982c47f1" /><Relationship Type="http://schemas.openxmlformats.org/officeDocument/2006/relationships/image" Target="/ppt/media/image7.png" Id="Re21e6dea69624d49" /><Relationship Type="http://schemas.openxmlformats.org/officeDocument/2006/relationships/image" Target="/ppt/media/image4.png" Id="Rdf2fce12bba344d4" /><Relationship Type="http://schemas.openxmlformats.org/officeDocument/2006/relationships/image" Target="/ppt/media/image5.png" Id="R3256617bd73145bd" /><Relationship Type="http://schemas.openxmlformats.org/officeDocument/2006/relationships/notesSlide" Target="/ppt/notesSlides/notesSlide4.xml" Id="Raeb04114b79a4a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46973963b64811" /><Relationship Type="http://schemas.openxmlformats.org/officeDocument/2006/relationships/image" Target="/ppt/media/image9.png" Id="Rcb26075732534568" /><Relationship Type="http://schemas.openxmlformats.org/officeDocument/2006/relationships/image" Target="/ppt/media/image4.png" Id="R292dfc0573464da9" /><Relationship Type="http://schemas.openxmlformats.org/officeDocument/2006/relationships/image" Target="/ppt/media/image5.png" Id="R85ac14610f7e450b" /><Relationship Type="http://schemas.openxmlformats.org/officeDocument/2006/relationships/image" Target="/ppt/media/image10.png" Id="R1ab6028a00304ba8" /><Relationship Type="http://schemas.openxmlformats.org/officeDocument/2006/relationships/image" Target="/ppt/media/image2.png" Id="Rcea8ca1b87ac4558" /><Relationship Type="http://schemas.openxmlformats.org/officeDocument/2006/relationships/notesSlide" Target="/ppt/notesSlides/notesSlide5.xml" Id="R23be90f22c7549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d7047d9d594a4a" /><Relationship Type="http://schemas.openxmlformats.org/officeDocument/2006/relationships/image" Target="/ppt/media/image11.png" Id="Rd8b2d6bf1f8e4e9b" /><Relationship Type="http://schemas.openxmlformats.org/officeDocument/2006/relationships/image" Target="/ppt/media/image12.png" Id="R715218496c024fa1" /><Relationship Type="http://schemas.openxmlformats.org/officeDocument/2006/relationships/image" Target="/ppt/media/image4.png" Id="Rc89ca797ce4842ed" /><Relationship Type="http://schemas.openxmlformats.org/officeDocument/2006/relationships/image" Target="/ppt/media/image2.png" Id="R9ff1eb4fb2df4e30" /><Relationship Type="http://schemas.openxmlformats.org/officeDocument/2006/relationships/image" Target="/ppt/media/image5.png" Id="R73f09469e7f94f79" /><Relationship Type="http://schemas.openxmlformats.org/officeDocument/2006/relationships/image" Target="/ppt/media/image13.png" Id="Rc26a635256484563" /><Relationship Type="http://schemas.openxmlformats.org/officeDocument/2006/relationships/notesSlide" Target="/ppt/notesSlides/notesSlide6.xml" Id="Rbd7fc1f7f78e49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87e2f4d42746f2" /><Relationship Type="http://schemas.openxmlformats.org/officeDocument/2006/relationships/image" Target="/ppt/media/image14.png" Id="R1a69f1bee5f74b81" /><Relationship Type="http://schemas.openxmlformats.org/officeDocument/2006/relationships/image" Target="/ppt/media/image2.png" Id="Ra857a66b46294e16" /><Relationship Type="http://schemas.openxmlformats.org/officeDocument/2006/relationships/image" Target="/ppt/media/image4.png" Id="R2eb42b81e7d24067" /><Relationship Type="http://schemas.openxmlformats.org/officeDocument/2006/relationships/image" Target="/ppt/media/image5.png" Id="Rcaacdb6b03eb43a2" /><Relationship Type="http://schemas.openxmlformats.org/officeDocument/2006/relationships/image" Target="/ppt/media/image7.png" Id="R043c07fddce141f6" /><Relationship Type="http://schemas.openxmlformats.org/officeDocument/2006/relationships/image" Target="/ppt/media/image13.png" Id="Ra2ca04667613476f" /><Relationship Type="http://schemas.openxmlformats.org/officeDocument/2006/relationships/notesSlide" Target="/ppt/notesSlides/notesSlide7.xml" Id="Ra219757cacd643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C275BD5-20CD-40EF-A5F8-77F73F336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768a974c41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4788A0B8-8E26-442D-A0D5-3DC75F516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81303d6a9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427" y="195522"/>
            <a:ext cx="3249924" cy="5554716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3B19F09-B280-4FCA-9200-16FEBFAA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Nora.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028C3A32-0499-4B46-A14E-27C431E1DD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ddc605b9945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456D6A2F-CEE7-4424-BD5D-E863AED2C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8910b850a4f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2427" y="195522"/>
            <a:ext cx="3249924" cy="5554716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1C83628-02C3-41CC-A64C-B929C6F1E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552c3f44d42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1044" y="4208643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D256AC26-3E56-437C-A95A-9568285A6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5053" y="403037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CA25081C-B7A5-4511-884F-C09B522FAB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3467" y="394618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6289A4B8-65F6-4240-A3DD-14418B9C7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514" y="394301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0E85A8B0-B451-457B-8BF7-E95DBEA2A5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4499" y="38732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F1413309-1FBD-4C8B-87CB-786ACFF947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8050" y="402564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1472982F-DB08-4050-97E4-4FE1F5FF16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490" y="383127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A85E42D7-BDBF-4B05-87D8-41C1E246A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278f864de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069" y="3853882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EB7180F-F0C5-4187-A987-1D9BFAF1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35565848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CFB3567C-AC5D-4280-91EE-37C928201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077deb20b4d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8FEA6D16-A6AD-48FA-9823-05C4E0F15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65e62c75542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773" y="537695"/>
            <a:ext cx="2682453" cy="519650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A8B0DCA3-3B69-4369-A3E0-8053914D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Eric.</a:t>
            </a:r>
          </a:p>
        </p:txBody>
      </p:sp>
    </p:spTree>
    <p:extLst>
      <p:ext uri="{BB962C8B-B14F-4D97-AF65-F5344CB8AC3E}">
        <p14:creationId xmlns:p14="http://schemas.microsoft.com/office/powerpoint/2010/main" val="20727983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0D0B760-8205-4B15-B0AF-84D641BBF1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7fb82982c47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1D84936D-B2DF-494A-8EA0-7A98916994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e6dea69624d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773" y="537695"/>
            <a:ext cx="2682453" cy="519650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39184896-2EAF-4B91-9EF6-548D32B9A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fce12bba344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0020" y="414548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BF44DEB4-D62C-4007-919E-ABCFCAEC34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6617bd731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4029" y="39672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5CEDFFBC-4CFB-4720-BA9C-1D2CD3391E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6617bd731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6300" y="3967224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87B56FC-5CFB-43D7-AFE8-A21F963F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21268137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Picture 33">
            <a:extLst xmlns:a="http://schemas.openxmlformats.org/drawingml/2006/main">
              <a:ext uri="{FF2B5EF4-FFF2-40B4-BE49-F238E27FC236}">
                <a16:creationId xmlns:a16="http://schemas.microsoft.com/office/drawing/2014/main" id="{988EBAEB-D5B0-48DA-8997-7FC55A1C7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607573253456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FBC0B32-06E8-462A-96B0-740BAF4CA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dfc0573464d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52E1C7D-E921-472F-8C9C-34ED2A25C8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168" y="501368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0FEB16C-43A6-4DED-9D73-E6D18C246B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8154" y="5013683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45E347B0-27E8-4CA3-B5B9-02821FE560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6028a0030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81200" y="1122744"/>
            <a:ext cx="2856405" cy="461251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293522BF-689E-4BE9-A6AF-163BA3613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8ca1b87ac4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B11059EA-7411-411C-80EA-299520321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dfc0573464d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ED015B8E-70B9-421D-A39A-B65A8BAB40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CD4B30C1-3E8A-4236-A13D-B13256B15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78CA2DAE-300B-4965-A41A-9AE7FF6E1D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76DB94C5-97AD-4FAB-AFF3-34CDA96B1E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B5DFA4E3-0F60-4A95-AD66-EAE7E76697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C058A8FC-F8C1-400F-9CDA-19E5561EDB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53B2F296-11FA-4179-9FB5-542BA94B0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c14610f7e45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sp>
        <p:nvSpPr>
          <p:cNvPr id="3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C1444E9-1DE9-4D92-A35C-7DD73FCC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Eric is tying his shoelaces.</a:t>
            </a:r>
          </a:p>
        </p:txBody>
      </p:sp>
    </p:spTree>
    <p:extLst>
      <p:ext uri="{BB962C8B-B14F-4D97-AF65-F5344CB8AC3E}">
        <p14:creationId xmlns:p14="http://schemas.microsoft.com/office/powerpoint/2010/main" val="34620618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9720E477-6339-461D-A38B-44E02B48E2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2d6bf1f8e4e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59DB13DE-1FE7-4D55-9749-3168FB3BF3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218496c02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65210" y="1120402"/>
            <a:ext cx="2859543" cy="4518501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9BDDD460-0D0F-4992-9E2A-986E22D5D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ca797ce4842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08159" y="5191948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CEFAC231-0F8F-4EA8-8545-67A6216AA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1eb4fb2df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5013" y="566404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15" name="Picture 14">
            <a:extLst xmlns:a="http://schemas.openxmlformats.org/drawingml/2006/main">
              <a:ext uri="{FF2B5EF4-FFF2-40B4-BE49-F238E27FC236}">
                <a16:creationId xmlns:a16="http://schemas.microsoft.com/office/drawing/2014/main" id="{A747FF16-9275-45E7-B24F-1B467BF2D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ca797ce4842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678" y="4124991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16" name="Picture 15">
            <a:extLst xmlns:a="http://schemas.openxmlformats.org/drawingml/2006/main">
              <a:ext uri="{FF2B5EF4-FFF2-40B4-BE49-F238E27FC236}">
                <a16:creationId xmlns:a16="http://schemas.microsoft.com/office/drawing/2014/main" id="{6562FF8B-09E3-4E5F-BBF1-0C01D2485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36993" y="396516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7" name="Picture 16">
            <a:extLst xmlns:a="http://schemas.openxmlformats.org/drawingml/2006/main">
              <a:ext uri="{FF2B5EF4-FFF2-40B4-BE49-F238E27FC236}">
                <a16:creationId xmlns:a16="http://schemas.microsoft.com/office/drawing/2014/main" id="{95D95153-6650-4D72-B963-AD2D45E67D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5407" y="3880975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F5945075-303A-4C9A-8172-FF36FA90B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54" y="3877800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19" name="Picture 18">
            <a:extLst xmlns:a="http://schemas.openxmlformats.org/drawingml/2006/main">
              <a:ext uri="{FF2B5EF4-FFF2-40B4-BE49-F238E27FC236}">
                <a16:creationId xmlns:a16="http://schemas.microsoft.com/office/drawing/2014/main" id="{626B6261-2700-4638-B762-9947C0D0B7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6439" y="38080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0" name="Picture 19">
            <a:extLst xmlns:a="http://schemas.openxmlformats.org/drawingml/2006/main">
              <a:ext uri="{FF2B5EF4-FFF2-40B4-BE49-F238E27FC236}">
                <a16:creationId xmlns:a16="http://schemas.microsoft.com/office/drawing/2014/main" id="{E28893A0-F7C4-4957-8727-8FC3CC9A3F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9990" y="39604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23A022C0-68B6-40C4-B27D-3521ABD3F8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22430" y="3766059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2" name="Picture 21">
            <a:extLst xmlns:a="http://schemas.openxmlformats.org/drawingml/2006/main">
              <a:ext uri="{FF2B5EF4-FFF2-40B4-BE49-F238E27FC236}">
                <a16:creationId xmlns:a16="http://schemas.microsoft.com/office/drawing/2014/main" id="{70B75743-43CE-40F7-8E64-015A030225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2009" y="37886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AE7A34D2-D278-48F3-9779-A3B4A9900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a635256484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3537" y="4075142"/>
            <a:ext cx="1467516" cy="1499390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AEA10CC5-F5F8-42EC-A319-6351B0138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438" y="4434639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25" name="Picture 24">
            <a:extLst xmlns:a="http://schemas.openxmlformats.org/drawingml/2006/main">
              <a:ext uri="{FF2B5EF4-FFF2-40B4-BE49-F238E27FC236}">
                <a16:creationId xmlns:a16="http://schemas.microsoft.com/office/drawing/2014/main" id="{37180E6C-7FBE-4F89-A3E6-7D90B8CACF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09469e7f94f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5453" y="4403213"/>
            <a:ext cx="894528" cy="450950"/>
          </a:xfrm>
          <a:prstGeom xmlns:a="http://schemas.openxmlformats.org/drawingml/2006/main" prst="rect">
            <a:avLst/>
          </a:prstGeom>
        </p:spPr>
      </p:pic>
      <p:sp>
        <p:nvSpPr>
          <p:cNvPr id="2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87849067-AAD8-403E-8C93-EAE3B98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squirrel eats 2 of Eric’s cookies!</a:t>
            </a:r>
          </a:p>
        </p:txBody>
      </p:sp>
    </p:spTree>
    <p:extLst>
      <p:ext uri="{BB962C8B-B14F-4D97-AF65-F5344CB8AC3E}">
        <p14:creationId xmlns:p14="http://schemas.microsoft.com/office/powerpoint/2010/main" val="23502625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43">
            <a:extLst xmlns:a="http://schemas.openxmlformats.org/drawingml/2006/main">
              <a:ext uri="{FF2B5EF4-FFF2-40B4-BE49-F238E27FC236}">
                <a16:creationId xmlns:a16="http://schemas.microsoft.com/office/drawing/2014/main" id="{105E976B-60F1-4AA3-8270-ED5241F475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9f1bee5f74b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FE6E44D8-EE68-49EF-926A-92D37FF6E8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7a66b4629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660" y="340372"/>
            <a:ext cx="2967791" cy="5072499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991517FA-9FA8-4D43-A14C-1214E9C328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42b81e7d2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15325" y="3898959"/>
            <a:ext cx="938107" cy="291189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1BDAC54-D780-4FB4-B5DB-EBA1DEF65A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640" y="373913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6" name="Picture 25">
            <a:extLst xmlns:a="http://schemas.openxmlformats.org/drawingml/2006/main">
              <a:ext uri="{FF2B5EF4-FFF2-40B4-BE49-F238E27FC236}">
                <a16:creationId xmlns:a16="http://schemas.microsoft.com/office/drawing/2014/main" id="{E498C371-22E7-4FA4-9E82-BC9A9D6753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80054" y="3654943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7" name="Picture 26">
            <a:extLst xmlns:a="http://schemas.openxmlformats.org/drawingml/2006/main">
              <a:ext uri="{FF2B5EF4-FFF2-40B4-BE49-F238E27FC236}">
                <a16:creationId xmlns:a16="http://schemas.microsoft.com/office/drawing/2014/main" id="{71FF26D9-95C9-4979-B91C-C6B99A225E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7101" y="3651768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8" name="Picture 27">
            <a:extLst xmlns:a="http://schemas.openxmlformats.org/drawingml/2006/main">
              <a:ext uri="{FF2B5EF4-FFF2-40B4-BE49-F238E27FC236}">
                <a16:creationId xmlns:a16="http://schemas.microsoft.com/office/drawing/2014/main" id="{0CA57267-CC7F-46EE-BAE6-CFE61F17C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91086" y="3582001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29" name="Picture 28">
            <a:extLst xmlns:a="http://schemas.openxmlformats.org/drawingml/2006/main">
              <a:ext uri="{FF2B5EF4-FFF2-40B4-BE49-F238E27FC236}">
                <a16:creationId xmlns:a16="http://schemas.microsoft.com/office/drawing/2014/main" id="{5079EE5A-64ED-40F2-B15B-4DBCEEB991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4637" y="3734401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0" name="Picture 29">
            <a:extLst xmlns:a="http://schemas.openxmlformats.org/drawingml/2006/main">
              <a:ext uri="{FF2B5EF4-FFF2-40B4-BE49-F238E27FC236}">
                <a16:creationId xmlns:a16="http://schemas.microsoft.com/office/drawing/2014/main" id="{720F8C0D-ADA7-47B0-ADD0-0C05BD8DF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47077" y="3540027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1" name="Picture 30">
            <a:extLst xmlns:a="http://schemas.openxmlformats.org/drawingml/2006/main">
              <a:ext uri="{FF2B5EF4-FFF2-40B4-BE49-F238E27FC236}">
                <a16:creationId xmlns:a16="http://schemas.microsoft.com/office/drawing/2014/main" id="{08B36739-79A3-496B-A08E-F27B9CCFD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76656" y="3562636"/>
            <a:ext cx="962347" cy="485139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C0086DF9-ED72-4A2F-9B60-A9821241EB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c07fddce141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41601" y="255815"/>
            <a:ext cx="2682453" cy="5196501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3FC4C580-56E5-4486-B9BF-8E591B681E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42b81e7d2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6848" y="3863609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41" name="Picture 40">
            <a:extLst xmlns:a="http://schemas.openxmlformats.org/drawingml/2006/main">
              <a:ext uri="{FF2B5EF4-FFF2-40B4-BE49-F238E27FC236}">
                <a16:creationId xmlns:a16="http://schemas.microsoft.com/office/drawing/2014/main" id="{A8BF4E3A-59FD-4EF5-96F2-D28F8B3EAC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a0466761347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1964" y="4044889"/>
            <a:ext cx="1467516" cy="1499390"/>
          </a:xfrm>
          <a:prstGeom xmlns:a="http://schemas.openxmlformats.org/drawingml/2006/main" prst="rect">
            <a:avLst/>
          </a:prstGeom>
        </p:spPr>
      </p:pic>
      <p:pic>
        <p:nvPicPr>
          <p:cNvPr id="42" name="Picture 41">
            <a:extLst xmlns:a="http://schemas.openxmlformats.org/drawingml/2006/main">
              <a:ext uri="{FF2B5EF4-FFF2-40B4-BE49-F238E27FC236}">
                <a16:creationId xmlns:a16="http://schemas.microsoft.com/office/drawing/2014/main" id="{B930E010-C392-486D-B70D-BD9937E12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7865" y="4404386"/>
            <a:ext cx="894528" cy="450950"/>
          </a:xfrm>
          <a:prstGeom xmlns:a="http://schemas.openxmlformats.org/drawingml/2006/main" prst="rect">
            <a:avLst/>
          </a:prstGeom>
        </p:spPr>
      </p:pic>
      <p:pic>
        <p:nvPicPr>
          <p:cNvPr id="43" name="Picture 42">
            <a:extLst xmlns:a="http://schemas.openxmlformats.org/drawingml/2006/main">
              <a:ext uri="{FF2B5EF4-FFF2-40B4-BE49-F238E27FC236}">
                <a16:creationId xmlns:a16="http://schemas.microsoft.com/office/drawing/2014/main" id="{3AB13BFE-A09E-4DBA-80B5-D93BCA038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cdb6b03eb43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3880" y="4372960"/>
            <a:ext cx="894528" cy="450950"/>
          </a:xfrm>
          <a:prstGeom xmlns:a="http://schemas.openxmlformats.org/drawingml/2006/main" prst="rect">
            <a:avLst/>
          </a:prstGeom>
        </p:spPr>
      </p:pic>
      <p:sp>
        <p:nvSpPr>
          <p:cNvPr id="4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41AACAF-546F-4E24-BF52-AFEF9420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Nora still has 8 cookies. Eric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2026-10-11T18:01:04.1020000Z</dcterms:created>
  <dcterms:modified xsi:type="dcterms:W3CDTF">2026-10-11T18:01:04.1020000Z</dcterms:modified>
</coreProperties>
</file>