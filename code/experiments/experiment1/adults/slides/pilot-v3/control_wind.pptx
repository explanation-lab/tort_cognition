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cb7d291e0d43cf" /><Relationship Type="http://schemas.openxmlformats.org/officeDocument/2006/relationships/extended-properties" Target="/docProps/app.xml" Id="Rad2dc309ebe84747" /><Relationship Type="http://schemas.openxmlformats.org/officeDocument/2006/relationships/officeDocument" Target="/ppt/presentation.xml" Id="R7cb5ea04d48643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ce7c8477a34814"/>
  </p:sldMasterIdLst>
  <p:notesMasterIdLst>
    <p:notesMasterId xmlns:r="http://schemas.openxmlformats.org/officeDocument/2006/relationships" r:id="Rc13f89e04d4840c7"/>
  </p:notesMasterIdLst>
  <p:sldIdLst>
    <p:sldId xmlns:r="http://schemas.openxmlformats.org/officeDocument/2006/relationships" id="256" r:id="Rd590170555c042df"/>
    <p:sldId xmlns:r="http://schemas.openxmlformats.org/officeDocument/2006/relationships" id="257" r:id="Rca84aaf8b8ba4bf8"/>
    <p:sldId xmlns:r="http://schemas.openxmlformats.org/officeDocument/2006/relationships" id="258" r:id="R4fa58c1ad5f147ce"/>
    <p:sldId xmlns:r="http://schemas.openxmlformats.org/officeDocument/2006/relationships" id="259" r:id="R5bbead9c55a545f6"/>
    <p:sldId xmlns:r="http://schemas.openxmlformats.org/officeDocument/2006/relationships" id="260" r:id="R310401c880954f7f"/>
    <p:sldId xmlns:r="http://schemas.openxmlformats.org/officeDocument/2006/relationships" id="261" r:id="Rb5cf126b42a64b06"/>
    <p:sldId xmlns:r="http://schemas.openxmlformats.org/officeDocument/2006/relationships" id="262" r:id="Rc3c8f7dece334e21"/>
    <p:sldId xmlns:r="http://schemas.openxmlformats.org/officeDocument/2006/relationships" id="263" r:id="Rd3e754d44d3f47a7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7d6b2b75aa4587" /><Relationship Type="http://schemas.openxmlformats.org/officeDocument/2006/relationships/slideMaster" Target="/ppt/slideMasters/slideMaster1.xml" Id="R11ce7c8477a34814" /><Relationship Type="http://schemas.openxmlformats.org/officeDocument/2006/relationships/notesMaster" Target="/ppt/notesMasters/notesMaster1.xml" Id="Rc13f89e04d4840c7" /><Relationship Type="http://schemas.openxmlformats.org/officeDocument/2006/relationships/presProps" Target="/ppt/presProps.xml" Id="R8bc765c366c14c0d" /><Relationship Type="http://schemas.openxmlformats.org/officeDocument/2006/relationships/viewProps" Target="/ppt/viewProps.xml" Id="Rac3073ea62f04ee0" /><Relationship Type="http://schemas.openxmlformats.org/officeDocument/2006/relationships/tableStyles" Target="/ppt/tableStyles.xml" Id="R9b59ece76ff64230" /><Relationship Type="http://schemas.openxmlformats.org/officeDocument/2006/relationships/slide" Target="/ppt/slides/slide1.xml" Id="Rd590170555c042df" /><Relationship Type="http://schemas.openxmlformats.org/officeDocument/2006/relationships/slide" Target="/ppt/slides/slide2.xml" Id="Rca84aaf8b8ba4bf8" /><Relationship Type="http://schemas.openxmlformats.org/officeDocument/2006/relationships/slide" Target="/ppt/slides/slide3.xml" Id="R4fa58c1ad5f147ce" /><Relationship Type="http://schemas.openxmlformats.org/officeDocument/2006/relationships/slide" Target="/ppt/slides/slide4.xml" Id="R5bbead9c55a545f6" /><Relationship Type="http://schemas.openxmlformats.org/officeDocument/2006/relationships/slide" Target="/ppt/slides/slide5.xml" Id="R310401c880954f7f" /><Relationship Type="http://schemas.openxmlformats.org/officeDocument/2006/relationships/slide" Target="/ppt/slides/slide6.xml" Id="Rb5cf126b42a64b06" /><Relationship Type="http://schemas.openxmlformats.org/officeDocument/2006/relationships/slide" Target="/ppt/slides/slide7.xml" Id="Rc3c8f7dece334e21" /><Relationship Type="http://schemas.openxmlformats.org/officeDocument/2006/relationships/slide" Target="/ppt/slides/slide8.xml" Id="Rd3e754d44d3f47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3d0ba9a2844e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9f9a731ef44f48" /><Relationship Type="http://schemas.openxmlformats.org/officeDocument/2006/relationships/notesMaster" Target="/ppt/notesMasters/notesMaster1.xml" Id="R194aefd1275e4d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b814c427aa48ed" /><Relationship Type="http://schemas.openxmlformats.org/officeDocument/2006/relationships/notesMaster" Target="/ppt/notesMasters/notesMaster1.xml" Id="R4af0a57a975641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1f89effb864406" /><Relationship Type="http://schemas.openxmlformats.org/officeDocument/2006/relationships/notesMaster" Target="/ppt/notesMasters/notesMaster1.xml" Id="Rbbe003ba8f0644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8acfcde324447b" /><Relationship Type="http://schemas.openxmlformats.org/officeDocument/2006/relationships/notesMaster" Target="/ppt/notesMasters/notesMaster1.xml" Id="Re2b96f67370d4e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27c49efd414fa6" /><Relationship Type="http://schemas.openxmlformats.org/officeDocument/2006/relationships/notesMaster" Target="/ppt/notesMasters/notesMaster1.xml" Id="Rb4f1fd988be74e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8d8133b31d4c92" /><Relationship Type="http://schemas.openxmlformats.org/officeDocument/2006/relationships/notesMaster" Target="/ppt/notesMasters/notesMaster1.xml" Id="Red443e79295847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1195adf8af44e6" /><Relationship Type="http://schemas.openxmlformats.org/officeDocument/2006/relationships/notesMaster" Target="/ppt/notesMasters/notesMaster1.xml" Id="R4ea6fbe20ba44e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1b004213d944e1" /><Relationship Type="http://schemas.openxmlformats.org/officeDocument/2006/relationships/notesMaster" Target="/ppt/notesMasters/notesMaster1.xml" Id="R5e18937afd1746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38e806ae25403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edcc66f6a448c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94c56f34004bb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4bb0772ea7470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8a45fe0619492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329cbdea894cb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93a4c1f2214f1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dd2eaa8735407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80b6773cfd4c1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1ae0e8e974436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1cf4574bba4da1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C5B545-7E4E-115E-D9AE-33999AD003E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607D341-9B07-5B2F-064E-57D827B257A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4A87C3D-BFAB-0949-0D8E-E29843E0DD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BEBB6E-1747-1148-9C7B-8E39D56E3DDB}" type="datetimeFigureOut">
              <a:t>2026/5/29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9510B9B-FBA6-052E-CBA4-684282DDF4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EF483C2-C784-BD76-AB56-07407192AA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7086652-8ED8-2C4E-810D-2E1EC7F26486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D4926F-14D1-0737-A8BF-E6DA7B60DE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631E4C3-CEDF-B93E-D78A-7EF2A5DA39B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4B52DAA-E227-3F3C-2BC4-7580452B5D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BEBB6E-1747-1148-9C7B-8E39D56E3DDB}" type="datetimeFigureOut">
              <a:t>2026/5/29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98FC7D5-B59D-20A1-3D3F-4CD92186F11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932F01B-B3C6-31C2-9108-EB94802012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7086652-8ED8-2C4E-810D-2E1EC7F26486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EF0815F-3348-32E4-0B54-02FD41B1AF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2BC4490-6F20-54C2-681B-18BF3F692E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ABB2078-644B-0581-1C58-52CD1926F5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BEBB6E-1747-1148-9C7B-8E39D56E3DDB}" type="datetimeFigureOut">
              <a:t>2026/5/29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DA82AC6-3947-7E21-09FB-BCC930E99D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A9C2D9-0266-1B80-4773-D92C1AAA07E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7086652-8ED8-2C4E-810D-2E1EC7F26486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057E2F8-2154-032C-FE4E-6088E9A87F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28038F6-3759-B7FD-DD63-B5F4D693219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F2E74A7-9FC8-DD42-95EA-166C746D703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874CFD8-9839-1ED5-1A19-F83CB840B6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BEBB6E-1747-1148-9C7B-8E39D56E3DDB}" type="datetimeFigureOut">
              <a:t>2026/5/29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2CCCA20-9281-FFCF-8D1B-D9C7253861A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2F2FDAA-B564-04EB-6CB6-59CCE6B8E9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7086652-8ED8-2C4E-810D-2E1EC7F26486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38EA1E8-869E-7FA5-3B4B-0858FB5570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B39C1B5-9F4C-6231-A818-00BD5CC7CE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96B7603-5F44-DB39-9341-FBF429946AC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D8CA8FCA-414B-256E-B8CB-0530D3E392E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008277B0-AC52-227E-CF9D-31DFA689B88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DAF7DF43-3E47-8946-FFF4-253D70E196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BEBB6E-1747-1148-9C7B-8E39D56E3DDB}" type="datetimeFigureOut">
              <a:t>2026/5/29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7B509E7-26B7-3393-9480-C9FDF4359D3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9FA5025-512F-18DB-59B9-C7DA03D12B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7086652-8ED8-2C4E-810D-2E1EC7F2648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D34A387-0748-DC9D-ECD2-A5AD0B4F96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953861D-4C08-B605-93D2-6AEEB6E94C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BEBB6E-1747-1148-9C7B-8E39D56E3DDB}" type="datetimeFigureOut">
              <a:t>2026/5/29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6FC9800-7EE6-E390-DAA5-3B2DB461C97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8688D2E-82BE-5395-2439-F6CE2D6B2F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7086652-8ED8-2C4E-810D-2E1EC7F2648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172BEC4D-3FA7-DF2C-D8A8-41AA5A75972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BEBB6E-1747-1148-9C7B-8E39D56E3DDB}" type="datetimeFigureOut">
              <a:t>2026/5/29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6A3668B-1411-DFB6-5BF8-73F36504EE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4C5DDBA-CD73-05B4-20A5-4DD5337EA6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7086652-8ED8-2C4E-810D-2E1EC7F2648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083CB3-04A1-C9F0-0E3D-B5109B0CB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7A61067-A124-52F4-313F-AE4113E3F4D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7C71974-7FA6-061C-3A11-76E89377E4E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C999820-A27A-F41E-9328-6C465A1D93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BEBB6E-1747-1148-9C7B-8E39D56E3DDB}" type="datetimeFigureOut">
              <a:t>2026/5/29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FE2CA85-3573-A5C5-9876-4DFA8586239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BAB0DEA-2BAF-4177-DC53-CE6CF2C9BE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7086652-8ED8-2C4E-810D-2E1EC7F2648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BF52E22-67CB-BDAD-E42C-02BB283322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70A2FDB-34FA-1131-3654-B3B8D2CC3B0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72E1C7F-8AB9-26D1-463D-CA4DDDA2223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5E287C5-F4D1-2213-8628-E39F1CBBE8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BEBB6E-1747-1148-9C7B-8E39D56E3DDB}" type="datetimeFigureOut">
              <a:t>2026/5/29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71DA965-0D31-5AB1-C4C9-83A6D52AD4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D7B6A37-82A7-7D32-FBED-311FE2C44D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7086652-8ED8-2C4E-810D-2E1EC7F2648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F469935-A0FC-15DE-6B82-46FC63115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EBDE586-1C72-D8F5-2B4D-1F974960C1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5FE60DB-B08D-E5FD-4FB8-05A34853DE9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BEBB6E-1747-1148-9C7B-8E39D56E3DDB}" type="datetimeFigureOut">
              <a:t>2026/5/29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B162FB5-8E01-00DF-4DCB-66C45C2201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CA9D754-872F-8085-C78D-849A0C71E7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7086652-8ED8-2C4E-810D-2E1EC7F2648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A6E62056-1BB4-3934-7190-AAE04168CB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B5AE842-44C6-CD93-D000-A3380F29A7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DD5368A-CE08-2167-C5D4-87BB42DDC0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BEBB6E-1747-1148-9C7B-8E39D56E3DDB}" type="datetimeFigureOut">
              <a:t>2026/5/29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EC675E9-AA47-6B87-1265-95D473D04C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AD1C5AF-FADA-5626-B030-7408A3BEF6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7086652-8ED8-2C4E-810D-2E1EC7F26486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c5dc02e71c41bd" /><Relationship Type="http://schemas.openxmlformats.org/officeDocument/2006/relationships/slideLayout" Target="/ppt/slideLayouts/slideLayout1.xml" Id="Rcb7ba7778410460e" /><Relationship Type="http://schemas.openxmlformats.org/officeDocument/2006/relationships/slideLayout" Target="/ppt/slideLayouts/slideLayout2.xml" Id="R1caed4d223314264" /><Relationship Type="http://schemas.openxmlformats.org/officeDocument/2006/relationships/slideLayout" Target="/ppt/slideLayouts/slideLayout3.xml" Id="R2c47cb4301734b3e" /><Relationship Type="http://schemas.openxmlformats.org/officeDocument/2006/relationships/slideLayout" Target="/ppt/slideLayouts/slideLayout4.xml" Id="Rf0c51756884f47a3" /><Relationship Type="http://schemas.openxmlformats.org/officeDocument/2006/relationships/slideLayout" Target="/ppt/slideLayouts/slideLayout5.xml" Id="R9fc618bf59c04131" /><Relationship Type="http://schemas.openxmlformats.org/officeDocument/2006/relationships/slideLayout" Target="/ppt/slideLayouts/slideLayout6.xml" Id="R0e770e658576450c" /><Relationship Type="http://schemas.openxmlformats.org/officeDocument/2006/relationships/slideLayout" Target="/ppt/slideLayouts/slideLayout7.xml" Id="Rd0bc366b34df4fa2" /><Relationship Type="http://schemas.openxmlformats.org/officeDocument/2006/relationships/slideLayout" Target="/ppt/slideLayouts/slideLayout8.xml" Id="R55230e1bbb004575" /><Relationship Type="http://schemas.openxmlformats.org/officeDocument/2006/relationships/slideLayout" Target="/ppt/slideLayouts/slideLayout9.xml" Id="R1b84fcf25f8740ae" /><Relationship Type="http://schemas.openxmlformats.org/officeDocument/2006/relationships/slideLayout" Target="/ppt/slideLayouts/slideLayout10.xml" Id="R7242264ea95d42e6" /><Relationship Type="http://schemas.openxmlformats.org/officeDocument/2006/relationships/slideLayout" Target="/ppt/slideLayouts/slideLayout11.xml" Id="R1a0563442d8e420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74AF38A-B81A-E33F-617C-205C3C2EC1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302F850-D113-4ECF-9B25-D8D882FAC8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50AC17B-C261-8B33-7085-9AB5C3BFEE1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15BEBB6E-1747-1148-9C7B-8E39D56E3DDB}" type="datetimeFigureOut">
              <a:t>2026/5/29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A195AC0-6D16-5B1E-550A-95C1402B473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55393AB-3806-F30B-688B-96B0A2CE1A1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B7086652-8ED8-2C4E-810D-2E1EC7F2648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7ba7778410460e"/>
    <p:sldLayoutId xmlns:r="http://schemas.openxmlformats.org/officeDocument/2006/relationships" id="2147483650" r:id="R1caed4d223314264"/>
    <p:sldLayoutId xmlns:r="http://schemas.openxmlformats.org/officeDocument/2006/relationships" id="2147483651" r:id="R2c47cb4301734b3e"/>
    <p:sldLayoutId xmlns:r="http://schemas.openxmlformats.org/officeDocument/2006/relationships" id="2147483652" r:id="Rf0c51756884f47a3"/>
    <p:sldLayoutId xmlns:r="http://schemas.openxmlformats.org/officeDocument/2006/relationships" id="2147483653" r:id="R9fc618bf59c04131"/>
    <p:sldLayoutId xmlns:r="http://schemas.openxmlformats.org/officeDocument/2006/relationships" id="2147483654" r:id="R0e770e658576450c"/>
    <p:sldLayoutId xmlns:r="http://schemas.openxmlformats.org/officeDocument/2006/relationships" id="2147483655" r:id="Rd0bc366b34df4fa2"/>
    <p:sldLayoutId xmlns:r="http://schemas.openxmlformats.org/officeDocument/2006/relationships" id="2147483656" r:id="R55230e1bbb004575"/>
    <p:sldLayoutId xmlns:r="http://schemas.openxmlformats.org/officeDocument/2006/relationships" id="2147483657" r:id="R1b84fcf25f8740ae"/>
    <p:sldLayoutId xmlns:r="http://schemas.openxmlformats.org/officeDocument/2006/relationships" id="2147483658" r:id="R7242264ea95d42e6"/>
    <p:sldLayoutId xmlns:r="http://schemas.openxmlformats.org/officeDocument/2006/relationships" id="2147483659" r:id="R1a0563442d8e420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22e206161b4d87" /><Relationship Type="http://schemas.openxmlformats.org/officeDocument/2006/relationships/image" Target="/ppt/media/image.png" Id="Rc79127b9d8f84c9d" /><Relationship Type="http://schemas.openxmlformats.org/officeDocument/2006/relationships/image" Target="/ppt/media/image2.png" Id="R1e2b205786f64e68" /><Relationship Type="http://schemas.openxmlformats.org/officeDocument/2006/relationships/notesSlide" Target="/ppt/notesSlides/notesSlide1.xml" Id="R67c76ce3d9ab4d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e26e93bca64315" /><Relationship Type="http://schemas.openxmlformats.org/officeDocument/2006/relationships/image" Target="/ppt/media/image3.png" Id="R383c0e8d81e048a3" /><Relationship Type="http://schemas.openxmlformats.org/officeDocument/2006/relationships/image" Target="/ppt/media/image2.png" Id="R067b2f0f13c04fb0" /><Relationship Type="http://schemas.openxmlformats.org/officeDocument/2006/relationships/image" Target="/ppt/media/image4.png" Id="Re9d743b588db41c9" /><Relationship Type="http://schemas.openxmlformats.org/officeDocument/2006/relationships/image" Target="/ppt/media/image5.png" Id="R06bd4671111e40f4" /><Relationship Type="http://schemas.openxmlformats.org/officeDocument/2006/relationships/notesSlide" Target="/ppt/notesSlides/notesSlide2.xml" Id="R1e2d250059d449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bcd5c71da143f9" /><Relationship Type="http://schemas.openxmlformats.org/officeDocument/2006/relationships/image" Target="/ppt/media/image6.png" Id="R946a235a9bce4e81" /><Relationship Type="http://schemas.openxmlformats.org/officeDocument/2006/relationships/image" Target="/ppt/media/image7.png" Id="Ra5d29dade1644cab" /><Relationship Type="http://schemas.openxmlformats.org/officeDocument/2006/relationships/notesSlide" Target="/ppt/notesSlides/notesSlide3.xml" Id="R0b7c4a77965440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eb7c418f674892" /><Relationship Type="http://schemas.openxmlformats.org/officeDocument/2006/relationships/image" Target="/ppt/media/image8.png" Id="Rcecd609df1574bf8" /><Relationship Type="http://schemas.openxmlformats.org/officeDocument/2006/relationships/image" Target="/ppt/media/image7.png" Id="R39c118f02e004392" /><Relationship Type="http://schemas.openxmlformats.org/officeDocument/2006/relationships/image" Target="/ppt/media/image4.png" Id="Re990bf72e5f8494d" /><Relationship Type="http://schemas.openxmlformats.org/officeDocument/2006/relationships/image" Target="/ppt/media/image9.png" Id="R34f860124bc54896" /><Relationship Type="http://schemas.openxmlformats.org/officeDocument/2006/relationships/image" Target="/ppt/media/image10.png" Id="R02b83ae2ea684e5c" /><Relationship Type="http://schemas.openxmlformats.org/officeDocument/2006/relationships/image" Target="/ppt/media/image11.png" Id="Rcf0599ad74984323" /><Relationship Type="http://schemas.openxmlformats.org/officeDocument/2006/relationships/image" Target="/ppt/media/image12.png" Id="R606c1b123934469c" /><Relationship Type="http://schemas.openxmlformats.org/officeDocument/2006/relationships/image" Target="/ppt/media/image13.png" Id="R205c9fc1a22348ea" /><Relationship Type="http://schemas.openxmlformats.org/officeDocument/2006/relationships/image" Target="/ppt/media/image14.png" Id="R49056bd4e41a4a3b" /><Relationship Type="http://schemas.openxmlformats.org/officeDocument/2006/relationships/image" Target="/ppt/media/image15.png" Id="Ra1ccb80e4a774e98" /><Relationship Type="http://schemas.openxmlformats.org/officeDocument/2006/relationships/notesSlide" Target="/ppt/notesSlides/notesSlide4.xml" Id="R2e17ad8b92a14e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71a24d90d04591" /><Relationship Type="http://schemas.openxmlformats.org/officeDocument/2006/relationships/image" Target="/ppt/media/image16.png" Id="Ra70d8847d6e84b68" /><Relationship Type="http://schemas.openxmlformats.org/officeDocument/2006/relationships/image" Target="/ppt/media/image17.png" Id="R507038230fa54d22" /><Relationship Type="http://schemas.openxmlformats.org/officeDocument/2006/relationships/image" Target="/ppt/media/image18.png" Id="Rf2c0964ab9c047ac" /><Relationship Type="http://schemas.openxmlformats.org/officeDocument/2006/relationships/image" Target="/ppt/media/image19.png" Id="R2dabbef0c589498d" /><Relationship Type="http://schemas.openxmlformats.org/officeDocument/2006/relationships/image" Target="/ppt/media/image4.png" Id="R607db18e82ca4f9f" /><Relationship Type="http://schemas.openxmlformats.org/officeDocument/2006/relationships/image" Target="/ppt/media/image5.png" Id="R5e03b52074be4f54" /><Relationship Type="http://schemas.openxmlformats.org/officeDocument/2006/relationships/image" Target="/ppt/media/image20.png" Id="R6417d7752e9146c1" /><Relationship Type="http://schemas.openxmlformats.org/officeDocument/2006/relationships/image" Target="/ppt/media/image21.png" Id="R41c5f354c62343a6" /><Relationship Type="http://schemas.openxmlformats.org/officeDocument/2006/relationships/image" Target="/ppt/media/image22.png" Id="R66aa3f21f8ae4d54" /><Relationship Type="http://schemas.openxmlformats.org/officeDocument/2006/relationships/image" Target="/ppt/media/image23.png" Id="Rcad52bac15f64dc5" /><Relationship Type="http://schemas.openxmlformats.org/officeDocument/2006/relationships/image" Target="/ppt/media/image24.png" Id="R32a8f56796114494" /><Relationship Type="http://schemas.openxmlformats.org/officeDocument/2006/relationships/image" Target="/ppt/media/image25.png" Id="R2f5fd1b0dbe844ef" /><Relationship Type="http://schemas.openxmlformats.org/officeDocument/2006/relationships/image" Target="/ppt/media/image26.png" Id="Rf1b5ed9b438b4a2a" /><Relationship Type="http://schemas.openxmlformats.org/officeDocument/2006/relationships/notesSlide" Target="/ppt/notesSlides/notesSlide5.xml" Id="R740c9e72bd324a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cafe4042a9422a" /><Relationship Type="http://schemas.openxmlformats.org/officeDocument/2006/relationships/image" Target="/ppt/media/image27.png" Id="Re754b3261b394751" /><Relationship Type="http://schemas.openxmlformats.org/officeDocument/2006/relationships/image" Target="/ppt/media/image17.png" Id="R09686e368952422b" /><Relationship Type="http://schemas.openxmlformats.org/officeDocument/2006/relationships/image" Target="/ppt/media/image18.png" Id="R629714178b2f4c9f" /><Relationship Type="http://schemas.openxmlformats.org/officeDocument/2006/relationships/image" Target="/ppt/media/image19.png" Id="R207d338c69c248cd" /><Relationship Type="http://schemas.openxmlformats.org/officeDocument/2006/relationships/image" Target="/ppt/media/image4.png" Id="R7dd6919146f04e61" /><Relationship Type="http://schemas.openxmlformats.org/officeDocument/2006/relationships/image" Target="/ppt/media/image28.png" Id="Re73550e0a576472f" /><Relationship Type="http://schemas.openxmlformats.org/officeDocument/2006/relationships/image" Target="/ppt/media/image5.png" Id="Rcd6670d5067543eb" /><Relationship Type="http://schemas.openxmlformats.org/officeDocument/2006/relationships/image" Target="/ppt/media/image29.png" Id="Rda5ab1c01f934e3e" /><Relationship Type="http://schemas.openxmlformats.org/officeDocument/2006/relationships/image" Target="/ppt/media/image30.png" Id="R2d185620bdc44343" /><Relationship Type="http://schemas.openxmlformats.org/officeDocument/2006/relationships/image" Target="/ppt/media/image31.png" Id="R7e986819f6e244e9" /><Relationship Type="http://schemas.openxmlformats.org/officeDocument/2006/relationships/image" Target="/ppt/media/image32.png" Id="R8da7550fe89c40c2" /><Relationship Type="http://schemas.openxmlformats.org/officeDocument/2006/relationships/image" Target="/ppt/media/image33.png" Id="R46c0a05ddb7346d7" /><Relationship Type="http://schemas.openxmlformats.org/officeDocument/2006/relationships/image" Target="/ppt/media/image34.png" Id="R98f3c2f8a0d74ac2" /><Relationship Type="http://schemas.openxmlformats.org/officeDocument/2006/relationships/image" Target="/ppt/media/image35.png" Id="R106d2f41ff4e4ff1" /><Relationship Type="http://schemas.openxmlformats.org/officeDocument/2006/relationships/notesSlide" Target="/ppt/notesSlides/notesSlide6.xml" Id="Re01af3f89fc544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b7116c8c214ae3" /><Relationship Type="http://schemas.openxmlformats.org/officeDocument/2006/relationships/image" Target="/ppt/media/image36.png" Id="R08b675de26d64fc3" /><Relationship Type="http://schemas.openxmlformats.org/officeDocument/2006/relationships/image" Target="/ppt/media/image17.png" Id="R60278362596045f8" /><Relationship Type="http://schemas.openxmlformats.org/officeDocument/2006/relationships/image" Target="/ppt/media/image19.png" Id="R93119ed58ddd43cf" /><Relationship Type="http://schemas.openxmlformats.org/officeDocument/2006/relationships/image" Target="/ppt/media/image4.png" Id="R6594bdbb37144724" /><Relationship Type="http://schemas.openxmlformats.org/officeDocument/2006/relationships/image" Target="/ppt/media/image37.png" Id="R19a3071d66744c27" /><Relationship Type="http://schemas.openxmlformats.org/officeDocument/2006/relationships/image" Target="/ppt/media/image28.png" Id="R20c92a835343439b" /><Relationship Type="http://schemas.openxmlformats.org/officeDocument/2006/relationships/image" Target="/ppt/media/image5.png" Id="R7f9494c4ba1a47dd" /><Relationship Type="http://schemas.openxmlformats.org/officeDocument/2006/relationships/image" Target="/ppt/media/image38.png" Id="R081209807fd94c3a" /><Relationship Type="http://schemas.openxmlformats.org/officeDocument/2006/relationships/image" Target="/ppt/media/image39.png" Id="Ra594ff4105d641ac" /><Relationship Type="http://schemas.openxmlformats.org/officeDocument/2006/relationships/image" Target="/ppt/media/image40.png" Id="R8f90c86e4ef64080" /><Relationship Type="http://schemas.openxmlformats.org/officeDocument/2006/relationships/image" Target="/ppt/media/image41.png" Id="Rb661799bcccb4dc3" /><Relationship Type="http://schemas.openxmlformats.org/officeDocument/2006/relationships/image" Target="/ppt/media/image42.png" Id="Re0b398ebeaa04d97" /><Relationship Type="http://schemas.openxmlformats.org/officeDocument/2006/relationships/image" Target="/ppt/media/image43.png" Id="R9be728430fa24d3e" /><Relationship Type="http://schemas.openxmlformats.org/officeDocument/2006/relationships/image" Target="/ppt/media/image44.png" Id="R980b128430444016" /><Relationship Type="http://schemas.openxmlformats.org/officeDocument/2006/relationships/notesSlide" Target="/ppt/notesSlides/notesSlide7.xml" Id="Rc7f060a7df2e4e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b17fc42d63e4c8a" /><Relationship Type="http://schemas.openxmlformats.org/officeDocument/2006/relationships/image" Target="/ppt/media/image45.png" Id="R25c64d2125694b9f" /><Relationship Type="http://schemas.openxmlformats.org/officeDocument/2006/relationships/image" Target="/ppt/media/image2.png" Id="R8ba86613559d4824" /><Relationship Type="http://schemas.openxmlformats.org/officeDocument/2006/relationships/image" Target="/ppt/media/image7.png" Id="R52131eaac0fc4013" /><Relationship Type="http://schemas.openxmlformats.org/officeDocument/2006/relationships/image" Target="/ppt/media/image4.png" Id="R2cd333c327814d13" /><Relationship Type="http://schemas.openxmlformats.org/officeDocument/2006/relationships/image" Target="/ppt/media/image46.png" Id="R999fa1faefd2421e" /><Relationship Type="http://schemas.openxmlformats.org/officeDocument/2006/relationships/image" Target="/ppt/media/image47.png" Id="R67a9081766524bff" /><Relationship Type="http://schemas.openxmlformats.org/officeDocument/2006/relationships/image" Target="/ppt/media/image48.png" Id="R143256042fb743a7" /><Relationship Type="http://schemas.openxmlformats.org/officeDocument/2006/relationships/image" Target="/ppt/media/image49.png" Id="R58f005f660a44837" /><Relationship Type="http://schemas.openxmlformats.org/officeDocument/2006/relationships/image" Target="/ppt/media/image50.png" Id="Rd29b377d24a44d93" /><Relationship Type="http://schemas.openxmlformats.org/officeDocument/2006/relationships/image" Target="/ppt/media/image51.png" Id="R6ee778c8583444ef" /><Relationship Type="http://schemas.openxmlformats.org/officeDocument/2006/relationships/image" Target="/ppt/media/image52.png" Id="R2e825f2ceae34802" /><Relationship Type="http://schemas.openxmlformats.org/officeDocument/2006/relationships/image" Target="/ppt/media/image53.png" Id="Rb4630fcfdb884670" /><Relationship Type="http://schemas.openxmlformats.org/officeDocument/2006/relationships/notesSlide" Target="/ppt/notesSlides/notesSlide8.xml" Id="R9f1c2dc4300d42a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3D6CFF25-853D-4B6A-8814-E0EA7176D5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9127b9d8f84c9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A84A430B-D133-4ABA-A5BC-88F3E7A1E7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2b205786f64e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62562" y="284011"/>
            <a:ext cx="4066876" cy="5578091"/>
          </a:xfrm>
          <a:prstGeom xmlns:a="http://schemas.openxmlformats.org/drawingml/2006/main" prst="rect">
            <a:avLst/>
          </a:prstGeom>
        </p:spPr>
      </p:pic>
      <p:sp>
        <p:nvSpPr>
          <p:cNvPr id="8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75A21B57-9D9D-406B-90B3-1D1ED41C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Katie.</a:t>
            </a:r>
          </a:p>
        </p:txBody>
      </p:sp>
    </p:spTree>
    <p:extLst>
      <p:ext uri="{BB962C8B-B14F-4D97-AF65-F5344CB8AC3E}">
        <p14:creationId xmlns:p14="http://schemas.microsoft.com/office/powerpoint/2010/main" val="191284381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33C958A5-E00B-4334-BC58-0EF724BE3E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3c0e8d81e048a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DC28F0A6-4E1B-467B-841A-45D1B49124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7b2f0f13c04f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62562" y="284011"/>
            <a:ext cx="4066876" cy="5578091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EA0C200B-D815-40AA-9DC2-2FAEB512B6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d743b588db41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9981" y="420576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1C39B0AE-917A-497B-85E2-18C6465DB4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bd4671111e40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3990" y="402432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21BF6636-179B-41BA-8192-D2DD56043D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bd4671111e40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66412" y="4024321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15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80112B87-B60E-47C9-9260-BA32CFCE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Katie has 2 cookies.</a:t>
            </a:r>
          </a:p>
        </p:txBody>
      </p:sp>
    </p:spTree>
    <p:extLst>
      <p:ext uri="{BB962C8B-B14F-4D97-AF65-F5344CB8AC3E}">
        <p14:creationId xmlns:p14="http://schemas.microsoft.com/office/powerpoint/2010/main" val="31941421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0D512F0B-A6DD-4528-97ED-8EC33AD79B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6a235a9bce4e8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1B9EE7B9-396A-412C-AFD9-DE34488B4D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d29dade1644c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8399" y="432280"/>
            <a:ext cx="2860957" cy="5301916"/>
          </a:xfrm>
          <a:prstGeom xmlns:a="http://schemas.openxmlformats.org/drawingml/2006/main" prst="rect">
            <a:avLst/>
          </a:prstGeom>
        </p:spPr>
      </p:pic>
      <p:sp>
        <p:nvSpPr>
          <p:cNvPr id="10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DE930C7B-8306-4FB9-8CC2-B5E950C5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Tony.</a:t>
            </a:r>
          </a:p>
        </p:txBody>
      </p:sp>
    </p:spTree>
    <p:extLst>
      <p:ext uri="{BB962C8B-B14F-4D97-AF65-F5344CB8AC3E}">
        <p14:creationId xmlns:p14="http://schemas.microsoft.com/office/powerpoint/2010/main" val="30816616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5D489018-525B-460E-88CA-5B7018AFB9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cd609df1574bf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BB869A4A-F1E0-4770-9671-EFE122B491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c118f02e0043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8399" y="432280"/>
            <a:ext cx="2860957" cy="5301916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BA2EBA0B-E100-40BB-B4A1-DB45C00EFC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90bf72e5f849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68318" y="4161158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9AA408-F80E-441B-A55E-541D59F438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f860124bc54896"/>
          <a:stretch xmlns:a="http://schemas.openxmlformats.org/drawingml/2006/main"/>
        </p:blipFill>
        <p:spPr>
          <a:xfrm xmlns:a="http://schemas.openxmlformats.org/drawingml/2006/main">
            <a:off x="6712327" y="3982894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CC8376-B7A0-44EA-95ED-74E33DE9BC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b83ae2ea684e5c"/>
          <a:stretch xmlns:a="http://schemas.openxmlformats.org/drawingml/2006/main"/>
        </p:blipFill>
        <p:spPr>
          <a:xfrm xmlns:a="http://schemas.openxmlformats.org/drawingml/2006/main">
            <a:off x="6630741" y="3898704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FC29C2-ADBB-4348-B131-CEC125DD39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0599ad74984323"/>
          <a:stretch xmlns:a="http://schemas.openxmlformats.org/drawingml/2006/main"/>
        </p:blipFill>
        <p:spPr>
          <a:xfrm xmlns:a="http://schemas.openxmlformats.org/drawingml/2006/main">
            <a:off x="6997788" y="3895529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28A04C-3CF4-4356-8AF2-14ABC0D09B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6c1b123934469c"/>
          <a:stretch xmlns:a="http://schemas.openxmlformats.org/drawingml/2006/main"/>
        </p:blipFill>
        <p:spPr>
          <a:xfrm xmlns:a="http://schemas.openxmlformats.org/drawingml/2006/main">
            <a:off x="6841773" y="382576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ECF1F5-BBDB-4280-80EF-A00CAD6334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5c9fc1a22348ea"/>
          <a:stretch xmlns:a="http://schemas.openxmlformats.org/drawingml/2006/main"/>
        </p:blipFill>
        <p:spPr>
          <a:xfrm xmlns:a="http://schemas.openxmlformats.org/drawingml/2006/main">
            <a:off x="7005324" y="397816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4F50C4-0DA8-4F7B-A709-5F45DE2DE3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056bd4e41a4a3b"/>
          <a:stretch xmlns:a="http://schemas.openxmlformats.org/drawingml/2006/main"/>
        </p:blipFill>
        <p:spPr>
          <a:xfrm xmlns:a="http://schemas.openxmlformats.org/drawingml/2006/main">
            <a:off x="6997764" y="3783788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E30FBD-D721-47AB-91F6-EDBB1C9861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ccb80e4a774e98"/>
          <a:stretch xmlns:a="http://schemas.openxmlformats.org/drawingml/2006/main"/>
        </p:blipFill>
        <p:spPr>
          <a:xfrm xmlns:a="http://schemas.openxmlformats.org/drawingml/2006/main">
            <a:off x="6627343" y="3806397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21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05223DD1-E341-43CD-8E50-89D4E91D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Tony has 8 cookies.</a:t>
            </a:r>
          </a:p>
        </p:txBody>
      </p:sp>
    </p:spTree>
    <p:extLst>
      <p:ext uri="{BB962C8B-B14F-4D97-AF65-F5344CB8AC3E}">
        <p14:creationId xmlns:p14="http://schemas.microsoft.com/office/powerpoint/2010/main" val="74044456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Picture 32">
            <a:extLst xmlns:a="http://schemas.openxmlformats.org/drawingml/2006/main">
              <a:ext uri="{FF2B5EF4-FFF2-40B4-BE49-F238E27FC236}">
                <a16:creationId xmlns:a16="http://schemas.microsoft.com/office/drawing/2014/main" id="{27EE4148-8C72-4BC9-89D8-7269A4918D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0d8847d6e84b6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4" name="Picture 33">
            <a:extLst xmlns:a="http://schemas.openxmlformats.org/drawingml/2006/main">
              <a:ext uri="{FF2B5EF4-FFF2-40B4-BE49-F238E27FC236}">
                <a16:creationId xmlns:a16="http://schemas.microsoft.com/office/drawing/2014/main" id="{80451665-5C14-4914-9BAF-D85753F3AA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7038230fa54d22"/>
          <a:srcRect xmlns:a="http://schemas.openxmlformats.org/drawingml/2006/main" l="0" t="24519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09800" y="3148314"/>
            <a:ext cx="7772400" cy="2471712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946205F6-34D6-4642-9096-8EAA80F296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c0964ab9c047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75369" y="715341"/>
            <a:ext cx="2496968" cy="4281773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6C25D2AB-7488-41CA-A18D-C65E48E329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abbef0c58949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49434" y="599932"/>
            <a:ext cx="2467198" cy="4512590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1EE8BCA9-67DB-4DAA-8BB8-7C56FB1CEF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7db18e82ca4f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93843" y="464885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7AF1D019-B0DA-4757-949A-9584A87F2A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03b52074be4f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7852" y="446741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D147BBE8-A321-40DA-83E7-EF0336EE7C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03b52074be4f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23289" y="4466633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6" name="Picture 25">
            <a:extLst xmlns:a="http://schemas.openxmlformats.org/drawingml/2006/main">
              <a:ext uri="{FF2B5EF4-FFF2-40B4-BE49-F238E27FC236}">
                <a16:creationId xmlns:a16="http://schemas.microsoft.com/office/drawing/2014/main" id="{C4E59272-016B-44C2-B4E5-D129835EB8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7db18e82ca4f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10304" y="423082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BF90EA-1F23-4DEF-BBD7-ED50B4757C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17d7752e9146c1"/>
          <a:stretch xmlns:a="http://schemas.openxmlformats.org/drawingml/2006/main"/>
        </p:blipFill>
        <p:spPr>
          <a:xfrm xmlns:a="http://schemas.openxmlformats.org/drawingml/2006/main">
            <a:off x="3554313" y="405255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5D78D3-A5E4-4C06-A5A1-F3E30CDE78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c5f354c62343a6"/>
          <a:stretch xmlns:a="http://schemas.openxmlformats.org/drawingml/2006/main"/>
        </p:blipFill>
        <p:spPr>
          <a:xfrm xmlns:a="http://schemas.openxmlformats.org/drawingml/2006/main">
            <a:off x="3472727" y="396836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2C6BED-5663-455A-B704-3E6E7D3CA1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aa3f21f8ae4d54"/>
          <a:stretch xmlns:a="http://schemas.openxmlformats.org/drawingml/2006/main"/>
        </p:blipFill>
        <p:spPr>
          <a:xfrm xmlns:a="http://schemas.openxmlformats.org/drawingml/2006/main">
            <a:off x="3839774" y="396519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A93EF5-6062-4280-8CB6-FDA924B493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d52bac15f64dc5"/>
          <a:stretch xmlns:a="http://schemas.openxmlformats.org/drawingml/2006/main"/>
        </p:blipFill>
        <p:spPr>
          <a:xfrm xmlns:a="http://schemas.openxmlformats.org/drawingml/2006/main">
            <a:off x="3683759" y="389542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4BD80C-7BF9-4CFD-B1EF-A999CD7B73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a8f56796114494"/>
          <a:stretch xmlns:a="http://schemas.openxmlformats.org/drawingml/2006/main"/>
        </p:blipFill>
        <p:spPr>
          <a:xfrm xmlns:a="http://schemas.openxmlformats.org/drawingml/2006/main">
            <a:off x="3847310" y="404782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E77340-5297-4E1B-8607-640F9F7F69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5fd1b0dbe844ef"/>
          <a:stretch xmlns:a="http://schemas.openxmlformats.org/drawingml/2006/main"/>
        </p:blipFill>
        <p:spPr>
          <a:xfrm xmlns:a="http://schemas.openxmlformats.org/drawingml/2006/main">
            <a:off x="3839750" y="385345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1D99949-F750-42F7-9531-F2B3BE9F40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b5ed9b438b4a2a"/>
          <a:stretch xmlns:a="http://schemas.openxmlformats.org/drawingml/2006/main"/>
        </p:blipFill>
        <p:spPr>
          <a:xfrm xmlns:a="http://schemas.openxmlformats.org/drawingml/2006/main">
            <a:off x="3469329" y="3876060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42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97A04221-61A0-4F24-BDB8-5F92EDCE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Katie and Tony are having a picnic.</a:t>
            </a:r>
          </a:p>
        </p:txBody>
      </p:sp>
    </p:spTree>
    <p:extLst>
      <p:ext uri="{BB962C8B-B14F-4D97-AF65-F5344CB8AC3E}">
        <p14:creationId xmlns:p14="http://schemas.microsoft.com/office/powerpoint/2010/main" val="349988126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69A57E1F-5A67-46E3-9E33-A7420E9CE4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54b3261b39475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6DF4F81C-97E3-4A43-8FBE-306B04A127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686e368952422b"/>
          <a:srcRect xmlns:a="http://schemas.openxmlformats.org/drawingml/2006/main" l="0" t="24519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09800" y="3148314"/>
            <a:ext cx="7772400" cy="2471712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2EEF194B-3329-43CC-8510-E984D9F98A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9714178b2f4c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75369" y="715341"/>
            <a:ext cx="2496968" cy="4281773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1270CE68-3BEA-4A19-98D5-9326932CDB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7d338c69c248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49434" y="599932"/>
            <a:ext cx="2467198" cy="4512590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D5DEDC40-276A-4646-9DFE-60B4719694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d6919146f04e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93843" y="464885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26" name="Picture 25">
            <a:extLst xmlns:a="http://schemas.openxmlformats.org/drawingml/2006/main">
              <a:ext uri="{FF2B5EF4-FFF2-40B4-BE49-F238E27FC236}">
                <a16:creationId xmlns:a16="http://schemas.microsoft.com/office/drawing/2014/main" id="{CD348A77-F987-4931-9AFA-12827C8AD3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d6919146f04e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10304" y="423082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E263324F-606F-40A0-B73D-A8228E6636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3550e0a57647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860743">
            <a:off x="5319021" y="3404799"/>
            <a:ext cx="2037777" cy="951846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8D58116B-E1BB-48F5-8757-254C377565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6670d5067543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7852" y="446741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7026C4A9-7F52-483A-BAF4-EE16EB4931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6670d5067543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23289" y="4466633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37581E-7F7D-451F-9F4B-6E26F523F6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5ab1c01f934e3e"/>
          <a:stretch xmlns:a="http://schemas.openxmlformats.org/drawingml/2006/main"/>
        </p:blipFill>
        <p:spPr>
          <a:xfrm xmlns:a="http://schemas.openxmlformats.org/drawingml/2006/main">
            <a:off x="3554313" y="405255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F40B4E-4030-42C3-9A54-293BE9DB79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185620bdc44343"/>
          <a:stretch xmlns:a="http://schemas.openxmlformats.org/drawingml/2006/main"/>
        </p:blipFill>
        <p:spPr>
          <a:xfrm xmlns:a="http://schemas.openxmlformats.org/drawingml/2006/main">
            <a:off x="3472727" y="396836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16E6C3-8D6A-4009-AB38-73D25EF3CC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986819f6e244e9"/>
          <a:stretch xmlns:a="http://schemas.openxmlformats.org/drawingml/2006/main"/>
        </p:blipFill>
        <p:spPr>
          <a:xfrm xmlns:a="http://schemas.openxmlformats.org/drawingml/2006/main">
            <a:off x="3839774" y="396519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124057-F2A1-438C-A4E8-9DB718C6BE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a7550fe89c40c2"/>
          <a:stretch xmlns:a="http://schemas.openxmlformats.org/drawingml/2006/main"/>
        </p:blipFill>
        <p:spPr>
          <a:xfrm xmlns:a="http://schemas.openxmlformats.org/drawingml/2006/main">
            <a:off x="3683759" y="389542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654C4A-B4BD-4E68-A3C0-8E60B93C02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c0a05ddb7346d7"/>
          <a:stretch xmlns:a="http://schemas.openxmlformats.org/drawingml/2006/main"/>
        </p:blipFill>
        <p:spPr>
          <a:xfrm xmlns:a="http://schemas.openxmlformats.org/drawingml/2006/main">
            <a:off x="3847310" y="404782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68005E-A848-492F-81BA-1A844F4E47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f3c2f8a0d74ac2"/>
          <a:stretch xmlns:a="http://schemas.openxmlformats.org/drawingml/2006/main"/>
        </p:blipFill>
        <p:spPr>
          <a:xfrm xmlns:a="http://schemas.openxmlformats.org/drawingml/2006/main">
            <a:off x="3839750" y="385345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B27050-4C16-4639-9E96-E0BFE01EA5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6d2f41ff4e4ff1"/>
          <a:stretch xmlns:a="http://schemas.openxmlformats.org/drawingml/2006/main"/>
        </p:blipFill>
        <p:spPr>
          <a:xfrm xmlns:a="http://schemas.openxmlformats.org/drawingml/2006/main">
            <a:off x="3469329" y="3876060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34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30DD24FB-6B97-4C08-8758-9BB7860C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Oh no! A gust of wind blows.</a:t>
            </a:r>
          </a:p>
        </p:txBody>
      </p:sp>
    </p:spTree>
    <p:extLst>
      <p:ext uri="{BB962C8B-B14F-4D97-AF65-F5344CB8AC3E}">
        <p14:creationId xmlns:p14="http://schemas.microsoft.com/office/powerpoint/2010/main" val="27554208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0CD1D2A5-C267-4F76-9CE7-B29296A1F9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b675de26d64fc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83A74C93-7659-419B-8920-157FF8D582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278362596045f8"/>
          <a:srcRect xmlns:a="http://schemas.openxmlformats.org/drawingml/2006/main" l="0" t="24519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09800" y="3148314"/>
            <a:ext cx="7772400" cy="2471712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C13C91BC-2524-4956-9603-48A131FD0D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119ed58ddd43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49434" y="599932"/>
            <a:ext cx="2467198" cy="4512590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06C77A68-D874-4F30-BF86-8341AF2B77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94bdbb371447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93843" y="464885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26" name="Picture 25">
            <a:extLst xmlns:a="http://schemas.openxmlformats.org/drawingml/2006/main">
              <a:ext uri="{FF2B5EF4-FFF2-40B4-BE49-F238E27FC236}">
                <a16:creationId xmlns:a16="http://schemas.microsoft.com/office/drawing/2014/main" id="{41438D86-C0A3-40DA-9A91-258AB42368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94bdbb371447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10304" y="423082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4F2F7711-8817-4E34-9073-43513EDAF8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a3071d66744c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75369" y="713784"/>
            <a:ext cx="2495845" cy="4281774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02D60BE1-16D5-4FB7-A2E9-60C755A47A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c92a83534343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860743">
            <a:off x="5319021" y="3404799"/>
            <a:ext cx="2037777" cy="951846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865E72F1-F1A9-4DC2-8942-9509285212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9494c4ba1a47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15666" y="484689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D5C9C7F0-8784-4BAD-BE48-803B527ADF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9494c4ba1a47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83860" y="491464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277D8F-A158-443C-B4F8-BB4784E2C8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1209807fd94c3a"/>
          <a:stretch xmlns:a="http://schemas.openxmlformats.org/drawingml/2006/main"/>
        </p:blipFill>
        <p:spPr>
          <a:xfrm xmlns:a="http://schemas.openxmlformats.org/drawingml/2006/main">
            <a:off x="3554313" y="405255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AD296B-0908-4823-8EF4-424CC25660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94ff4105d641ac"/>
          <a:stretch xmlns:a="http://schemas.openxmlformats.org/drawingml/2006/main"/>
        </p:blipFill>
        <p:spPr>
          <a:xfrm xmlns:a="http://schemas.openxmlformats.org/drawingml/2006/main">
            <a:off x="3472727" y="396836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CEC1F1-B932-4D14-8FE6-DF3F532B0F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90c86e4ef64080"/>
          <a:stretch xmlns:a="http://schemas.openxmlformats.org/drawingml/2006/main"/>
        </p:blipFill>
        <p:spPr>
          <a:xfrm xmlns:a="http://schemas.openxmlformats.org/drawingml/2006/main">
            <a:off x="3839774" y="396519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EF39DC-41AD-4B3C-AACF-8CE5B4FF7D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61799bcccb4dc3"/>
          <a:stretch xmlns:a="http://schemas.openxmlformats.org/drawingml/2006/main"/>
        </p:blipFill>
        <p:spPr>
          <a:xfrm xmlns:a="http://schemas.openxmlformats.org/drawingml/2006/main">
            <a:off x="3683759" y="389542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7C0B0E-021F-4C70-B7AB-0495E6FA19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b398ebeaa04d97"/>
          <a:stretch xmlns:a="http://schemas.openxmlformats.org/drawingml/2006/main"/>
        </p:blipFill>
        <p:spPr>
          <a:xfrm xmlns:a="http://schemas.openxmlformats.org/drawingml/2006/main">
            <a:off x="3847310" y="404782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E738AA-1B3B-4BD4-B3C2-91633950D6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e728430fa24d3e"/>
          <a:stretch xmlns:a="http://schemas.openxmlformats.org/drawingml/2006/main"/>
        </p:blipFill>
        <p:spPr>
          <a:xfrm xmlns:a="http://schemas.openxmlformats.org/drawingml/2006/main">
            <a:off x="3839750" y="385345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7584DA-26A3-4800-A902-AA7F9A1C09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0b128430444016"/>
          <a:stretch xmlns:a="http://schemas.openxmlformats.org/drawingml/2006/main"/>
        </p:blipFill>
        <p:spPr>
          <a:xfrm xmlns:a="http://schemas.openxmlformats.org/drawingml/2006/main">
            <a:off x="3469329" y="3876060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34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ED837A98-7008-4400-9B98-F52DBD7D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 of Katie’s cookies blow away!</a:t>
            </a:r>
          </a:p>
        </p:txBody>
      </p:sp>
    </p:spTree>
    <p:extLst>
      <p:ext uri="{BB962C8B-B14F-4D97-AF65-F5344CB8AC3E}">
        <p14:creationId xmlns:p14="http://schemas.microsoft.com/office/powerpoint/2010/main" val="59758042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Picture 22">
            <a:extLst xmlns:a="http://schemas.openxmlformats.org/drawingml/2006/main">
              <a:ext uri="{FF2B5EF4-FFF2-40B4-BE49-F238E27FC236}">
                <a16:creationId xmlns:a16="http://schemas.microsoft.com/office/drawing/2014/main" id="{BCBC57FE-8589-4C83-A2A7-0D5AB74434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c64d2125694b9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467029F4-ECD3-4668-9675-3CC4DB6A5F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a86613559d4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90254" y="590309"/>
            <a:ext cx="3735658" cy="5123796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1FC42484-9398-487F-810D-A8D3603740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131eaac0fc40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77804" y="307166"/>
            <a:ext cx="2860957" cy="5301916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405FCC8B-EC0A-4F3E-A336-E34989D02F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d333c327814d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5334" y="4101222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5853068A-96D6-4AE9-8741-5C5763F304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d333c327814d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72340" y="3966192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BFE05F63-C231-4A0B-B91D-78A87B5B69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9fa1faefd242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6354300" y="5059544"/>
            <a:ext cx="812666" cy="411363"/>
          </a:xfrm>
          <a:prstGeom xmlns:a="http://schemas.openxmlformats.org/drawingml/2006/main" prst="rect">
            <a:avLst/>
          </a:prstGeom>
        </p:spPr>
      </p:pic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DDE56321-8790-4EBE-8C49-B84617CB89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9fa1faefd242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5837701" y="4853862"/>
            <a:ext cx="812666" cy="411363"/>
          </a:xfrm>
          <a:prstGeom xmlns:a="http://schemas.openxmlformats.org/drawingml/2006/main" prst="rect">
            <a:avLst/>
          </a:prstGeom>
        </p:spPr>
      </p:pic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8AE437-59AB-4BFE-A5AD-DA6EDBDC2B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a9081766524bff"/>
          <a:stretch xmlns:a="http://schemas.openxmlformats.org/drawingml/2006/main"/>
        </p:blipFill>
        <p:spPr>
          <a:xfrm xmlns:a="http://schemas.openxmlformats.org/drawingml/2006/main">
            <a:off x="2616349" y="3787928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EFAA0C-3C06-426F-9C02-08A43AE105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3256042fb743a7"/>
          <a:stretch xmlns:a="http://schemas.openxmlformats.org/drawingml/2006/main"/>
        </p:blipFill>
        <p:spPr>
          <a:xfrm xmlns:a="http://schemas.openxmlformats.org/drawingml/2006/main">
            <a:off x="2534763" y="3703738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B7EC40-87D2-4B87-B081-6964F2C8D1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f005f660a44837"/>
          <a:stretch xmlns:a="http://schemas.openxmlformats.org/drawingml/2006/main"/>
        </p:blipFill>
        <p:spPr>
          <a:xfrm xmlns:a="http://schemas.openxmlformats.org/drawingml/2006/main">
            <a:off x="2901810" y="3700563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8DC261-215B-46FF-94BC-B48D757BE8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9b377d24a44d93"/>
          <a:stretch xmlns:a="http://schemas.openxmlformats.org/drawingml/2006/main"/>
        </p:blipFill>
        <p:spPr>
          <a:xfrm xmlns:a="http://schemas.openxmlformats.org/drawingml/2006/main">
            <a:off x="2745795" y="3630796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B6756D-53EB-4B13-B101-795F5175A8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e778c8583444ef"/>
          <a:stretch xmlns:a="http://schemas.openxmlformats.org/drawingml/2006/main"/>
        </p:blipFill>
        <p:spPr>
          <a:xfrm xmlns:a="http://schemas.openxmlformats.org/drawingml/2006/main">
            <a:off x="2909346" y="3783196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931AB8-F9BD-4C5A-A24E-F73A3E56A4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825f2ceae34802"/>
          <a:stretch xmlns:a="http://schemas.openxmlformats.org/drawingml/2006/main"/>
        </p:blipFill>
        <p:spPr>
          <a:xfrm xmlns:a="http://schemas.openxmlformats.org/drawingml/2006/main">
            <a:off x="2901786" y="358882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5642DB-099E-4E89-BF7D-8AAD3C9FFB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630fcfdb884670"/>
          <a:stretch xmlns:a="http://schemas.openxmlformats.org/drawingml/2006/main"/>
        </p:blipFill>
        <p:spPr>
          <a:xfrm xmlns:a="http://schemas.openxmlformats.org/drawingml/2006/main">
            <a:off x="2531365" y="3611431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31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3F62CF78-797D-4BC1-AF2A-A8429484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Tony still has 8 cookies. Katie now has 0 cookies.</a:t>
            </a:r>
          </a:p>
        </p:txBody>
      </p:sp>
    </p:spTree>
    <p:extLst>
      <p:ext uri="{BB962C8B-B14F-4D97-AF65-F5344CB8AC3E}">
        <p14:creationId xmlns:p14="http://schemas.microsoft.com/office/powerpoint/2010/main" val="308938569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2026-10-11T18:00:57.3770000Z</dcterms:created>
  <dcterms:modified xsi:type="dcterms:W3CDTF">2026-10-11T18:00:57.3770000Z</dcterms:modified>
</coreProperties>
</file>