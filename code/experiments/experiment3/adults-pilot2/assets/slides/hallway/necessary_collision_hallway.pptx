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2ac5a7ef694677" /><Relationship Type="http://schemas.openxmlformats.org/officeDocument/2006/relationships/extended-properties" Target="/docProps/app.xml" Id="R48f3aaab279a4140" /><Relationship Type="http://schemas.openxmlformats.org/officeDocument/2006/relationships/officeDocument" Target="/ppt/presentation.xml" Id="Rf149f2d3dd9049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dd868a2ee44c8b"/>
  </p:sldMasterIdLst>
  <p:notesMasterIdLst>
    <p:notesMasterId xmlns:r="http://schemas.openxmlformats.org/officeDocument/2006/relationships" r:id="R327bfc35083345d9"/>
  </p:notesMasterIdLst>
  <p:sldIdLst>
    <p:sldId xmlns:r="http://schemas.openxmlformats.org/officeDocument/2006/relationships" id="256" r:id="R228153e59ec24013"/>
    <p:sldId xmlns:r="http://schemas.openxmlformats.org/officeDocument/2006/relationships" id="257" r:id="R214701ff1e564723"/>
    <p:sldId xmlns:r="http://schemas.openxmlformats.org/officeDocument/2006/relationships" id="258" r:id="R3d2da3920f3e4442"/>
    <p:sldId xmlns:r="http://schemas.openxmlformats.org/officeDocument/2006/relationships" id="259" r:id="Ra715290581944004"/>
    <p:sldId xmlns:r="http://schemas.openxmlformats.org/officeDocument/2006/relationships" id="260" r:id="R0662f7d3adb24c04"/>
    <p:sldId xmlns:r="http://schemas.openxmlformats.org/officeDocument/2006/relationships" id="261" r:id="Rdb3b1d6460784203"/>
    <p:sldId xmlns:r="http://schemas.openxmlformats.org/officeDocument/2006/relationships" id="262" r:id="R07bb53eb67ae4875"/>
    <p:sldId xmlns:r="http://schemas.openxmlformats.org/officeDocument/2006/relationships" id="263" r:id="Reda5fa5f1e704a32"/>
    <p:sldId xmlns:r="http://schemas.openxmlformats.org/officeDocument/2006/relationships" id="264" r:id="Rd8a4c9f4dd2e438f"/>
    <p:sldId xmlns:r="http://schemas.openxmlformats.org/officeDocument/2006/relationships" id="265" r:id="R9904cfff6c4e412c"/>
    <p:sldId xmlns:r="http://schemas.openxmlformats.org/officeDocument/2006/relationships" id="266" r:id="Re124e4ee92434f0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8beb64c0dd4053" /><Relationship Type="http://schemas.openxmlformats.org/officeDocument/2006/relationships/slideMaster" Target="/ppt/slideMasters/slideMaster1.xml" Id="R86dd868a2ee44c8b" /><Relationship Type="http://schemas.openxmlformats.org/officeDocument/2006/relationships/notesMaster" Target="/ppt/notesMasters/notesMaster1.xml" Id="R327bfc35083345d9" /><Relationship Type="http://schemas.openxmlformats.org/officeDocument/2006/relationships/presProps" Target="/ppt/presProps.xml" Id="R70c1c5002b8e4787" /><Relationship Type="http://schemas.openxmlformats.org/officeDocument/2006/relationships/viewProps" Target="/ppt/viewProps.xml" Id="R8a7808d537e34211" /><Relationship Type="http://schemas.openxmlformats.org/officeDocument/2006/relationships/tableStyles" Target="/ppt/tableStyles.xml" Id="Rfed1bcbd4e164f34" /><Relationship Type="http://schemas.openxmlformats.org/officeDocument/2006/relationships/slide" Target="/ppt/slides/slide1.xml" Id="R228153e59ec24013" /><Relationship Type="http://schemas.openxmlformats.org/officeDocument/2006/relationships/slide" Target="/ppt/slides/slide2.xml" Id="R214701ff1e564723" /><Relationship Type="http://schemas.openxmlformats.org/officeDocument/2006/relationships/slide" Target="/ppt/slides/slide3.xml" Id="R3d2da3920f3e4442" /><Relationship Type="http://schemas.openxmlformats.org/officeDocument/2006/relationships/slide" Target="/ppt/slides/slide4.xml" Id="Ra715290581944004" /><Relationship Type="http://schemas.openxmlformats.org/officeDocument/2006/relationships/slide" Target="/ppt/slides/slide5.xml" Id="R0662f7d3adb24c04" /><Relationship Type="http://schemas.openxmlformats.org/officeDocument/2006/relationships/slide" Target="/ppt/slides/slide6.xml" Id="Rdb3b1d6460784203" /><Relationship Type="http://schemas.openxmlformats.org/officeDocument/2006/relationships/slide" Target="/ppt/slides/slide7.xml" Id="R07bb53eb67ae4875" /><Relationship Type="http://schemas.openxmlformats.org/officeDocument/2006/relationships/slide" Target="/ppt/slides/slide8.xml" Id="Reda5fa5f1e704a32" /><Relationship Type="http://schemas.openxmlformats.org/officeDocument/2006/relationships/slide" Target="/ppt/slides/slide9.xml" Id="Rd8a4c9f4dd2e438f" /><Relationship Type="http://schemas.openxmlformats.org/officeDocument/2006/relationships/slide" Target="/ppt/slides/slide10.xml" Id="R9904cfff6c4e412c" /><Relationship Type="http://schemas.openxmlformats.org/officeDocument/2006/relationships/slide" Target="/ppt/slides/slide11.xml" Id="Re124e4ee92434f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cb6384672e4b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bdfc850517499e" /><Relationship Type="http://schemas.openxmlformats.org/officeDocument/2006/relationships/notesMaster" Target="/ppt/notesMasters/notesMaster1.xml" Id="R5849ce5760d14e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9b70b0b4b24c19" /><Relationship Type="http://schemas.openxmlformats.org/officeDocument/2006/relationships/notesMaster" Target="/ppt/notesMasters/notesMaster1.xml" Id="R3b09d727fd9a4a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7a698fdfba42d7" /><Relationship Type="http://schemas.openxmlformats.org/officeDocument/2006/relationships/notesMaster" Target="/ppt/notesMasters/notesMaster1.xml" Id="R5c28209f2d2944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61e81c4f7445aa" /><Relationship Type="http://schemas.openxmlformats.org/officeDocument/2006/relationships/notesMaster" Target="/ppt/notesMasters/notesMaster1.xml" Id="Red3474a8d82f46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60f593e4d243b9" /><Relationship Type="http://schemas.openxmlformats.org/officeDocument/2006/relationships/notesMaster" Target="/ppt/notesMasters/notesMaster1.xml" Id="R76b9726d748b48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a9cb6549c14af2" /><Relationship Type="http://schemas.openxmlformats.org/officeDocument/2006/relationships/notesMaster" Target="/ppt/notesMasters/notesMaster1.xml" Id="R2196cc99b1d94e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25b999193f4257" /><Relationship Type="http://schemas.openxmlformats.org/officeDocument/2006/relationships/notesMaster" Target="/ppt/notesMasters/notesMaster1.xml" Id="R5f1c7a914e7b4d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70551660654012" /><Relationship Type="http://schemas.openxmlformats.org/officeDocument/2006/relationships/notesMaster" Target="/ppt/notesMasters/notesMaster1.xml" Id="R56e876925d794a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736f44e5b242db" /><Relationship Type="http://schemas.openxmlformats.org/officeDocument/2006/relationships/notesMaster" Target="/ppt/notesMasters/notesMaster1.xml" Id="Ra1801c0796f64e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640e5e7c6e47a5" /><Relationship Type="http://schemas.openxmlformats.org/officeDocument/2006/relationships/notesMaster" Target="/ppt/notesMasters/notesMaster1.xml" Id="R8524805cffa44c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926e903c1e472a" /><Relationship Type="http://schemas.openxmlformats.org/officeDocument/2006/relationships/notesMaster" Target="/ppt/notesMasters/notesMaster1.xml" Id="R3e134cce7aee48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0bcc99587d45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b374b93f647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cbdd601a345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ce460a28647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6646569df44e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db66774d7d40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e24731b5604071" /><Relationship Type="http://schemas.openxmlformats.org/officeDocument/2006/relationships/slideLayout" Target="/ppt/slideLayouts/slideLayout1.xml" Id="R6b6e4810c7c34a73" /><Relationship Type="http://schemas.openxmlformats.org/officeDocument/2006/relationships/slideLayout" Target="/ppt/slideLayouts/slideLayout2.xml" Id="Rf3871fb2df2d4044" /><Relationship Type="http://schemas.openxmlformats.org/officeDocument/2006/relationships/slideLayout" Target="/ppt/slideLayouts/slideLayout3.xml" Id="Rcd49b55983e84055" /><Relationship Type="http://schemas.openxmlformats.org/officeDocument/2006/relationships/slideLayout" Target="/ppt/slideLayouts/slideLayout4.xml" Id="Rc2e51b39ab2c41a7" /><Relationship Type="http://schemas.openxmlformats.org/officeDocument/2006/relationships/slideLayout" Target="/ppt/slideLayouts/slideLayout5.xml" Id="Rdbe4d8c8ecec454f" /><Relationship Type="http://schemas.openxmlformats.org/officeDocument/2006/relationships/slideLayout" Target="/ppt/slideLayouts/slideLayout6.xml" Id="R233bb1c420424a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6e4810c7c34a73"/>
    <p:sldLayoutId xmlns:r="http://schemas.openxmlformats.org/officeDocument/2006/relationships" id="2147483650" r:id="Rf3871fb2df2d4044"/>
    <p:sldLayoutId xmlns:r="http://schemas.openxmlformats.org/officeDocument/2006/relationships" id="2147483651" r:id="Rcd49b55983e84055"/>
    <p:sldLayoutId xmlns:r="http://schemas.openxmlformats.org/officeDocument/2006/relationships" id="2147483652" r:id="Rc2e51b39ab2c41a7"/>
    <p:sldLayoutId xmlns:r="http://schemas.openxmlformats.org/officeDocument/2006/relationships" id="2147483653" r:id="Rdbe4d8c8ecec454f"/>
    <p:sldLayoutId xmlns:r="http://schemas.openxmlformats.org/officeDocument/2006/relationships" id="2147483654" r:id="R233bb1c420424a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d9a88405f2474a" /><Relationship Type="http://schemas.openxmlformats.org/officeDocument/2006/relationships/image" Target="/ppt/media/image.jpeg" Id="Rd7e24c9508604acf" /><Relationship Type="http://schemas.openxmlformats.org/officeDocument/2006/relationships/image" Target="/ppt/media/image.png" Id="R9bf4d1167f214507" /><Relationship Type="http://schemas.openxmlformats.org/officeDocument/2006/relationships/notesSlide" Target="/ppt/notesSlides/notesSlide1.xml" Id="R7d09213fedda46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918b5256a4e2c" /><Relationship Type="http://schemas.openxmlformats.org/officeDocument/2006/relationships/image" Target="/ppt/media/image.jpeg" Id="Rd657616140e24dea" /><Relationship Type="http://schemas.openxmlformats.org/officeDocument/2006/relationships/image" Target="/ppt/media/image2.png" Id="R562619b9d46f4260" /><Relationship Type="http://schemas.openxmlformats.org/officeDocument/2006/relationships/image" Target="/ppt/media/image3.png" Id="Rf90cc8e64b404169" /><Relationship Type="http://schemas.openxmlformats.org/officeDocument/2006/relationships/image" Target="/ppt/media/image4.png" Id="R907f4370f2874f22" /><Relationship Type="http://schemas.openxmlformats.org/officeDocument/2006/relationships/notesSlide" Target="/ppt/notesSlides/notesSlide2.xml" Id="R9b717bbcf62c4c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91a98c28345b7" /><Relationship Type="http://schemas.openxmlformats.org/officeDocument/2006/relationships/image" Target="/ppt/media/image.jpeg" Id="Rdbdc621160e04d19" /><Relationship Type="http://schemas.openxmlformats.org/officeDocument/2006/relationships/image" Target="/ppt/media/image5.png" Id="R47c2d880a9da456b" /><Relationship Type="http://schemas.openxmlformats.org/officeDocument/2006/relationships/notesSlide" Target="/ppt/notesSlides/notesSlide3.xml" Id="R331ea915eebb46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51ac5629e49e2" /><Relationship Type="http://schemas.openxmlformats.org/officeDocument/2006/relationships/image" Target="/ppt/media/image.jpeg" Id="Rb14a7331f0a843bb" /><Relationship Type="http://schemas.openxmlformats.org/officeDocument/2006/relationships/image" Target="/ppt/media/image6.png" Id="Rd694c4cf6e134b89" /><Relationship Type="http://schemas.openxmlformats.org/officeDocument/2006/relationships/image" Target="/ppt/media/image3.png" Id="R0bcbcba125ed4d4b" /><Relationship Type="http://schemas.openxmlformats.org/officeDocument/2006/relationships/image" Target="/ppt/media/image4.png" Id="Reebccfc5d7af4f59" /><Relationship Type="http://schemas.openxmlformats.org/officeDocument/2006/relationships/notesSlide" Target="/ppt/notesSlides/notesSlide4.xml" Id="Rc58142f035b24c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871279c064deb" /><Relationship Type="http://schemas.openxmlformats.org/officeDocument/2006/relationships/image" Target="/ppt/media/image.jpeg" Id="Ra0f9221aa8484c0a" /><Relationship Type="http://schemas.openxmlformats.org/officeDocument/2006/relationships/image" Target="/ppt/media/image6.png" Id="R9832ce3c35704da9" /><Relationship Type="http://schemas.openxmlformats.org/officeDocument/2006/relationships/image" Target="/ppt/media/image3.png" Id="Recb999bce5eb47bf" /><Relationship Type="http://schemas.openxmlformats.org/officeDocument/2006/relationships/image" Target="/ppt/media/image4.png" Id="R1de07f5663e6416e" /><Relationship Type="http://schemas.openxmlformats.org/officeDocument/2006/relationships/image" Target="/ppt/media/image2.png" Id="R2fe151045c4c42db" /><Relationship Type="http://schemas.openxmlformats.org/officeDocument/2006/relationships/notesSlide" Target="/ppt/notesSlides/notesSlide5.xml" Id="R0e427a1d95a14b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8584b38ce40f2" /><Relationship Type="http://schemas.openxmlformats.org/officeDocument/2006/relationships/image" Target="/ppt/media/image.jpeg" Id="R7aa39b2f3c284ee7" /><Relationship Type="http://schemas.openxmlformats.org/officeDocument/2006/relationships/image" Target="/ppt/media/image6.png" Id="Rafa6ced8436a4c6c" /><Relationship Type="http://schemas.openxmlformats.org/officeDocument/2006/relationships/image" Target="/ppt/media/image3.png" Id="R919eefae5038466d" /><Relationship Type="http://schemas.openxmlformats.org/officeDocument/2006/relationships/image" Target="/ppt/media/image4.png" Id="Rdd0c6de089494e7a" /><Relationship Type="http://schemas.openxmlformats.org/officeDocument/2006/relationships/image" Target="/ppt/media/image2.png" Id="R8977ccfb23224732" /><Relationship Type="http://schemas.openxmlformats.org/officeDocument/2006/relationships/notesSlide" Target="/ppt/notesSlides/notesSlide6.xml" Id="Rfc85cfd4f7ae4a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d8e443de34ad6" /><Relationship Type="http://schemas.openxmlformats.org/officeDocument/2006/relationships/image" Target="/ppt/media/image.jpeg" Id="R6b4a4d4fe9274a8b" /><Relationship Type="http://schemas.openxmlformats.org/officeDocument/2006/relationships/image" Target="/ppt/media/image6.png" Id="R07f0cf221814403c" /><Relationship Type="http://schemas.openxmlformats.org/officeDocument/2006/relationships/image" Target="/ppt/media/image3.png" Id="R16ae4a7dd04b440b" /><Relationship Type="http://schemas.openxmlformats.org/officeDocument/2006/relationships/image" Target="/ppt/media/image4.png" Id="R6ce7aa10d1714d8a" /><Relationship Type="http://schemas.openxmlformats.org/officeDocument/2006/relationships/image" Target="/ppt/media/image7.png" Id="Rb314d937d19247fe" /><Relationship Type="http://schemas.openxmlformats.org/officeDocument/2006/relationships/image" Target="/ppt/media/image8.png" Id="R015a6d293e52441c" /><Relationship Type="http://schemas.openxmlformats.org/officeDocument/2006/relationships/notesSlide" Target="/ppt/notesSlides/notesSlide7.xml" Id="R32d4f6b9bed149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16f5411ac2430c" /><Relationship Type="http://schemas.openxmlformats.org/officeDocument/2006/relationships/image" Target="/ppt/media/image.jpeg" Id="Rbfc6d382c8f04833" /><Relationship Type="http://schemas.openxmlformats.org/officeDocument/2006/relationships/image" Target="/ppt/media/image6.png" Id="R02d7acd869894de8" /><Relationship Type="http://schemas.openxmlformats.org/officeDocument/2006/relationships/image" Target="/ppt/media/image3.png" Id="Rd5e889ec59e74236" /><Relationship Type="http://schemas.openxmlformats.org/officeDocument/2006/relationships/image" Target="/ppt/media/image4.png" Id="R0102bf177afb4017" /><Relationship Type="http://schemas.openxmlformats.org/officeDocument/2006/relationships/image" Target="/ppt/media/image7.png" Id="R7a9c356b532c4dd3" /><Relationship Type="http://schemas.openxmlformats.org/officeDocument/2006/relationships/image" Target="/ppt/media/image8.png" Id="R164afb71ceec48db" /><Relationship Type="http://schemas.openxmlformats.org/officeDocument/2006/relationships/notesSlide" Target="/ppt/notesSlides/notesSlide8.xml" Id="R152ef21877a144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ce42286b447ac" /><Relationship Type="http://schemas.openxmlformats.org/officeDocument/2006/relationships/image" Target="/ppt/media/image.jpeg" Id="Rd59ca88d3b984be0" /><Relationship Type="http://schemas.openxmlformats.org/officeDocument/2006/relationships/image" Target="/ppt/media/image9.png" Id="Rf89b9d37e7e4435a" /><Relationship Type="http://schemas.openxmlformats.org/officeDocument/2006/relationships/image" Target="/ppt/media/image10.png" Id="R09d054c262d04adf" /><Relationship Type="http://schemas.openxmlformats.org/officeDocument/2006/relationships/image" Target="/ppt/media/image3.png" Id="R9f85b3d700b04b47" /><Relationship Type="http://schemas.openxmlformats.org/officeDocument/2006/relationships/image" Target="/ppt/media/image4.png" Id="Rc8cb9a62eca4472f" /><Relationship Type="http://schemas.openxmlformats.org/officeDocument/2006/relationships/image" Target="/ppt/media/image7.png" Id="R4ead103580fe499f" /><Relationship Type="http://schemas.openxmlformats.org/officeDocument/2006/relationships/notesSlide" Target="/ppt/notesSlides/notesSlide9.xml" Id="R103f12b12ff445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d1d572272d4d3e" /><Relationship Type="http://schemas.openxmlformats.org/officeDocument/2006/relationships/image" Target="/ppt/media/image.jpeg" Id="R5df2fa7c27c14f4f" /><Relationship Type="http://schemas.openxmlformats.org/officeDocument/2006/relationships/image" Target="/ppt/media/image10.png" Id="Rd27ddbc287bd4790" /><Relationship Type="http://schemas.openxmlformats.org/officeDocument/2006/relationships/image" Target="/ppt/media/image3.png" Id="Rb40f387283af4e91" /><Relationship Type="http://schemas.openxmlformats.org/officeDocument/2006/relationships/image" Target="/ppt/media/image11.png" Id="R37ff0ee1f0624950" /><Relationship Type="http://schemas.openxmlformats.org/officeDocument/2006/relationships/image" Target="/ppt/media/image9.png" Id="Rd57da5de8e944076" /><Relationship Type="http://schemas.openxmlformats.org/officeDocument/2006/relationships/image" Target="/ppt/media/image4.png" Id="Rf865cdb443d74097" /><Relationship Type="http://schemas.openxmlformats.org/officeDocument/2006/relationships/image" Target="/ppt/media/image7.png" Id="Rf1b785fc1ef84c27" /><Relationship Type="http://schemas.openxmlformats.org/officeDocument/2006/relationships/notesSlide" Target="/ppt/notesSlides/notesSlide10.xml" Id="R4bbc850066e046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a90107a0cd4a52" /><Relationship Type="http://schemas.openxmlformats.org/officeDocument/2006/relationships/image" Target="/ppt/media/image.jpeg" Id="R66eddbc541754018" /><Relationship Type="http://schemas.openxmlformats.org/officeDocument/2006/relationships/image" Target="/ppt/media/image6.png" Id="Rfa00dd900c854237" /><Relationship Type="http://schemas.openxmlformats.org/officeDocument/2006/relationships/image" Target="/ppt/media/image3.png" Id="R202b9ee31d774fda" /><Relationship Type="http://schemas.openxmlformats.org/officeDocument/2006/relationships/image" Target="/ppt/media/image2.png" Id="Ra26c7929c4284f2e" /><Relationship Type="http://schemas.openxmlformats.org/officeDocument/2006/relationships/image" Target="/ppt/media/image4.png" Id="R31c62b8bd5e841f3" /><Relationship Type="http://schemas.openxmlformats.org/officeDocument/2006/relationships/image" Target="/ppt/media/image11.png" Id="Re46f4514f70640f9" /><Relationship Type="http://schemas.openxmlformats.org/officeDocument/2006/relationships/image" Target="/ppt/media/image7.png" Id="Re09e6db0e117495d" /><Relationship Type="http://schemas.openxmlformats.org/officeDocument/2006/relationships/notesSlide" Target="/ppt/notesSlides/notesSlide11.xml" Id="Raef641d8692e43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L shaped hallway">
            <a:extLst xmlns:a="http://schemas.openxmlformats.org/drawingml/2006/main">
              <a:ext uri="{FF2B5EF4-FFF2-40B4-BE49-F238E27FC236}">
                <a16:creationId xmlns:a16="http://schemas.microsoft.com/office/drawing/2014/main" id="{8177B2A1-77E5-4474-A9B0-A6559A76EB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24c9508604ac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Milo character">
            <a:extLst xmlns:a="http://schemas.openxmlformats.org/drawingml/2006/main">
              <a:ext uri="{FF2B5EF4-FFF2-40B4-BE49-F238E27FC236}">
                <a16:creationId xmlns:a16="http://schemas.microsoft.com/office/drawing/2014/main" id="{A2C4BFCF-C0B8-44F3-8D7D-A930B40378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4d1167f214507"/>
          <a:stretch xmlns:a="http://schemas.openxmlformats.org/drawingml/2006/main"/>
        </p:blipFill>
        <p:spPr>
          <a:xfrm xmlns:a="http://schemas.openxmlformats.org/drawingml/2006/main">
            <a:off x="5715000" y="190500"/>
            <a:ext cx="1310483" cy="2238375"/>
          </a:xfrm>
          <a:prstGeom xmlns:a="http://schemas.openxmlformats.org/drawingml/2006/main" prst="rect">
            <a:avLst/>
          </a:prstGeom>
        </p:spPr>
      </p:pic>
      <p:sp>
        <p:nvSpPr>
          <p:cNvPr id="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F648F22-1CC7-46D3-9B73-FF064155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Milo.</a:t>
            </a:r>
          </a:p>
        </p:txBody>
      </p:sp>
    </p:spTree>
    <p:extLst>
      <p:ext uri="{BB962C8B-B14F-4D97-AF65-F5344CB8AC3E}">
        <p14:creationId xmlns:p14="http://schemas.microsoft.com/office/powerpoint/2010/main" val="8505110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L shaped hallway">
            <a:extLst xmlns:a="http://schemas.openxmlformats.org/drawingml/2006/main">
              <a:ext uri="{FF2B5EF4-FFF2-40B4-BE49-F238E27FC236}">
                <a16:creationId xmlns:a16="http://schemas.microsoft.com/office/drawing/2014/main" id="{57631BAE-6472-47ED-8BE7-4370360840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7616140e24de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Milo character">
            <a:extLst xmlns:a="http://schemas.openxmlformats.org/drawingml/2006/main">
              <a:ext uri="{FF2B5EF4-FFF2-40B4-BE49-F238E27FC236}">
                <a16:creationId xmlns:a16="http://schemas.microsoft.com/office/drawing/2014/main" id="{9C557453-AC4C-4AAA-A131-A47B3EB90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619b9d46f4260"/>
          <a:stretch xmlns:a="http://schemas.openxmlformats.org/drawingml/2006/main"/>
        </p:blipFill>
        <p:spPr>
          <a:xfrm xmlns:a="http://schemas.openxmlformats.org/drawingml/2006/main">
            <a:off x="5715000" y="190500"/>
            <a:ext cx="1113661" cy="2238375"/>
          </a:xfrm>
          <a:prstGeom xmlns:a="http://schemas.openxmlformats.org/drawingml/2006/main" prst="rect">
            <a:avLst/>
          </a:prstGeom>
        </p:spPr>
      </p:pic>
      <p:pic>
        <p:nvPicPr>
          <p:cNvPr id="3" name="Milo plate">
            <a:extLst xmlns:a="http://schemas.openxmlformats.org/drawingml/2006/main">
              <a:ext uri="{FF2B5EF4-FFF2-40B4-BE49-F238E27FC236}">
                <a16:creationId xmlns:a16="http://schemas.microsoft.com/office/drawing/2014/main" id="{A933FDF4-960A-42BC-A73D-E40F40BD8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cc8e64b404169"/>
          <a:stretch xmlns:a="http://schemas.openxmlformats.org/drawingml/2006/main"/>
        </p:blipFill>
        <p:spPr>
          <a:xfrm xmlns:a="http://schemas.openxmlformats.org/drawingml/2006/main">
            <a:off x="5712236" y="1282124"/>
            <a:ext cx="1119187" cy="323732"/>
          </a:xfrm>
          <a:prstGeom xmlns:a="http://schemas.openxmlformats.org/drawingml/2006/main" prst="rect">
            <a:avLst/>
          </a:prstGeom>
        </p:spPr>
      </p:pic>
      <p:sp>
        <p:nvSpPr>
          <p:cNvPr id="1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03A60323-27BF-4C86-95B5-FEA67AF7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has 8 cookies.</a:t>
            </a:r>
          </a:p>
        </p:txBody>
      </p:sp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DF039B3-4625-49B5-B5B5-19622B2B37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f4370f2874f22"/>
          <a:stretch xmlns:a="http://schemas.openxmlformats.org/drawingml/2006/main"/>
        </p:blipFill>
        <p:spPr>
          <a:xfrm xmlns:a="http://schemas.openxmlformats.org/drawingml/2006/main">
            <a:off x="63121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D3341F9-890B-4642-8EE5-02B4D864BE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f4370f2874f22"/>
          <a:stretch xmlns:a="http://schemas.openxmlformats.org/drawingml/2006/main"/>
        </p:blipFill>
        <p:spPr>
          <a:xfrm xmlns:a="http://schemas.openxmlformats.org/drawingml/2006/main">
            <a:off x="64645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E1B6A09-D596-497F-9A75-A24C52FF2D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f4370f2874f22"/>
          <a:stretch xmlns:a="http://schemas.openxmlformats.org/drawingml/2006/main"/>
        </p:blipFill>
        <p:spPr>
          <a:xfrm xmlns:a="http://schemas.openxmlformats.org/drawingml/2006/main">
            <a:off x="61482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2132A88-EECE-42C9-8FC1-5D856F7B67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f4370f2874f22"/>
          <a:stretch xmlns:a="http://schemas.openxmlformats.org/drawingml/2006/main"/>
        </p:blipFill>
        <p:spPr>
          <a:xfrm xmlns:a="http://schemas.openxmlformats.org/drawingml/2006/main">
            <a:off x="60263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8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5D07702-EC42-42C9-BE1B-30CB6E5885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f4370f2874f22"/>
          <a:stretch xmlns:a="http://schemas.openxmlformats.org/drawingml/2006/main"/>
        </p:blipFill>
        <p:spPr>
          <a:xfrm xmlns:a="http://schemas.openxmlformats.org/drawingml/2006/main">
            <a:off x="58701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9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55BF84B-FDCA-4F54-B484-E9CA1EC747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f4370f2874f22"/>
          <a:stretch xmlns:a="http://schemas.openxmlformats.org/drawingml/2006/main"/>
        </p:blipFill>
        <p:spPr>
          <a:xfrm xmlns:a="http://schemas.openxmlformats.org/drawingml/2006/main">
            <a:off x="60225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E4BBD95-B147-4259-A070-614FCF6F03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f4370f2874f22"/>
          <a:stretch xmlns:a="http://schemas.openxmlformats.org/drawingml/2006/main"/>
        </p:blipFill>
        <p:spPr>
          <a:xfrm xmlns:a="http://schemas.openxmlformats.org/drawingml/2006/main">
            <a:off x="622068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183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L shaped hallway">
            <a:extLst xmlns:a="http://schemas.openxmlformats.org/drawingml/2006/main">
              <a:ext uri="{FF2B5EF4-FFF2-40B4-BE49-F238E27FC236}">
                <a16:creationId xmlns:a16="http://schemas.microsoft.com/office/drawing/2014/main" id="{6E67B4BC-ACD0-4704-B7C3-E51B9A2115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c621160e04d1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8598464B-3BE4-4F76-B369-9C60BE9430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2d880a9da456b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79676" cy="2095500"/>
          </a:xfrm>
          <a:prstGeom xmlns:a="http://schemas.openxmlformats.org/drawingml/2006/main" prst="rect">
            <a:avLst/>
          </a:prstGeom>
        </p:spPr>
      </p:pic>
      <p:sp>
        <p:nvSpPr>
          <p:cNvPr id="3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BD27511-253C-417E-AA6C-78957819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Sasha.</a:t>
            </a:r>
          </a:p>
        </p:txBody>
      </p:sp>
    </p:spTree>
    <p:extLst>
      <p:ext uri="{BB962C8B-B14F-4D97-AF65-F5344CB8AC3E}">
        <p14:creationId xmlns:p14="http://schemas.microsoft.com/office/powerpoint/2010/main" val="9993473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L shaped hallway">
            <a:extLst xmlns:a="http://schemas.openxmlformats.org/drawingml/2006/main">
              <a:ext uri="{FF2B5EF4-FFF2-40B4-BE49-F238E27FC236}">
                <a16:creationId xmlns:a16="http://schemas.microsoft.com/office/drawing/2014/main" id="{85881537-FB2D-4889-9F76-98C093CB4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a7331f0a843b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6D1E0ED7-48DF-42C3-9697-EBFDDDEB5F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4c4cf6e134b89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16952" cy="2095500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1CF99DC5-882F-4C8D-B60F-B9B2FB21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Sasha has 2 cookies.</a:t>
            </a:r>
          </a:p>
        </p:txBody>
      </p:sp>
      <p:pic>
        <p:nvPicPr>
          <p:cNvPr id="8" name="Sasha plate">
            <a:extLst xmlns:a="http://schemas.openxmlformats.org/drawingml/2006/main">
              <a:ext uri="{FF2B5EF4-FFF2-40B4-BE49-F238E27FC236}">
                <a16:creationId xmlns:a16="http://schemas.microsoft.com/office/drawing/2014/main" id="{D101BE77-7954-4974-A757-02F85DCE2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bcba125ed4d4b"/>
          <a:stretch xmlns:a="http://schemas.openxmlformats.org/drawingml/2006/main"/>
        </p:blipFill>
        <p:spPr>
          <a:xfrm xmlns:a="http://schemas.openxmlformats.org/drawingml/2006/main">
            <a:off x="8057038" y="1361327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9" name="Sasha cookie 1">
            <a:extLst xmlns:a="http://schemas.openxmlformats.org/drawingml/2006/main">
              <a:ext uri="{FF2B5EF4-FFF2-40B4-BE49-F238E27FC236}">
                <a16:creationId xmlns:a16="http://schemas.microsoft.com/office/drawing/2014/main" id="{916209D1-19FC-4973-BBD9-17A17C4F56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ccfc5d7af4f59"/>
          <a:stretch xmlns:a="http://schemas.openxmlformats.org/drawingml/2006/main"/>
        </p:blipFill>
        <p:spPr>
          <a:xfrm xmlns:a="http://schemas.openxmlformats.org/drawingml/2006/main">
            <a:off x="8211820" y="1419874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10" name="Sasha cookie 2">
            <a:extLst xmlns:a="http://schemas.openxmlformats.org/drawingml/2006/main">
              <a:ext uri="{FF2B5EF4-FFF2-40B4-BE49-F238E27FC236}">
                <a16:creationId xmlns:a16="http://schemas.microsoft.com/office/drawing/2014/main" id="{34D45CDB-3B9B-453C-A77B-7128F6D995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ccfc5d7af4f59"/>
          <a:stretch xmlns:a="http://schemas.openxmlformats.org/drawingml/2006/main"/>
        </p:blipFill>
        <p:spPr>
          <a:xfrm xmlns:a="http://schemas.openxmlformats.org/drawingml/2006/main">
            <a:off x="8711882" y="1419874"/>
            <a:ext cx="381000" cy="1881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662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L shaped confined space">
            <a:extLst xmlns:a="http://schemas.openxmlformats.org/drawingml/2006/main">
              <a:ext uri="{FF2B5EF4-FFF2-40B4-BE49-F238E27FC236}">
                <a16:creationId xmlns:a16="http://schemas.microsoft.com/office/drawing/2014/main" id="{B07BBD89-DEB6-4C6C-A65C-AE20219620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9221aa8484c0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F1F75971-494D-406F-B940-9E0F9A9B5D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2ce3c35704da9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16952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Sasha plate">
            <a:extLst xmlns:a="http://schemas.openxmlformats.org/drawingml/2006/main">
              <a:ext uri="{FF2B5EF4-FFF2-40B4-BE49-F238E27FC236}">
                <a16:creationId xmlns:a16="http://schemas.microsoft.com/office/drawing/2014/main" id="{A2E37F2E-11FD-4F7E-89E1-03942E67B5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999bce5eb47bf"/>
          <a:stretch xmlns:a="http://schemas.openxmlformats.org/drawingml/2006/main"/>
        </p:blipFill>
        <p:spPr>
          <a:xfrm xmlns:a="http://schemas.openxmlformats.org/drawingml/2006/main">
            <a:off x="8057038" y="1361327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5" name="Sasha cookie 1">
            <a:extLst xmlns:a="http://schemas.openxmlformats.org/drawingml/2006/main">
              <a:ext uri="{FF2B5EF4-FFF2-40B4-BE49-F238E27FC236}">
                <a16:creationId xmlns:a16="http://schemas.microsoft.com/office/drawing/2014/main" id="{F5D992EA-85CD-42F0-89A8-B5FAE17E71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07f5663e6416e"/>
          <a:stretch xmlns:a="http://schemas.openxmlformats.org/drawingml/2006/main"/>
        </p:blipFill>
        <p:spPr>
          <a:xfrm xmlns:a="http://schemas.openxmlformats.org/drawingml/2006/main">
            <a:off x="8211820" y="1419874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6" name="Sasha cookie 2">
            <a:extLst xmlns:a="http://schemas.openxmlformats.org/drawingml/2006/main">
              <a:ext uri="{FF2B5EF4-FFF2-40B4-BE49-F238E27FC236}">
                <a16:creationId xmlns:a16="http://schemas.microsoft.com/office/drawing/2014/main" id="{8EA33F01-C63D-402D-BAC4-99326B4D50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07f5663e6416e"/>
          <a:stretch xmlns:a="http://schemas.openxmlformats.org/drawingml/2006/main"/>
        </p:blipFill>
        <p:spPr>
          <a:xfrm xmlns:a="http://schemas.openxmlformats.org/drawingml/2006/main">
            <a:off x="8711882" y="1419874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ABEE19D-CE47-42A2-912E-5CDC6958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and Sasha are talking about school.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Milo character">
            <a:extLst xmlns:a="http://schemas.openxmlformats.org/drawingml/2006/main">
              <a:ext uri="{FF2B5EF4-FFF2-40B4-BE49-F238E27FC236}">
                <a16:creationId xmlns:a16="http://schemas.microsoft.com/office/drawing/2014/main" id="{425CD98A-D897-41AD-BFAC-E03B47E68B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151045c4c42db"/>
          <a:stretch xmlns:a="http://schemas.openxmlformats.org/drawingml/2006/main"/>
        </p:blipFill>
        <p:spPr>
          <a:xfrm xmlns:a="http://schemas.openxmlformats.org/drawingml/2006/main">
            <a:off x="5715000" y="190500"/>
            <a:ext cx="1113661" cy="2238375"/>
          </a:xfrm>
          <a:prstGeom xmlns:a="http://schemas.openxmlformats.org/drawingml/2006/main" prst="rect">
            <a:avLst/>
          </a:prstGeom>
        </p:spPr>
      </p:pic>
      <p:pic>
        <p:nvPicPr>
          <p:cNvPr id="10" name="Milo plate">
            <a:extLst xmlns:a="http://schemas.openxmlformats.org/drawingml/2006/main">
              <a:ext uri="{FF2B5EF4-FFF2-40B4-BE49-F238E27FC236}">
                <a16:creationId xmlns:a16="http://schemas.microsoft.com/office/drawing/2014/main" id="{91F35B9A-8934-43F0-B308-543E3598F7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999bce5eb47bf"/>
          <a:stretch xmlns:a="http://schemas.openxmlformats.org/drawingml/2006/main"/>
        </p:blipFill>
        <p:spPr>
          <a:xfrm xmlns:a="http://schemas.openxmlformats.org/drawingml/2006/main">
            <a:off x="571223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EF15C83-48CD-405D-AF30-C675B124A9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07f5663e6416e"/>
          <a:stretch xmlns:a="http://schemas.openxmlformats.org/drawingml/2006/main"/>
        </p:blipFill>
        <p:spPr>
          <a:xfrm xmlns:a="http://schemas.openxmlformats.org/drawingml/2006/main">
            <a:off x="63121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1B5450E-1477-42C0-A48A-50AD8FE9C7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07f5663e6416e"/>
          <a:stretch xmlns:a="http://schemas.openxmlformats.org/drawingml/2006/main"/>
        </p:blipFill>
        <p:spPr>
          <a:xfrm xmlns:a="http://schemas.openxmlformats.org/drawingml/2006/main">
            <a:off x="64645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A69544C-539D-4382-B1E3-12381D8B36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07f5663e6416e"/>
          <a:stretch xmlns:a="http://schemas.openxmlformats.org/drawingml/2006/main"/>
        </p:blipFill>
        <p:spPr>
          <a:xfrm xmlns:a="http://schemas.openxmlformats.org/drawingml/2006/main">
            <a:off x="61482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0CC3CB46-F3A3-429F-B8B4-21BAD1B4A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07f5663e6416e"/>
          <a:stretch xmlns:a="http://schemas.openxmlformats.org/drawingml/2006/main"/>
        </p:blipFill>
        <p:spPr>
          <a:xfrm xmlns:a="http://schemas.openxmlformats.org/drawingml/2006/main">
            <a:off x="60263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A445D564-E318-420A-A9A2-D2CBA67319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07f5663e6416e"/>
          <a:stretch xmlns:a="http://schemas.openxmlformats.org/drawingml/2006/main"/>
        </p:blipFill>
        <p:spPr>
          <a:xfrm xmlns:a="http://schemas.openxmlformats.org/drawingml/2006/main">
            <a:off x="58701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B971737-4D16-4D23-9520-04F3787829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07f5663e6416e"/>
          <a:stretch xmlns:a="http://schemas.openxmlformats.org/drawingml/2006/main"/>
        </p:blipFill>
        <p:spPr>
          <a:xfrm xmlns:a="http://schemas.openxmlformats.org/drawingml/2006/main">
            <a:off x="60225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DC3D1F9-AD0B-412F-B576-DA15E5D7F1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07f5663e6416e"/>
          <a:stretch xmlns:a="http://schemas.openxmlformats.org/drawingml/2006/main"/>
        </p:blipFill>
        <p:spPr>
          <a:xfrm xmlns:a="http://schemas.openxmlformats.org/drawingml/2006/main">
            <a:off x="622068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951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L shaped confined space">
            <a:extLst xmlns:a="http://schemas.openxmlformats.org/drawingml/2006/main">
              <a:ext uri="{FF2B5EF4-FFF2-40B4-BE49-F238E27FC236}">
                <a16:creationId xmlns:a16="http://schemas.microsoft.com/office/drawing/2014/main" id="{8DC1124C-1AD0-48ED-A7EB-3B0B7C15D0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39b2f3c284ee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B2C9B7A6-99D5-4A44-BD75-BB20FC638D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a6ced8436a4c6c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16952" cy="2095500"/>
          </a:xfrm>
          <a:prstGeom xmlns:a="http://schemas.openxmlformats.org/drawingml/2006/main" prst="rect">
            <a:avLst/>
          </a:prstGeom>
        </p:spPr>
      </p:pic>
      <p:pic>
        <p:nvPicPr>
          <p:cNvPr id="4" name="Sasha plate">
            <a:extLst xmlns:a="http://schemas.openxmlformats.org/drawingml/2006/main">
              <a:ext uri="{FF2B5EF4-FFF2-40B4-BE49-F238E27FC236}">
                <a16:creationId xmlns:a16="http://schemas.microsoft.com/office/drawing/2014/main" id="{606B307C-F870-493F-971B-4AC199A941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eefae5038466d"/>
          <a:stretch xmlns:a="http://schemas.openxmlformats.org/drawingml/2006/main"/>
        </p:blipFill>
        <p:spPr>
          <a:xfrm xmlns:a="http://schemas.openxmlformats.org/drawingml/2006/main">
            <a:off x="8057038" y="1361327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5" name="Sasha cookie 1">
            <a:extLst xmlns:a="http://schemas.openxmlformats.org/drawingml/2006/main">
              <a:ext uri="{FF2B5EF4-FFF2-40B4-BE49-F238E27FC236}">
                <a16:creationId xmlns:a16="http://schemas.microsoft.com/office/drawing/2014/main" id="{B328E695-EC36-4E3E-BB4D-719C8062D8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c6de089494e7a"/>
          <a:stretch xmlns:a="http://schemas.openxmlformats.org/drawingml/2006/main"/>
        </p:blipFill>
        <p:spPr>
          <a:xfrm xmlns:a="http://schemas.openxmlformats.org/drawingml/2006/main">
            <a:off x="8211820" y="1419874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6" name="Sasha cookie 2">
            <a:extLst xmlns:a="http://schemas.openxmlformats.org/drawingml/2006/main">
              <a:ext uri="{FF2B5EF4-FFF2-40B4-BE49-F238E27FC236}">
                <a16:creationId xmlns:a16="http://schemas.microsoft.com/office/drawing/2014/main" id="{7906F134-FB95-4A6C-AB1E-72D338C24F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c6de089494e7a"/>
          <a:stretch xmlns:a="http://schemas.openxmlformats.org/drawingml/2006/main"/>
        </p:blipFill>
        <p:spPr>
          <a:xfrm xmlns:a="http://schemas.openxmlformats.org/drawingml/2006/main">
            <a:off x="8711882" y="1419874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931D39E-A825-43BF-905A-ED1475FE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knows he can get out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only one direction.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" name="Milo character">
            <a:extLst xmlns:a="http://schemas.openxmlformats.org/drawingml/2006/main">
              <a:ext uri="{FF2B5EF4-FFF2-40B4-BE49-F238E27FC236}">
                <a16:creationId xmlns:a16="http://schemas.microsoft.com/office/drawing/2014/main" id="{6F23A766-1730-4FE6-89F2-C360EB34FE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7ccfb23224732"/>
          <a:stretch xmlns:a="http://schemas.openxmlformats.org/drawingml/2006/main"/>
        </p:blipFill>
        <p:spPr>
          <a:xfrm xmlns:a="http://schemas.openxmlformats.org/drawingml/2006/main">
            <a:off x="5715000" y="190500"/>
            <a:ext cx="1113661" cy="2238375"/>
          </a:xfrm>
          <a:prstGeom xmlns:a="http://schemas.openxmlformats.org/drawingml/2006/main" prst="rect">
            <a:avLst/>
          </a:prstGeom>
        </p:spPr>
      </p:pic>
      <p:pic>
        <p:nvPicPr>
          <p:cNvPr id="10" name="Milo plate">
            <a:extLst xmlns:a="http://schemas.openxmlformats.org/drawingml/2006/main">
              <a:ext uri="{FF2B5EF4-FFF2-40B4-BE49-F238E27FC236}">
                <a16:creationId xmlns:a16="http://schemas.microsoft.com/office/drawing/2014/main" id="{DD726177-2E28-4C79-BAF6-E7CA6448A7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eefae5038466d"/>
          <a:stretch xmlns:a="http://schemas.openxmlformats.org/drawingml/2006/main"/>
        </p:blipFill>
        <p:spPr>
          <a:xfrm xmlns:a="http://schemas.openxmlformats.org/drawingml/2006/main">
            <a:off x="571223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45D906D-C443-45AD-B716-AC3BDB61C3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c6de089494e7a"/>
          <a:stretch xmlns:a="http://schemas.openxmlformats.org/drawingml/2006/main"/>
        </p:blipFill>
        <p:spPr>
          <a:xfrm xmlns:a="http://schemas.openxmlformats.org/drawingml/2006/main">
            <a:off x="63121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7ADB09C-3E7B-4342-BBE9-27545BB221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c6de089494e7a"/>
          <a:stretch xmlns:a="http://schemas.openxmlformats.org/drawingml/2006/main"/>
        </p:blipFill>
        <p:spPr>
          <a:xfrm xmlns:a="http://schemas.openxmlformats.org/drawingml/2006/main">
            <a:off x="64645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35BF49B-F726-4FA8-B590-08B8890C8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c6de089494e7a"/>
          <a:stretch xmlns:a="http://schemas.openxmlformats.org/drawingml/2006/main"/>
        </p:blipFill>
        <p:spPr>
          <a:xfrm xmlns:a="http://schemas.openxmlformats.org/drawingml/2006/main">
            <a:off x="61482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0EE2F004-AF6C-495C-A196-13ADA19F05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c6de089494e7a"/>
          <a:stretch xmlns:a="http://schemas.openxmlformats.org/drawingml/2006/main"/>
        </p:blipFill>
        <p:spPr>
          <a:xfrm xmlns:a="http://schemas.openxmlformats.org/drawingml/2006/main">
            <a:off x="60263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F052818-CBE0-4121-9570-46060CC036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c6de089494e7a"/>
          <a:stretch xmlns:a="http://schemas.openxmlformats.org/drawingml/2006/main"/>
        </p:blipFill>
        <p:spPr>
          <a:xfrm xmlns:a="http://schemas.openxmlformats.org/drawingml/2006/main">
            <a:off x="58701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53CD007-5F98-41FD-A3D0-D5E6CFC971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c6de089494e7a"/>
          <a:stretch xmlns:a="http://schemas.openxmlformats.org/drawingml/2006/main"/>
        </p:blipFill>
        <p:spPr>
          <a:xfrm xmlns:a="http://schemas.openxmlformats.org/drawingml/2006/main">
            <a:off x="60225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1897099-2EF5-4F91-B50F-57C59BCADE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c6de089494e7a"/>
          <a:stretch xmlns:a="http://schemas.openxmlformats.org/drawingml/2006/main"/>
        </p:blipFill>
        <p:spPr>
          <a:xfrm xmlns:a="http://schemas.openxmlformats.org/drawingml/2006/main">
            <a:off x="622068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951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L shaped confined space">
            <a:extLst xmlns:a="http://schemas.openxmlformats.org/drawingml/2006/main">
              <a:ext uri="{FF2B5EF4-FFF2-40B4-BE49-F238E27FC236}">
                <a16:creationId xmlns:a16="http://schemas.microsoft.com/office/drawing/2014/main" id="{172683E2-06D9-402B-BACF-FCF5FC0280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a4d4fe9274a8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FE83FC77-082E-42A5-84FB-D4BDA2B3B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0cf221814403c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16952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Sasha plate">
            <a:extLst xmlns:a="http://schemas.openxmlformats.org/drawingml/2006/main">
              <a:ext uri="{FF2B5EF4-FFF2-40B4-BE49-F238E27FC236}">
                <a16:creationId xmlns:a16="http://schemas.microsoft.com/office/drawing/2014/main" id="{AE054FE9-9948-40B9-8FA7-51A68C360C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e4a7dd04b440b"/>
          <a:stretch xmlns:a="http://schemas.openxmlformats.org/drawingml/2006/main"/>
        </p:blipFill>
        <p:spPr>
          <a:xfrm xmlns:a="http://schemas.openxmlformats.org/drawingml/2006/main">
            <a:off x="8057038" y="1361327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6" name="Sasha cookie 1">
            <a:extLst xmlns:a="http://schemas.openxmlformats.org/drawingml/2006/main">
              <a:ext uri="{FF2B5EF4-FFF2-40B4-BE49-F238E27FC236}">
                <a16:creationId xmlns:a16="http://schemas.microsoft.com/office/drawing/2014/main" id="{92688EAD-0549-45A0-B49D-88B7E10418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aa10d1714d8a"/>
          <a:stretch xmlns:a="http://schemas.openxmlformats.org/drawingml/2006/main"/>
        </p:blipFill>
        <p:spPr>
          <a:xfrm xmlns:a="http://schemas.openxmlformats.org/drawingml/2006/main">
            <a:off x="8211820" y="1419874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7" name="Sasha cookie 2">
            <a:extLst xmlns:a="http://schemas.openxmlformats.org/drawingml/2006/main">
              <a:ext uri="{FF2B5EF4-FFF2-40B4-BE49-F238E27FC236}">
                <a16:creationId xmlns:a16="http://schemas.microsoft.com/office/drawing/2014/main" id="{AB781558-65DA-4DBB-8947-3B8C12BCD1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aa10d1714d8a"/>
          <a:stretch xmlns:a="http://schemas.openxmlformats.org/drawingml/2006/main"/>
        </p:blipFill>
        <p:spPr>
          <a:xfrm xmlns:a="http://schemas.openxmlformats.org/drawingml/2006/main">
            <a:off x="8711882" y="1419874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BCF45126-9755-4C37-954A-6C7FC323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Suddenly, a</a:t>
            </a: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 heavy floor cleaner rolls toward Milo!</a:t>
            </a:r>
          </a:p>
        </p:txBody>
      </p:sp>
      <p:pic>
        <p:nvPicPr>
          <p:cNvPr id="18" name="Approaching heavy floor cleaner">
            <a:extLst xmlns:a="http://schemas.openxmlformats.org/drawingml/2006/main">
              <a:ext uri="{FF2B5EF4-FFF2-40B4-BE49-F238E27FC236}">
                <a16:creationId xmlns:a16="http://schemas.microsoft.com/office/drawing/2014/main" id="{126E6399-E438-485C-AC23-3618A381B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4d937d19247f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82291" y="3238500"/>
            <a:ext cx="2821578" cy="246888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0636365-5F4D-4599-9167-453DD24E98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a6d293e5244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9610" y="190500"/>
            <a:ext cx="1113214" cy="2286000"/>
          </a:xfrm>
          <a:prstGeom xmlns:a="http://schemas.openxmlformats.org/drawingml/2006/main" prst="rect">
            <a:avLst/>
          </a:prstGeom>
        </p:spPr>
      </p:pic>
      <p:pic>
        <p:nvPicPr>
          <p:cNvPr id="19" name="Milo plate">
            <a:extLst xmlns:a="http://schemas.openxmlformats.org/drawingml/2006/main">
              <a:ext uri="{FF2B5EF4-FFF2-40B4-BE49-F238E27FC236}">
                <a16:creationId xmlns:a16="http://schemas.microsoft.com/office/drawing/2014/main" id="{63D080B7-A64C-4C86-A7C6-E2E44E6A70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e4a7dd04b440b"/>
          <a:stretch xmlns:a="http://schemas.openxmlformats.org/drawingml/2006/main"/>
        </p:blipFill>
        <p:spPr>
          <a:xfrm xmlns:a="http://schemas.openxmlformats.org/drawingml/2006/main">
            <a:off x="571223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2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E961A17-3491-4379-8EE8-5AC1741E4D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aa10d1714d8a"/>
          <a:stretch xmlns:a="http://schemas.openxmlformats.org/drawingml/2006/main"/>
        </p:blipFill>
        <p:spPr>
          <a:xfrm xmlns:a="http://schemas.openxmlformats.org/drawingml/2006/main">
            <a:off x="63121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E413A1A-DC79-4069-A8FD-6DD6A447E6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aa10d1714d8a"/>
          <a:stretch xmlns:a="http://schemas.openxmlformats.org/drawingml/2006/main"/>
        </p:blipFill>
        <p:spPr>
          <a:xfrm xmlns:a="http://schemas.openxmlformats.org/drawingml/2006/main">
            <a:off x="64645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C4BF931D-E181-483B-BC07-70F5E1647D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aa10d1714d8a"/>
          <a:stretch xmlns:a="http://schemas.openxmlformats.org/drawingml/2006/main"/>
        </p:blipFill>
        <p:spPr>
          <a:xfrm xmlns:a="http://schemas.openxmlformats.org/drawingml/2006/main">
            <a:off x="61482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AD13E30-E8C1-4E43-B4C8-5DCD9C53B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aa10d1714d8a"/>
          <a:stretch xmlns:a="http://schemas.openxmlformats.org/drawingml/2006/main"/>
        </p:blipFill>
        <p:spPr>
          <a:xfrm xmlns:a="http://schemas.openxmlformats.org/drawingml/2006/main">
            <a:off x="60263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886A734-9699-49FA-B8AF-5CF151396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aa10d1714d8a"/>
          <a:stretch xmlns:a="http://schemas.openxmlformats.org/drawingml/2006/main"/>
        </p:blipFill>
        <p:spPr>
          <a:xfrm xmlns:a="http://schemas.openxmlformats.org/drawingml/2006/main">
            <a:off x="58701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CDFE2872-7A24-411E-BDEB-14D43B7D4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aa10d1714d8a"/>
          <a:stretch xmlns:a="http://schemas.openxmlformats.org/drawingml/2006/main"/>
        </p:blipFill>
        <p:spPr>
          <a:xfrm xmlns:a="http://schemas.openxmlformats.org/drawingml/2006/main">
            <a:off x="60225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64FF09D-2278-4286-B5FD-281504C6F6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aa10d1714d8a"/>
          <a:stretch xmlns:a="http://schemas.openxmlformats.org/drawingml/2006/main"/>
        </p:blipFill>
        <p:spPr>
          <a:xfrm xmlns:a="http://schemas.openxmlformats.org/drawingml/2006/main">
            <a:off x="622068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726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L shaped confined space">
            <a:extLst xmlns:a="http://schemas.openxmlformats.org/drawingml/2006/main">
              <a:ext uri="{FF2B5EF4-FFF2-40B4-BE49-F238E27FC236}">
                <a16:creationId xmlns:a16="http://schemas.microsoft.com/office/drawing/2014/main" id="{0E547199-B2D5-4EF1-9184-573A83ECCC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6d382c8f0483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4BA2E905-297F-42C5-84C2-C7926F876F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7acd869894de8"/>
          <a:stretch xmlns:a="http://schemas.openxmlformats.org/drawingml/2006/main"/>
        </p:blipFill>
        <p:spPr>
          <a:xfrm xmlns:a="http://schemas.openxmlformats.org/drawingml/2006/main">
            <a:off x="8143875" y="381000"/>
            <a:ext cx="1016952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Sasha plate">
            <a:extLst xmlns:a="http://schemas.openxmlformats.org/drawingml/2006/main">
              <a:ext uri="{FF2B5EF4-FFF2-40B4-BE49-F238E27FC236}">
                <a16:creationId xmlns:a16="http://schemas.microsoft.com/office/drawing/2014/main" id="{A8BD713B-DA40-44A3-9A41-14ED009740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889ec59e74236"/>
          <a:stretch xmlns:a="http://schemas.openxmlformats.org/drawingml/2006/main"/>
        </p:blipFill>
        <p:spPr>
          <a:xfrm xmlns:a="http://schemas.openxmlformats.org/drawingml/2006/main">
            <a:off x="8057038" y="1361327"/>
            <a:ext cx="1190625" cy="344396"/>
          </a:xfrm>
          <a:prstGeom xmlns:a="http://schemas.openxmlformats.org/drawingml/2006/main" prst="rect">
            <a:avLst/>
          </a:prstGeom>
        </p:spPr>
      </p:pic>
      <p:pic>
        <p:nvPicPr>
          <p:cNvPr id="6" name="Sasha cookie 1">
            <a:extLst xmlns:a="http://schemas.openxmlformats.org/drawingml/2006/main">
              <a:ext uri="{FF2B5EF4-FFF2-40B4-BE49-F238E27FC236}">
                <a16:creationId xmlns:a16="http://schemas.microsoft.com/office/drawing/2014/main" id="{995F5582-30A6-473D-85DC-2853CEFB75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2bf177afb4017"/>
          <a:stretch xmlns:a="http://schemas.openxmlformats.org/drawingml/2006/main"/>
        </p:blipFill>
        <p:spPr>
          <a:xfrm xmlns:a="http://schemas.openxmlformats.org/drawingml/2006/main">
            <a:off x="8211820" y="1419874"/>
            <a:ext cx="381000" cy="188148"/>
          </a:xfrm>
          <a:prstGeom xmlns:a="http://schemas.openxmlformats.org/drawingml/2006/main" prst="rect">
            <a:avLst/>
          </a:prstGeom>
        </p:spPr>
      </p:pic>
      <p:pic>
        <p:nvPicPr>
          <p:cNvPr id="7" name="Sasha cookie 2">
            <a:extLst xmlns:a="http://schemas.openxmlformats.org/drawingml/2006/main">
              <a:ext uri="{FF2B5EF4-FFF2-40B4-BE49-F238E27FC236}">
                <a16:creationId xmlns:a16="http://schemas.microsoft.com/office/drawing/2014/main" id="{47AB66F8-F9F9-4FE3-AA4B-737D6193EB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2bf177afb4017"/>
          <a:stretch xmlns:a="http://schemas.openxmlformats.org/drawingml/2006/main"/>
        </p:blipFill>
        <p:spPr>
          <a:xfrm xmlns:a="http://schemas.openxmlformats.org/drawingml/2006/main">
            <a:off x="8711882" y="1419874"/>
            <a:ext cx="381000" cy="188148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BD85FA0-B755-8A2A-A06E-AC92CBEE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There is nowhere to run except into Sasha</a:t>
            </a: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pic>
        <p:nvPicPr>
          <p:cNvPr id="18" name="Approaching heavy floor cleaner">
            <a:extLst xmlns:a="http://schemas.openxmlformats.org/drawingml/2006/main">
              <a:ext uri="{FF2B5EF4-FFF2-40B4-BE49-F238E27FC236}">
                <a16:creationId xmlns:a16="http://schemas.microsoft.com/office/drawing/2014/main" id="{AFB7B7BB-1103-41D4-83D1-0BBB73D3A2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c356b532c4dd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82291" y="2712720"/>
            <a:ext cx="2821578" cy="246888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A17F919B-FCC7-4ED9-8BAD-2900CCF74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afb71ceec48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29610" y="190500"/>
            <a:ext cx="1113214" cy="2286000"/>
          </a:xfrm>
          <a:prstGeom xmlns:a="http://schemas.openxmlformats.org/drawingml/2006/main" prst="rect">
            <a:avLst/>
          </a:prstGeom>
        </p:spPr>
      </p:pic>
      <p:pic>
        <p:nvPicPr>
          <p:cNvPr id="19" name="Milo plate">
            <a:extLst xmlns:a="http://schemas.openxmlformats.org/drawingml/2006/main">
              <a:ext uri="{FF2B5EF4-FFF2-40B4-BE49-F238E27FC236}">
                <a16:creationId xmlns:a16="http://schemas.microsoft.com/office/drawing/2014/main" id="{3D45C908-E7C7-4327-B382-E3A55229D8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889ec59e74236"/>
          <a:stretch xmlns:a="http://schemas.openxmlformats.org/drawingml/2006/main"/>
        </p:blipFill>
        <p:spPr>
          <a:xfrm xmlns:a="http://schemas.openxmlformats.org/drawingml/2006/main">
            <a:off x="571223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2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8F2585E-4305-4209-962C-A2B08F710C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2bf177afb4017"/>
          <a:stretch xmlns:a="http://schemas.openxmlformats.org/drawingml/2006/main"/>
        </p:blipFill>
        <p:spPr>
          <a:xfrm xmlns:a="http://schemas.openxmlformats.org/drawingml/2006/main">
            <a:off x="63121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FF535B3-4C3B-4C7A-B2FC-52F42F736D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2bf177afb4017"/>
          <a:stretch xmlns:a="http://schemas.openxmlformats.org/drawingml/2006/main"/>
        </p:blipFill>
        <p:spPr>
          <a:xfrm xmlns:a="http://schemas.openxmlformats.org/drawingml/2006/main">
            <a:off x="64645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48F4DA6-D267-4B30-93EF-38543F0846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2bf177afb4017"/>
          <a:stretch xmlns:a="http://schemas.openxmlformats.org/drawingml/2006/main"/>
        </p:blipFill>
        <p:spPr>
          <a:xfrm xmlns:a="http://schemas.openxmlformats.org/drawingml/2006/main">
            <a:off x="61482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1F68430-117F-426F-AE90-5B04371C29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2bf177afb4017"/>
          <a:stretch xmlns:a="http://schemas.openxmlformats.org/drawingml/2006/main"/>
        </p:blipFill>
        <p:spPr>
          <a:xfrm xmlns:a="http://schemas.openxmlformats.org/drawingml/2006/main">
            <a:off x="60263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5F84C55-64AC-4A39-B2D7-7B6C422AA7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2bf177afb4017"/>
          <a:stretch xmlns:a="http://schemas.openxmlformats.org/drawingml/2006/main"/>
        </p:blipFill>
        <p:spPr>
          <a:xfrm xmlns:a="http://schemas.openxmlformats.org/drawingml/2006/main">
            <a:off x="58701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6465D457-CB29-437C-82AE-B2527CA310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2bf177afb4017"/>
          <a:stretch xmlns:a="http://schemas.openxmlformats.org/drawingml/2006/main"/>
        </p:blipFill>
        <p:spPr>
          <a:xfrm xmlns:a="http://schemas.openxmlformats.org/drawingml/2006/main">
            <a:off x="60225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5F771B21-B108-4675-A7A8-ABE4EF1076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2bf177afb4017"/>
          <a:stretch xmlns:a="http://schemas.openxmlformats.org/drawingml/2006/main"/>
        </p:blipFill>
        <p:spPr>
          <a:xfrm xmlns:a="http://schemas.openxmlformats.org/drawingml/2006/main">
            <a:off x="6220682" y="1286483"/>
            <a:ext cx="277749" cy="137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594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L shaped confined space">
            <a:extLst xmlns:a="http://schemas.openxmlformats.org/drawingml/2006/main">
              <a:ext uri="{FF2B5EF4-FFF2-40B4-BE49-F238E27FC236}">
                <a16:creationId xmlns:a16="http://schemas.microsoft.com/office/drawing/2014/main" id="{6ED9F33F-58D6-4E1B-BADB-7B02B6DD8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ca88d3b984be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Milo intentionally colliding character">
            <a:extLst xmlns:a="http://schemas.openxmlformats.org/drawingml/2006/main">
              <a:ext uri="{FF2B5EF4-FFF2-40B4-BE49-F238E27FC236}">
                <a16:creationId xmlns:a16="http://schemas.microsoft.com/office/drawing/2014/main" id="{3E749839-E242-4F61-9871-D187BF8CDC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b9d37e7e4435a"/>
          <a:stretch xmlns:a="http://schemas.openxmlformats.org/drawingml/2006/main"/>
        </p:blipFill>
        <p:spPr>
          <a:xfrm xmlns:a="http://schemas.openxmlformats.org/drawingml/2006/main">
            <a:off x="7477125" y="238125"/>
            <a:ext cx="1313798" cy="2238375"/>
          </a:xfrm>
          <a:prstGeom xmlns:a="http://schemas.openxmlformats.org/drawingml/2006/main" prst="rect">
            <a:avLst/>
          </a:prstGeom>
        </p:spPr>
      </p:pic>
      <p:pic>
        <p:nvPicPr>
          <p:cNvPr id="4" name="Sasha bumped character">
            <a:extLst xmlns:a="http://schemas.openxmlformats.org/drawingml/2006/main">
              <a:ext uri="{FF2B5EF4-FFF2-40B4-BE49-F238E27FC236}">
                <a16:creationId xmlns:a16="http://schemas.microsoft.com/office/drawing/2014/main" id="{0C001948-5CD2-46BB-B2C1-082640617E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054c262d04adf"/>
          <a:stretch xmlns:a="http://schemas.openxmlformats.org/drawingml/2006/main"/>
        </p:blipFill>
        <p:spPr>
          <a:xfrm xmlns:a="http://schemas.openxmlformats.org/drawingml/2006/main">
            <a:off x="8334375" y="381000"/>
            <a:ext cx="1133759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Sasha plate">
            <a:extLst xmlns:a="http://schemas.openxmlformats.org/drawingml/2006/main">
              <a:ext uri="{FF2B5EF4-FFF2-40B4-BE49-F238E27FC236}">
                <a16:creationId xmlns:a16="http://schemas.microsoft.com/office/drawing/2014/main" id="{1F43BDC6-CBF2-4E65-A1FD-03D1594673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5b3d700b04b47"/>
          <a:stretch xmlns:a="http://schemas.openxmlformats.org/drawingml/2006/main"/>
        </p:blipFill>
        <p:spPr>
          <a:xfrm xmlns:a="http://schemas.openxmlformats.org/drawingml/2006/main" rot="900000">
            <a:off x="9334500" y="1596815"/>
            <a:ext cx="1143000" cy="330620"/>
          </a:xfrm>
          <a:prstGeom xmlns:a="http://schemas.openxmlformats.org/drawingml/2006/main" prst="rect">
            <a:avLst/>
          </a:prstGeom>
        </p:spPr>
      </p:pic>
      <p:pic>
        <p:nvPicPr>
          <p:cNvPr id="6" name="Sasha falling cookie 1">
            <a:extLst xmlns:a="http://schemas.openxmlformats.org/drawingml/2006/main">
              <a:ext uri="{FF2B5EF4-FFF2-40B4-BE49-F238E27FC236}">
                <a16:creationId xmlns:a16="http://schemas.microsoft.com/office/drawing/2014/main" id="{5C9ED7EA-1DC6-4B0A-B078-9DA397DB39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b9a62eca4472f"/>
          <a:stretch xmlns:a="http://schemas.openxmlformats.org/drawingml/2006/main"/>
        </p:blipFill>
        <p:spPr>
          <a:xfrm xmlns:a="http://schemas.openxmlformats.org/drawingml/2006/main" rot="-900000">
            <a:off x="9715500" y="1952625"/>
            <a:ext cx="361950" cy="178741"/>
          </a:xfrm>
          <a:prstGeom xmlns:a="http://schemas.openxmlformats.org/drawingml/2006/main" prst="rect">
            <a:avLst/>
          </a:prstGeom>
        </p:spPr>
      </p:pic>
      <p:pic>
        <p:nvPicPr>
          <p:cNvPr id="7" name="Sasha falling cookie 2">
            <a:extLst xmlns:a="http://schemas.openxmlformats.org/drawingml/2006/main">
              <a:ext uri="{FF2B5EF4-FFF2-40B4-BE49-F238E27FC236}">
                <a16:creationId xmlns:a16="http://schemas.microsoft.com/office/drawing/2014/main" id="{5D6D9062-2B2E-4627-85D4-0E6EB573F9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b9a62eca4472f"/>
          <a:stretch xmlns:a="http://schemas.openxmlformats.org/drawingml/2006/main"/>
        </p:blipFill>
        <p:spPr>
          <a:xfrm xmlns:a="http://schemas.openxmlformats.org/drawingml/2006/main" rot="1200000">
            <a:off x="10191750" y="2095500"/>
            <a:ext cx="361950" cy="178741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DC86E57-98EB-4139-89BA-862F5131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Milo runs into Sasha!</a:t>
            </a:r>
            <a:endParaRPr sz="3000" b="1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Milo plate">
            <a:extLst xmlns:a="http://schemas.openxmlformats.org/drawingml/2006/main">
              <a:ext uri="{FF2B5EF4-FFF2-40B4-BE49-F238E27FC236}">
                <a16:creationId xmlns:a16="http://schemas.microsoft.com/office/drawing/2014/main" id="{55CF45BC-FF8A-4582-9653-27D98F83B6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5b3d700b04b47"/>
          <a:stretch xmlns:a="http://schemas.openxmlformats.org/drawingml/2006/main"/>
        </p:blipFill>
        <p:spPr>
          <a:xfrm xmlns:a="http://schemas.openxmlformats.org/drawingml/2006/main">
            <a:off x="696953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4E15692-E916-418F-A75C-FFDEB26B39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b9a62eca4472f"/>
          <a:stretch xmlns:a="http://schemas.openxmlformats.org/drawingml/2006/main"/>
        </p:blipFill>
        <p:spPr>
          <a:xfrm xmlns:a="http://schemas.openxmlformats.org/drawingml/2006/main">
            <a:off x="756942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16719B1-777B-4487-83D0-B5FB604036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b9a62eca4472f"/>
          <a:stretch xmlns:a="http://schemas.openxmlformats.org/drawingml/2006/main"/>
        </p:blipFill>
        <p:spPr>
          <a:xfrm xmlns:a="http://schemas.openxmlformats.org/drawingml/2006/main">
            <a:off x="772182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6725D47-53F3-4808-9250-8288C71D76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b9a62eca4472f"/>
          <a:stretch xmlns:a="http://schemas.openxmlformats.org/drawingml/2006/main"/>
        </p:blipFill>
        <p:spPr>
          <a:xfrm xmlns:a="http://schemas.openxmlformats.org/drawingml/2006/main">
            <a:off x="740559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F66E525A-DBB5-497E-8F0B-C7DC28F7ED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b9a62eca4472f"/>
          <a:stretch xmlns:a="http://schemas.openxmlformats.org/drawingml/2006/main"/>
        </p:blipFill>
        <p:spPr>
          <a:xfrm xmlns:a="http://schemas.openxmlformats.org/drawingml/2006/main">
            <a:off x="728367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A6F1423D-528B-43DB-8504-0D7D06B029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b9a62eca4472f"/>
          <a:stretch xmlns:a="http://schemas.openxmlformats.org/drawingml/2006/main"/>
        </p:blipFill>
        <p:spPr>
          <a:xfrm xmlns:a="http://schemas.openxmlformats.org/drawingml/2006/main">
            <a:off x="712746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87ED632-8256-44F1-8A84-4D7DEEFEB5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b9a62eca4472f"/>
          <a:stretch xmlns:a="http://schemas.openxmlformats.org/drawingml/2006/main"/>
        </p:blipFill>
        <p:spPr>
          <a:xfrm xmlns:a="http://schemas.openxmlformats.org/drawingml/2006/main">
            <a:off x="727986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EFB490D-6FA1-4B58-8BBD-79D9E15F32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b9a62eca4472f"/>
          <a:stretch xmlns:a="http://schemas.openxmlformats.org/drawingml/2006/main"/>
        </p:blipFill>
        <p:spPr>
          <a:xfrm xmlns:a="http://schemas.openxmlformats.org/drawingml/2006/main">
            <a:off x="7477982" y="12864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9" name="Approaching heavy floor cleaner">
            <a:extLst xmlns:a="http://schemas.openxmlformats.org/drawingml/2006/main">
              <a:ext uri="{FF2B5EF4-FFF2-40B4-BE49-F238E27FC236}">
                <a16:creationId xmlns:a16="http://schemas.microsoft.com/office/drawing/2014/main" id="{386D5451-DCB8-413C-866A-869DD55456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d103580fe499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82291" y="1352550"/>
            <a:ext cx="2821578" cy="24688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746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L shaped confined space">
            <a:extLst xmlns:a="http://schemas.openxmlformats.org/drawingml/2006/main">
              <a:ext uri="{FF2B5EF4-FFF2-40B4-BE49-F238E27FC236}">
                <a16:creationId xmlns:a16="http://schemas.microsoft.com/office/drawing/2014/main" id="{C7619990-D7D8-4BC1-8D82-E8FE35E0D7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2fa7c27c14f4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Sasha safe character">
            <a:extLst xmlns:a="http://schemas.openxmlformats.org/drawingml/2006/main">
              <a:ext uri="{FF2B5EF4-FFF2-40B4-BE49-F238E27FC236}">
                <a16:creationId xmlns:a16="http://schemas.microsoft.com/office/drawing/2014/main" id="{30327E5D-F43E-4809-8007-E295659528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ddbc287bd4790"/>
          <a:stretch xmlns:a="http://schemas.openxmlformats.org/drawingml/2006/main"/>
        </p:blipFill>
        <p:spPr>
          <a:xfrm xmlns:a="http://schemas.openxmlformats.org/drawingml/2006/main">
            <a:off x="9572625" y="381000"/>
            <a:ext cx="1133759" cy="2095500"/>
          </a:xfrm>
          <a:prstGeom xmlns:a="http://schemas.openxmlformats.org/drawingml/2006/main" prst="rect">
            <a:avLst/>
          </a:prstGeom>
        </p:spPr>
      </p:pic>
      <p:pic>
        <p:nvPicPr>
          <p:cNvPr id="5" name="Sasha plate">
            <a:extLst xmlns:a="http://schemas.openxmlformats.org/drawingml/2006/main">
              <a:ext uri="{FF2B5EF4-FFF2-40B4-BE49-F238E27FC236}">
                <a16:creationId xmlns:a16="http://schemas.microsoft.com/office/drawing/2014/main" id="{5094FC3D-5103-4814-A9AA-5CE625D443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f387283af4e91"/>
          <a:stretch xmlns:a="http://schemas.openxmlformats.org/drawingml/2006/main"/>
        </p:blipFill>
        <p:spPr>
          <a:xfrm xmlns:a="http://schemas.openxmlformats.org/drawingml/2006/main" rot="480000">
            <a:off x="10024369" y="1496936"/>
            <a:ext cx="1000125" cy="289292"/>
          </a:xfrm>
          <a:prstGeom xmlns:a="http://schemas.openxmlformats.org/drawingml/2006/main" prst="rect">
            <a:avLst/>
          </a:prstGeom>
        </p:spPr>
      </p:pic>
      <p:pic>
        <p:nvPicPr>
          <p:cNvPr id="6" name="Sasha broken cookie 1">
            <a:extLst xmlns:a="http://schemas.openxmlformats.org/drawingml/2006/main">
              <a:ext uri="{FF2B5EF4-FFF2-40B4-BE49-F238E27FC236}">
                <a16:creationId xmlns:a16="http://schemas.microsoft.com/office/drawing/2014/main" id="{5BCAD2E1-F10B-49CB-9110-BAB34961C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f0ee1f0624950"/>
          <a:stretch xmlns:a="http://schemas.openxmlformats.org/drawingml/2006/main"/>
        </p:blipFill>
        <p:spPr>
          <a:xfrm xmlns:a="http://schemas.openxmlformats.org/drawingml/2006/main">
            <a:off x="10378440" y="2442210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7" name="Sasha broken cookie 2">
            <a:extLst xmlns:a="http://schemas.openxmlformats.org/drawingml/2006/main">
              <a:ext uri="{FF2B5EF4-FFF2-40B4-BE49-F238E27FC236}">
                <a16:creationId xmlns:a16="http://schemas.microsoft.com/office/drawing/2014/main" id="{62621132-1C53-445E-A460-2399CB1CD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f0ee1f0624950"/>
          <a:stretch xmlns:a="http://schemas.openxmlformats.org/drawingml/2006/main"/>
        </p:blipFill>
        <p:spPr>
          <a:xfrm xmlns:a="http://schemas.openxmlformats.org/drawingml/2006/main">
            <a:off x="10798493" y="2436177"/>
            <a:ext cx="381000" cy="271146"/>
          </a:xfrm>
          <a:prstGeom xmlns:a="http://schemas.openxmlformats.org/drawingml/2006/main" prst="rect">
            <a:avLst/>
          </a:prstGeom>
        </p:spPr>
      </p:pic>
      <p:sp>
        <p:nvSpPr>
          <p:cNvPr id="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73E5DB4-0967-4706-9607-45F9D6B0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2 of Sasha’s cookies fall!</a:t>
            </a:r>
          </a:p>
        </p:txBody>
      </p:sp>
      <p:pic>
        <p:nvPicPr>
          <p:cNvPr id="10" name="Milo intentionally colliding character">
            <a:extLst xmlns:a="http://schemas.openxmlformats.org/drawingml/2006/main">
              <a:ext uri="{FF2B5EF4-FFF2-40B4-BE49-F238E27FC236}">
                <a16:creationId xmlns:a16="http://schemas.microsoft.com/office/drawing/2014/main" id="{6AF67B09-13DD-4512-8EB1-74E111B586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7da5de8e944076"/>
          <a:stretch xmlns:a="http://schemas.openxmlformats.org/drawingml/2006/main"/>
        </p:blipFill>
        <p:spPr>
          <a:xfrm xmlns:a="http://schemas.openxmlformats.org/drawingml/2006/main">
            <a:off x="7888605" y="238125"/>
            <a:ext cx="1313798" cy="2238375"/>
          </a:xfrm>
          <a:prstGeom xmlns:a="http://schemas.openxmlformats.org/drawingml/2006/main" prst="rect">
            <a:avLst/>
          </a:prstGeom>
        </p:spPr>
      </p:pic>
      <p:pic>
        <p:nvPicPr>
          <p:cNvPr id="11" name="Milo plate">
            <a:extLst xmlns:a="http://schemas.openxmlformats.org/drawingml/2006/main">
              <a:ext uri="{FF2B5EF4-FFF2-40B4-BE49-F238E27FC236}">
                <a16:creationId xmlns:a16="http://schemas.microsoft.com/office/drawing/2014/main" id="{58BB443A-12C6-4295-8172-192F1806FF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f387283af4e91"/>
          <a:stretch xmlns:a="http://schemas.openxmlformats.org/drawingml/2006/main"/>
        </p:blipFill>
        <p:spPr>
          <a:xfrm xmlns:a="http://schemas.openxmlformats.org/drawingml/2006/main">
            <a:off x="738101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99B573E-DFDC-403E-88C8-790A100359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5cdb443d74097"/>
          <a:stretch xmlns:a="http://schemas.openxmlformats.org/drawingml/2006/main"/>
        </p:blipFill>
        <p:spPr>
          <a:xfrm xmlns:a="http://schemas.openxmlformats.org/drawingml/2006/main">
            <a:off x="798090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4A1EFFF9-1796-4250-8566-8251ED6E0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5cdb443d74097"/>
          <a:stretch xmlns:a="http://schemas.openxmlformats.org/drawingml/2006/main"/>
        </p:blipFill>
        <p:spPr>
          <a:xfrm xmlns:a="http://schemas.openxmlformats.org/drawingml/2006/main">
            <a:off x="813330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D455A1B2-67A3-45B9-B469-FBCE848DA9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5cdb443d74097"/>
          <a:stretch xmlns:a="http://schemas.openxmlformats.org/drawingml/2006/main"/>
        </p:blipFill>
        <p:spPr>
          <a:xfrm xmlns:a="http://schemas.openxmlformats.org/drawingml/2006/main">
            <a:off x="781707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BAF8037-2119-45D3-9AC5-427B8E4580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5cdb443d74097"/>
          <a:stretch xmlns:a="http://schemas.openxmlformats.org/drawingml/2006/main"/>
        </p:blipFill>
        <p:spPr>
          <a:xfrm xmlns:a="http://schemas.openxmlformats.org/drawingml/2006/main">
            <a:off x="769515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6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1390281-E635-4555-B1EB-554FF93B7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5cdb443d74097"/>
          <a:stretch xmlns:a="http://schemas.openxmlformats.org/drawingml/2006/main"/>
        </p:blipFill>
        <p:spPr>
          <a:xfrm xmlns:a="http://schemas.openxmlformats.org/drawingml/2006/main">
            <a:off x="753894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7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7DF065D2-9D26-4104-B0AB-FA353522FF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5cdb443d74097"/>
          <a:stretch xmlns:a="http://schemas.openxmlformats.org/drawingml/2006/main"/>
        </p:blipFill>
        <p:spPr>
          <a:xfrm xmlns:a="http://schemas.openxmlformats.org/drawingml/2006/main">
            <a:off x="769134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18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85E130F2-098F-43FC-A6BD-DE710CAE8D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5cdb443d74097"/>
          <a:stretch xmlns:a="http://schemas.openxmlformats.org/drawingml/2006/main"/>
        </p:blipFill>
        <p:spPr>
          <a:xfrm xmlns:a="http://schemas.openxmlformats.org/drawingml/2006/main">
            <a:off x="7889462" y="12864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0" name="Approaching heavy floor cleaner">
            <a:extLst xmlns:a="http://schemas.openxmlformats.org/drawingml/2006/main">
              <a:ext uri="{FF2B5EF4-FFF2-40B4-BE49-F238E27FC236}">
                <a16:creationId xmlns:a16="http://schemas.microsoft.com/office/drawing/2014/main" id="{03D7378C-DCC5-4A02-AB44-15EDD5CFC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785fc1ef84c2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82291" y="518160"/>
            <a:ext cx="2821578" cy="24688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091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L shaped hallway">
            <a:extLst xmlns:a="http://schemas.openxmlformats.org/drawingml/2006/main">
              <a:ext uri="{FF2B5EF4-FFF2-40B4-BE49-F238E27FC236}">
                <a16:creationId xmlns:a16="http://schemas.microsoft.com/office/drawing/2014/main" id="{99728E76-81A1-4B6E-A9FC-066DB67F65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ddbc54175401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Sasha character">
            <a:extLst xmlns:a="http://schemas.openxmlformats.org/drawingml/2006/main">
              <a:ext uri="{FF2B5EF4-FFF2-40B4-BE49-F238E27FC236}">
                <a16:creationId xmlns:a16="http://schemas.microsoft.com/office/drawing/2014/main" id="{48422DA6-698F-43B9-A4E7-90244E78D4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0dd900c854237"/>
          <a:stretch xmlns:a="http://schemas.openxmlformats.org/drawingml/2006/main"/>
        </p:blipFill>
        <p:spPr>
          <a:xfrm xmlns:a="http://schemas.openxmlformats.org/drawingml/2006/main">
            <a:off x="9926955" y="381000"/>
            <a:ext cx="1016952" cy="2095500"/>
          </a:xfrm>
          <a:prstGeom xmlns:a="http://schemas.openxmlformats.org/drawingml/2006/main" prst="rect">
            <a:avLst/>
          </a:prstGeom>
        </p:spPr>
      </p:pic>
      <p:pic>
        <p:nvPicPr>
          <p:cNvPr id="13" name="Sasha plate">
            <a:extLst xmlns:a="http://schemas.openxmlformats.org/drawingml/2006/main">
              <a:ext uri="{FF2B5EF4-FFF2-40B4-BE49-F238E27FC236}">
                <a16:creationId xmlns:a16="http://schemas.microsoft.com/office/drawing/2014/main" id="{D4520C3D-DFDE-4EDC-BAF0-D4856900A1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b9ee31d774fda"/>
          <a:stretch xmlns:a="http://schemas.openxmlformats.org/drawingml/2006/main"/>
        </p:blipFill>
        <p:spPr>
          <a:xfrm xmlns:a="http://schemas.openxmlformats.org/drawingml/2006/main">
            <a:off x="9986395" y="1403639"/>
            <a:ext cx="898071" cy="259773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2F57F8E-EBD8-4403-9376-61BD50B5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38100" rIns="152400" bIns="381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Milo still has 8 cookies. Sasha now has 0 cookies.</a:t>
            </a:r>
          </a:p>
        </p:txBody>
      </p:sp>
      <p:pic>
        <p:nvPicPr>
          <p:cNvPr id="17" name="Milo character">
            <a:extLst xmlns:a="http://schemas.openxmlformats.org/drawingml/2006/main">
              <a:ext uri="{FF2B5EF4-FFF2-40B4-BE49-F238E27FC236}">
                <a16:creationId xmlns:a16="http://schemas.microsoft.com/office/drawing/2014/main" id="{0FAA827A-5AEA-4D35-BAE1-41A7F401EF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c7929c4284f2e"/>
          <a:stretch xmlns:a="http://schemas.openxmlformats.org/drawingml/2006/main"/>
        </p:blipFill>
        <p:spPr>
          <a:xfrm xmlns:a="http://schemas.openxmlformats.org/drawingml/2006/main">
            <a:off x="8332470" y="190500"/>
            <a:ext cx="1113661" cy="2238375"/>
          </a:xfrm>
          <a:prstGeom xmlns:a="http://schemas.openxmlformats.org/drawingml/2006/main" prst="rect">
            <a:avLst/>
          </a:prstGeom>
        </p:spPr>
      </p:pic>
      <p:pic>
        <p:nvPicPr>
          <p:cNvPr id="18" name="Milo plate">
            <a:extLst xmlns:a="http://schemas.openxmlformats.org/drawingml/2006/main">
              <a:ext uri="{FF2B5EF4-FFF2-40B4-BE49-F238E27FC236}">
                <a16:creationId xmlns:a16="http://schemas.microsoft.com/office/drawing/2014/main" id="{B172B1DD-130A-4742-B713-7BD210C949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b9ee31d774fda"/>
          <a:stretch xmlns:a="http://schemas.openxmlformats.org/drawingml/2006/main"/>
        </p:blipFill>
        <p:spPr>
          <a:xfrm xmlns:a="http://schemas.openxmlformats.org/drawingml/2006/main">
            <a:off x="8329706" y="1282124"/>
            <a:ext cx="1119187" cy="323732"/>
          </a:xfrm>
          <a:prstGeom xmlns:a="http://schemas.openxmlformats.org/drawingml/2006/main" prst="rect">
            <a:avLst/>
          </a:prstGeom>
        </p:spPr>
      </p:pic>
      <p:pic>
        <p:nvPicPr>
          <p:cNvPr id="19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289296E1-D535-40FD-8F32-38AF140578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62b8bd5e841f3"/>
          <a:stretch xmlns:a="http://schemas.openxmlformats.org/drawingml/2006/main"/>
        </p:blipFill>
        <p:spPr>
          <a:xfrm xmlns:a="http://schemas.openxmlformats.org/drawingml/2006/main">
            <a:off x="8929592" y="134363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0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775FC5A-65D5-4CA7-945A-1B5AB698CD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62b8bd5e841f3"/>
          <a:stretch xmlns:a="http://schemas.openxmlformats.org/drawingml/2006/main"/>
        </p:blipFill>
        <p:spPr>
          <a:xfrm xmlns:a="http://schemas.openxmlformats.org/drawingml/2006/main">
            <a:off x="9081992" y="131315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1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912C957E-5A89-4A77-BFA6-E8E775D329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62b8bd5e841f3"/>
          <a:stretch xmlns:a="http://schemas.openxmlformats.org/drawingml/2006/main"/>
        </p:blipFill>
        <p:spPr>
          <a:xfrm xmlns:a="http://schemas.openxmlformats.org/drawingml/2006/main">
            <a:off x="8765762" y="137411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2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B30CACBE-FD26-4CA6-9483-298DF18EE4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62b8bd5e841f3"/>
          <a:stretch xmlns:a="http://schemas.openxmlformats.org/drawingml/2006/main"/>
        </p:blipFill>
        <p:spPr>
          <a:xfrm xmlns:a="http://schemas.openxmlformats.org/drawingml/2006/main">
            <a:off x="8643842" y="137792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3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1ECAD55B-4D53-4DEE-B228-EF405CDD0D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62b8bd5e841f3"/>
          <a:stretch xmlns:a="http://schemas.openxmlformats.org/drawingml/2006/main"/>
        </p:blipFill>
        <p:spPr>
          <a:xfrm xmlns:a="http://schemas.openxmlformats.org/drawingml/2006/main">
            <a:off x="8487632" y="137030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4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3C04610A-CCEC-4FAA-B216-0AB26AE2B7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62b8bd5e841f3"/>
          <a:stretch xmlns:a="http://schemas.openxmlformats.org/drawingml/2006/main"/>
        </p:blipFill>
        <p:spPr>
          <a:xfrm xmlns:a="http://schemas.openxmlformats.org/drawingml/2006/main">
            <a:off x="8640032" y="128267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5" name="Milo cookie 3">
            <a:extLst xmlns:a="http://schemas.openxmlformats.org/drawingml/2006/main">
              <a:ext uri="{FF2B5EF4-FFF2-40B4-BE49-F238E27FC236}">
                <a16:creationId xmlns:a16="http://schemas.microsoft.com/office/drawing/2014/main" id="{EAF4D458-4A41-4802-8CB5-483A92C8E8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62b8bd5e841f3"/>
          <a:stretch xmlns:a="http://schemas.openxmlformats.org/drawingml/2006/main"/>
        </p:blipFill>
        <p:spPr>
          <a:xfrm xmlns:a="http://schemas.openxmlformats.org/drawingml/2006/main">
            <a:off x="8838152" y="1286483"/>
            <a:ext cx="277749" cy="137160"/>
          </a:xfrm>
          <a:prstGeom xmlns:a="http://schemas.openxmlformats.org/drawingml/2006/main" prst="rect">
            <a:avLst/>
          </a:prstGeom>
        </p:spPr>
      </p:pic>
      <p:pic>
        <p:nvPicPr>
          <p:cNvPr id="26" name="Sasha broken cookie 1">
            <a:extLst xmlns:a="http://schemas.openxmlformats.org/drawingml/2006/main">
              <a:ext uri="{FF2B5EF4-FFF2-40B4-BE49-F238E27FC236}">
                <a16:creationId xmlns:a16="http://schemas.microsoft.com/office/drawing/2014/main" id="{EA7C33E3-2842-4AAC-91C4-28F8F1CC52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f4514f70640f9"/>
          <a:stretch xmlns:a="http://schemas.openxmlformats.org/drawingml/2006/main"/>
        </p:blipFill>
        <p:spPr>
          <a:xfrm xmlns:a="http://schemas.openxmlformats.org/drawingml/2006/main">
            <a:off x="10378440" y="2442210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27" name="Sasha broken cookie 2">
            <a:extLst xmlns:a="http://schemas.openxmlformats.org/drawingml/2006/main">
              <a:ext uri="{FF2B5EF4-FFF2-40B4-BE49-F238E27FC236}">
                <a16:creationId xmlns:a16="http://schemas.microsoft.com/office/drawing/2014/main" id="{D004AF84-173F-43E4-8F79-1FA0C29E6B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f4514f70640f9"/>
          <a:stretch xmlns:a="http://schemas.openxmlformats.org/drawingml/2006/main"/>
        </p:blipFill>
        <p:spPr>
          <a:xfrm xmlns:a="http://schemas.openxmlformats.org/drawingml/2006/main">
            <a:off x="10798493" y="2436177"/>
            <a:ext cx="381000" cy="271146"/>
          </a:xfrm>
          <a:prstGeom xmlns:a="http://schemas.openxmlformats.org/drawingml/2006/main" prst="rect">
            <a:avLst/>
          </a:prstGeom>
        </p:spPr>
      </p:pic>
      <p:pic>
        <p:nvPicPr>
          <p:cNvPr id="28" name="Approaching heavy floor cleaner">
            <a:extLst xmlns:a="http://schemas.openxmlformats.org/drawingml/2006/main">
              <a:ext uri="{FF2B5EF4-FFF2-40B4-BE49-F238E27FC236}">
                <a16:creationId xmlns:a16="http://schemas.microsoft.com/office/drawing/2014/main" id="{7C29C75C-3E47-46E3-A149-46B26BDA21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e6db0e117495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82291" y="518160"/>
            <a:ext cx="2821578" cy="24688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377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2026-10-27T16:40:44.8240000Z</dcterms:created>
  <dcterms:modified xsi:type="dcterms:W3CDTF">2026-10-27T16:40:44.8240000Z</dcterms:modified>
</coreProperties>
</file>