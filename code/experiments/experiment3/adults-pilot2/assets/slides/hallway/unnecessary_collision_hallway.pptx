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7f2d2833eb4d5b" /><Relationship Type="http://schemas.openxmlformats.org/officeDocument/2006/relationships/extended-properties" Target="/docProps/app.xml" Id="R2093a4ace18a4004" /><Relationship Type="http://schemas.openxmlformats.org/officeDocument/2006/relationships/officeDocument" Target="/ppt/presentation.xml" Id="R806241a4b9c246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e60ec069294def"/>
  </p:sldMasterIdLst>
  <p:notesMasterIdLst>
    <p:notesMasterId xmlns:r="http://schemas.openxmlformats.org/officeDocument/2006/relationships" r:id="Rc5ace81e54214119"/>
  </p:notesMasterIdLst>
  <p:sldIdLst>
    <p:sldId xmlns:r="http://schemas.openxmlformats.org/officeDocument/2006/relationships" id="256" r:id="R4aec1b5c5c384f6c"/>
    <p:sldId xmlns:r="http://schemas.openxmlformats.org/officeDocument/2006/relationships" id="257" r:id="Re4ee027b7fd6401b"/>
    <p:sldId xmlns:r="http://schemas.openxmlformats.org/officeDocument/2006/relationships" id="258" r:id="Rdbb8a6338da54e93"/>
    <p:sldId xmlns:r="http://schemas.openxmlformats.org/officeDocument/2006/relationships" id="259" r:id="Rccf6abb729ef4aa0"/>
    <p:sldId xmlns:r="http://schemas.openxmlformats.org/officeDocument/2006/relationships" id="260" r:id="R73e4fe992b5e44a4"/>
    <p:sldId xmlns:r="http://schemas.openxmlformats.org/officeDocument/2006/relationships" id="261" r:id="R2a9c579bede34455"/>
    <p:sldId xmlns:r="http://schemas.openxmlformats.org/officeDocument/2006/relationships" id="262" r:id="R7afe2fd648cb4c2f"/>
    <p:sldId xmlns:r="http://schemas.openxmlformats.org/officeDocument/2006/relationships" id="263" r:id="R725082dad3b64ce2"/>
    <p:sldId xmlns:r="http://schemas.openxmlformats.org/officeDocument/2006/relationships" id="264" r:id="R01439a779b8b4bdc"/>
    <p:sldId xmlns:r="http://schemas.openxmlformats.org/officeDocument/2006/relationships" id="265" r:id="R5d0ee9580d9f453e"/>
    <p:sldId xmlns:r="http://schemas.openxmlformats.org/officeDocument/2006/relationships" id="266" r:id="R3c20655b7a7243f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f5c4a3204c4625" /><Relationship Type="http://schemas.openxmlformats.org/officeDocument/2006/relationships/slideMaster" Target="/ppt/slideMasters/slideMaster1.xml" Id="R3ce60ec069294def" /><Relationship Type="http://schemas.openxmlformats.org/officeDocument/2006/relationships/notesMaster" Target="/ppt/notesMasters/notesMaster1.xml" Id="Rc5ace81e54214119" /><Relationship Type="http://schemas.openxmlformats.org/officeDocument/2006/relationships/presProps" Target="/ppt/presProps.xml" Id="Rc757ee8627814df7" /><Relationship Type="http://schemas.openxmlformats.org/officeDocument/2006/relationships/viewProps" Target="/ppt/viewProps.xml" Id="R6270b807bf2540b2" /><Relationship Type="http://schemas.openxmlformats.org/officeDocument/2006/relationships/tableStyles" Target="/ppt/tableStyles.xml" Id="R723883ec09114bb6" /><Relationship Type="http://schemas.openxmlformats.org/officeDocument/2006/relationships/slide" Target="/ppt/slides/slide1.xml" Id="R4aec1b5c5c384f6c" /><Relationship Type="http://schemas.openxmlformats.org/officeDocument/2006/relationships/slide" Target="/ppt/slides/slide2.xml" Id="Re4ee027b7fd6401b" /><Relationship Type="http://schemas.openxmlformats.org/officeDocument/2006/relationships/slide" Target="/ppt/slides/slide3.xml" Id="Rdbb8a6338da54e93" /><Relationship Type="http://schemas.openxmlformats.org/officeDocument/2006/relationships/slide" Target="/ppt/slides/slide4.xml" Id="Rccf6abb729ef4aa0" /><Relationship Type="http://schemas.openxmlformats.org/officeDocument/2006/relationships/slide" Target="/ppt/slides/slide5.xml" Id="R73e4fe992b5e44a4" /><Relationship Type="http://schemas.openxmlformats.org/officeDocument/2006/relationships/slide" Target="/ppt/slides/slide6.xml" Id="R2a9c579bede34455" /><Relationship Type="http://schemas.openxmlformats.org/officeDocument/2006/relationships/slide" Target="/ppt/slides/slide7.xml" Id="R7afe2fd648cb4c2f" /><Relationship Type="http://schemas.openxmlformats.org/officeDocument/2006/relationships/slide" Target="/ppt/slides/slide8.xml" Id="R725082dad3b64ce2" /><Relationship Type="http://schemas.openxmlformats.org/officeDocument/2006/relationships/slide" Target="/ppt/slides/slide9.xml" Id="R01439a779b8b4bdc" /><Relationship Type="http://schemas.openxmlformats.org/officeDocument/2006/relationships/slide" Target="/ppt/slides/slide10.xml" Id="R5d0ee9580d9f453e" /><Relationship Type="http://schemas.openxmlformats.org/officeDocument/2006/relationships/slide" Target="/ppt/slides/slide11.xml" Id="R3c20655b7a7243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e18c67f38f40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ad2bd4479a4321" /><Relationship Type="http://schemas.openxmlformats.org/officeDocument/2006/relationships/notesMaster" Target="/ppt/notesMasters/notesMaster1.xml" Id="R2cbee1bd8bf94f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9fca7bcda4969" /><Relationship Type="http://schemas.openxmlformats.org/officeDocument/2006/relationships/notesMaster" Target="/ppt/notesMasters/notesMaster1.xml" Id="R15be817136d94f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2b7eb8cec94c8d" /><Relationship Type="http://schemas.openxmlformats.org/officeDocument/2006/relationships/notesMaster" Target="/ppt/notesMasters/notesMaster1.xml" Id="R25021932437649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eb3bd77ef64af2" /><Relationship Type="http://schemas.openxmlformats.org/officeDocument/2006/relationships/notesMaster" Target="/ppt/notesMasters/notesMaster1.xml" Id="R8838f85bc1aa46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c80dfa896e479f" /><Relationship Type="http://schemas.openxmlformats.org/officeDocument/2006/relationships/notesMaster" Target="/ppt/notesMasters/notesMaster1.xml" Id="Rd0efa64749fd45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0855a29851497a" /><Relationship Type="http://schemas.openxmlformats.org/officeDocument/2006/relationships/notesMaster" Target="/ppt/notesMasters/notesMaster1.xml" Id="Rd8bd610669a849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b1245b729949e5" /><Relationship Type="http://schemas.openxmlformats.org/officeDocument/2006/relationships/notesMaster" Target="/ppt/notesMasters/notesMaster1.xml" Id="R83b99f9e14be4a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350ad23e3c4ab1" /><Relationship Type="http://schemas.openxmlformats.org/officeDocument/2006/relationships/notesMaster" Target="/ppt/notesMasters/notesMaster1.xml" Id="R5fd92730205f43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8e9e810d304294" /><Relationship Type="http://schemas.openxmlformats.org/officeDocument/2006/relationships/notesMaster" Target="/ppt/notesMasters/notesMaster1.xml" Id="Ra7a0ce6dd69b4d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c5c573753e447c" /><Relationship Type="http://schemas.openxmlformats.org/officeDocument/2006/relationships/notesMaster" Target="/ppt/notesMasters/notesMaster1.xml" Id="Rda4a041176db49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5ff3e96d204d8d" /><Relationship Type="http://schemas.openxmlformats.org/officeDocument/2006/relationships/notesMaster" Target="/ppt/notesMasters/notesMaster1.xml" Id="R92cfea1f26a647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609e330bc4f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e5093ec9a4e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c4ba2fa554b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93cdf331f46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a7b7e85ab46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d76ab8cd044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4e06be5fa4d6a" /><Relationship Type="http://schemas.openxmlformats.org/officeDocument/2006/relationships/slideLayout" Target="/ppt/slideLayouts/slideLayout1.xml" Id="R68e24ba65eca48dd" /><Relationship Type="http://schemas.openxmlformats.org/officeDocument/2006/relationships/slideLayout" Target="/ppt/slideLayouts/slideLayout2.xml" Id="Rfd6b1449db5448e4" /><Relationship Type="http://schemas.openxmlformats.org/officeDocument/2006/relationships/slideLayout" Target="/ppt/slideLayouts/slideLayout3.xml" Id="Rc455b76c986346b4" /><Relationship Type="http://schemas.openxmlformats.org/officeDocument/2006/relationships/slideLayout" Target="/ppt/slideLayouts/slideLayout4.xml" Id="R6582088d6b20430d" /><Relationship Type="http://schemas.openxmlformats.org/officeDocument/2006/relationships/slideLayout" Target="/ppt/slideLayouts/slideLayout5.xml" Id="R0e92d6cc6c3c49b0" /><Relationship Type="http://schemas.openxmlformats.org/officeDocument/2006/relationships/slideLayout" Target="/ppt/slideLayouts/slideLayout6.xml" Id="R456960edb16244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24ba65eca48dd"/>
    <p:sldLayoutId xmlns:r="http://schemas.openxmlformats.org/officeDocument/2006/relationships" id="2147483650" r:id="Rfd6b1449db5448e4"/>
    <p:sldLayoutId xmlns:r="http://schemas.openxmlformats.org/officeDocument/2006/relationships" id="2147483651" r:id="Rc455b76c986346b4"/>
    <p:sldLayoutId xmlns:r="http://schemas.openxmlformats.org/officeDocument/2006/relationships" id="2147483652" r:id="R6582088d6b20430d"/>
    <p:sldLayoutId xmlns:r="http://schemas.openxmlformats.org/officeDocument/2006/relationships" id="2147483653" r:id="R0e92d6cc6c3c49b0"/>
    <p:sldLayoutId xmlns:r="http://schemas.openxmlformats.org/officeDocument/2006/relationships" id="2147483654" r:id="R456960edb16244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cc525c2814a75" /><Relationship Type="http://schemas.openxmlformats.org/officeDocument/2006/relationships/image" Target="/ppt/media/image.png" Id="R7b5ec136853e4e7a" /><Relationship Type="http://schemas.openxmlformats.org/officeDocument/2006/relationships/image" Target="/ppt/media/image2.png" Id="R008fa6b3891f4c71" /><Relationship Type="http://schemas.openxmlformats.org/officeDocument/2006/relationships/notesSlide" Target="/ppt/notesSlides/notesSlide1.xml" Id="R961239ea8df14e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0fa0001594ac5" /><Relationship Type="http://schemas.openxmlformats.org/officeDocument/2006/relationships/image" Target="/ppt/media/image3.png" Id="R81200369e2894d91" /><Relationship Type="http://schemas.openxmlformats.org/officeDocument/2006/relationships/image" Target="/ppt/media/image4.png" Id="R735279a711b84702" /><Relationship Type="http://schemas.openxmlformats.org/officeDocument/2006/relationships/image" Target="/ppt/media/image5.png" Id="R941699a65a2b49b0" /><Relationship Type="http://schemas.openxmlformats.org/officeDocument/2006/relationships/image" Target="/ppt/media/image6.png" Id="R3c559d88393f449b" /><Relationship Type="http://schemas.openxmlformats.org/officeDocument/2006/relationships/notesSlide" Target="/ppt/notesSlides/notesSlide2.xml" Id="Rf3022ddf9b2749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ee9ab7c9c4355" /><Relationship Type="http://schemas.openxmlformats.org/officeDocument/2006/relationships/image" Target="/ppt/media/image7.png" Id="R62481125c6f74106" /><Relationship Type="http://schemas.openxmlformats.org/officeDocument/2006/relationships/image" Target="/ppt/media/image8.png" Id="R992c5e85cb84437f" /><Relationship Type="http://schemas.openxmlformats.org/officeDocument/2006/relationships/notesSlide" Target="/ppt/notesSlides/notesSlide3.xml" Id="Rab7d797124e046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1bb0193e443f9" /><Relationship Type="http://schemas.openxmlformats.org/officeDocument/2006/relationships/image" Target="/ppt/media/image9.png" Id="R6dfd77d8d6884e2d" /><Relationship Type="http://schemas.openxmlformats.org/officeDocument/2006/relationships/image" Target="/ppt/media/image10.png" Id="R72954fe4327944fa" /><Relationship Type="http://schemas.openxmlformats.org/officeDocument/2006/relationships/image" Target="/ppt/media/image5.png" Id="Rf0128863a82e4888" /><Relationship Type="http://schemas.openxmlformats.org/officeDocument/2006/relationships/image" Target="/ppt/media/image6.png" Id="Rb298eb5271df4952" /><Relationship Type="http://schemas.openxmlformats.org/officeDocument/2006/relationships/notesSlide" Target="/ppt/notesSlides/notesSlide4.xml" Id="R55294ab3ba7344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5d06fba6647d1" /><Relationship Type="http://schemas.openxmlformats.org/officeDocument/2006/relationships/image" Target="/ppt/media/image11.png" Id="R20317b45202a42e7" /><Relationship Type="http://schemas.openxmlformats.org/officeDocument/2006/relationships/image" Target="/ppt/media/image10.png" Id="R876d100600a04a25" /><Relationship Type="http://schemas.openxmlformats.org/officeDocument/2006/relationships/image" Target="/ppt/media/image5.png" Id="R9b9fe4ee15114036" /><Relationship Type="http://schemas.openxmlformats.org/officeDocument/2006/relationships/image" Target="/ppt/media/image6.png" Id="Rca896703044f47db" /><Relationship Type="http://schemas.openxmlformats.org/officeDocument/2006/relationships/image" Target="/ppt/media/image4.png" Id="Rb2a664a256c1492c" /><Relationship Type="http://schemas.openxmlformats.org/officeDocument/2006/relationships/notesSlide" Target="/ppt/notesSlides/notesSlide5.xml" Id="R8b2a1477dad546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dc4a3c2d347d6" /><Relationship Type="http://schemas.openxmlformats.org/officeDocument/2006/relationships/image" Target="/ppt/media/image12.png" Id="R4b27dd8716c34bc9" /><Relationship Type="http://schemas.openxmlformats.org/officeDocument/2006/relationships/image" Target="/ppt/media/image10.png" Id="Rfd31b83268694480" /><Relationship Type="http://schemas.openxmlformats.org/officeDocument/2006/relationships/image" Target="/ppt/media/image5.png" Id="Rf51fbcd29fa44272" /><Relationship Type="http://schemas.openxmlformats.org/officeDocument/2006/relationships/image" Target="/ppt/media/image6.png" Id="R45767de7c5c740e1" /><Relationship Type="http://schemas.openxmlformats.org/officeDocument/2006/relationships/image" Target="/ppt/media/image4.png" Id="R47ce674f9f234c84" /><Relationship Type="http://schemas.openxmlformats.org/officeDocument/2006/relationships/notesSlide" Target="/ppt/notesSlides/notesSlide6.xml" Id="R161e255e146240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a0adcfeac4b05" /><Relationship Type="http://schemas.openxmlformats.org/officeDocument/2006/relationships/image" Target="/ppt/media/image13.png" Id="R52da1cb0f9f94d48" /><Relationship Type="http://schemas.openxmlformats.org/officeDocument/2006/relationships/image" Target="/ppt/media/image10.png" Id="R51734409a05a4bc1" /><Relationship Type="http://schemas.openxmlformats.org/officeDocument/2006/relationships/image" Target="/ppt/media/image5.png" Id="R5f27b2fea249413c" /><Relationship Type="http://schemas.openxmlformats.org/officeDocument/2006/relationships/image" Target="/ppt/media/image6.png" Id="R69d78027ed5a4dd6" /><Relationship Type="http://schemas.openxmlformats.org/officeDocument/2006/relationships/image" Target="/ppt/media/image14.png" Id="R866718e1092e4844" /><Relationship Type="http://schemas.openxmlformats.org/officeDocument/2006/relationships/image" Target="/ppt/media/image15.png" Id="Rad0b0fb79510456f" /><Relationship Type="http://schemas.openxmlformats.org/officeDocument/2006/relationships/notesSlide" Target="/ppt/notesSlides/notesSlide7.xml" Id="R3b345655b9a44a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1c90473ac4382" /><Relationship Type="http://schemas.openxmlformats.org/officeDocument/2006/relationships/image" Target="/ppt/media/image16.png" Id="R71bf6efc67134727" /><Relationship Type="http://schemas.openxmlformats.org/officeDocument/2006/relationships/image" Target="/ppt/media/image10.png" Id="Ra4865ce317ad4886" /><Relationship Type="http://schemas.openxmlformats.org/officeDocument/2006/relationships/image" Target="/ppt/media/image5.png" Id="Rd2a84f546bc84f9e" /><Relationship Type="http://schemas.openxmlformats.org/officeDocument/2006/relationships/image" Target="/ppt/media/image6.png" Id="R3d001412f4b447da" /><Relationship Type="http://schemas.openxmlformats.org/officeDocument/2006/relationships/image" Target="/ppt/media/image14.png" Id="R5cda4d9114174a21" /><Relationship Type="http://schemas.openxmlformats.org/officeDocument/2006/relationships/image" Target="/ppt/media/image15.png" Id="R56436e2d8a6749b6" /><Relationship Type="http://schemas.openxmlformats.org/officeDocument/2006/relationships/notesSlide" Target="/ppt/notesSlides/notesSlide8.xml" Id="R81010d4915fb40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ad8bb73d364fe1" /><Relationship Type="http://schemas.openxmlformats.org/officeDocument/2006/relationships/image" Target="/ppt/media/image17.png" Id="R1cde76aa4f88492a" /><Relationship Type="http://schemas.openxmlformats.org/officeDocument/2006/relationships/image" Target="/ppt/media/image18.png" Id="R2f635a2859904986" /><Relationship Type="http://schemas.openxmlformats.org/officeDocument/2006/relationships/image" Target="/ppt/media/image19.png" Id="Rc892559fe28f4fa5" /><Relationship Type="http://schemas.openxmlformats.org/officeDocument/2006/relationships/image" Target="/ppt/media/image5.png" Id="Rbbb0ad0b2d3647db" /><Relationship Type="http://schemas.openxmlformats.org/officeDocument/2006/relationships/image" Target="/ppt/media/image6.png" Id="R37fc2407e897430d" /><Relationship Type="http://schemas.openxmlformats.org/officeDocument/2006/relationships/image" Target="/ppt/media/image14.png" Id="Ra9515bb1860d4994" /><Relationship Type="http://schemas.openxmlformats.org/officeDocument/2006/relationships/notesSlide" Target="/ppt/notesSlides/notesSlide9.xml" Id="R5d594d8ab0364a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fa92e40174b24" /><Relationship Type="http://schemas.openxmlformats.org/officeDocument/2006/relationships/image" Target="/ppt/media/image20.png" Id="R95699a8218b644b2" /><Relationship Type="http://schemas.openxmlformats.org/officeDocument/2006/relationships/image" Target="/ppt/media/image18.png" Id="Rbddf8ce637a2463b" /><Relationship Type="http://schemas.openxmlformats.org/officeDocument/2006/relationships/image" Target="/ppt/media/image19.png" Id="R017ed631093b438d" /><Relationship Type="http://schemas.openxmlformats.org/officeDocument/2006/relationships/image" Target="/ppt/media/image5.png" Id="Rcf2ab9d0d1ac4583" /><Relationship Type="http://schemas.openxmlformats.org/officeDocument/2006/relationships/image" Target="/ppt/media/image6.png" Id="R46cccc0b37074842" /><Relationship Type="http://schemas.openxmlformats.org/officeDocument/2006/relationships/image" Target="/ppt/media/image14.png" Id="R3a6c8b25533643ae" /><Relationship Type="http://schemas.openxmlformats.org/officeDocument/2006/relationships/image" Target="/ppt/media/image21.png" Id="R5c3785fd4fe64a62" /><Relationship Type="http://schemas.openxmlformats.org/officeDocument/2006/relationships/notesSlide" Target="/ppt/notesSlides/notesSlide10.xml" Id="R373a452945e24c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f6662beb64b6c" /><Relationship Type="http://schemas.openxmlformats.org/officeDocument/2006/relationships/image" Target="/ppt/media/image22.png" Id="R3d429656ce754a29" /><Relationship Type="http://schemas.openxmlformats.org/officeDocument/2006/relationships/image" Target="/ppt/media/image10.png" Id="R5878bdd6b3464f92" /><Relationship Type="http://schemas.openxmlformats.org/officeDocument/2006/relationships/image" Target="/ppt/media/image5.png" Id="R6f8beaf8dbd14224" /><Relationship Type="http://schemas.openxmlformats.org/officeDocument/2006/relationships/image" Target="/ppt/media/image4.png" Id="Ra9ff172903b547f4" /><Relationship Type="http://schemas.openxmlformats.org/officeDocument/2006/relationships/image" Target="/ppt/media/image6.png" Id="Rc4fc1e3493f84477" /><Relationship Type="http://schemas.openxmlformats.org/officeDocument/2006/relationships/image" Target="/ppt/media/image21.png" Id="R26566dcdeb864db8" /><Relationship Type="http://schemas.openxmlformats.org/officeDocument/2006/relationships/image" Target="/ppt/media/image14.png" Id="Ra0dda65c4ab642bc" /><Relationship Type="http://schemas.openxmlformats.org/officeDocument/2006/relationships/notesSlide" Target="/ppt/notesSlides/notesSlide11.xml" Id="R497bd5be079a42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943EA51C-CCC0-4116-AAB7-F7279050CD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ec136853e4e7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BA107B0A-AE45-461E-9DD3-D1D6A191E1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fa6b3891f4c71"/>
          <a:stretch xmlns:a="http://schemas.openxmlformats.org/drawingml/2006/main"/>
        </p:blipFill>
        <p:spPr>
          <a:xfrm xmlns:a="http://schemas.openxmlformats.org/drawingml/2006/main">
            <a:off x="5715000" y="190500"/>
            <a:ext cx="1310483" cy="2238375"/>
          </a:xfrm>
          <a:prstGeom xmlns:a="http://schemas.openxmlformats.org/drawingml/2006/main" prst="rect">
            <a:avLst/>
          </a:prstGeom>
        </p:spPr>
      </p:pic>
      <p:sp>
        <p:nvSpPr>
          <p:cNvPr id="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59C7494-92C3-3038-B55F-CC2ABCAE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41033632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7C1A0562-EB3B-445E-80D0-F4B4317171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00369e2894d9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3A6EF082-5252-4BEE-8C9E-258C81BA0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279a711b84702"/>
          <a:stretch xmlns:a="http://schemas.openxmlformats.org/drawingml/2006/main"/>
        </p:blipFill>
        <p:spPr>
          <a:xfrm xmlns:a="http://schemas.openxmlformats.org/drawingml/2006/main">
            <a:off x="5715000" y="190500"/>
            <a:ext cx="1113661" cy="2238375"/>
          </a:xfrm>
          <a:prstGeom xmlns:a="http://schemas.openxmlformats.org/drawingml/2006/main" prst="rect">
            <a:avLst/>
          </a:prstGeom>
        </p:spPr>
      </p:pic>
      <p:pic>
        <p:nvPicPr>
          <p:cNvPr id="4" name="Milo plate">
            <a:extLst xmlns:a="http://schemas.openxmlformats.org/drawingml/2006/main">
              <a:ext uri="{FF2B5EF4-FFF2-40B4-BE49-F238E27FC236}">
                <a16:creationId xmlns:a16="http://schemas.microsoft.com/office/drawing/2014/main" id="{4C2EB717-A565-4416-867B-31C19F9DD2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699a65a2b49b0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DAF06F2-2A0C-CD9F-E02D-488D3552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has 8 cookies.</a:t>
            </a:r>
          </a:p>
        </p:txBody>
      </p:sp>
      <p:pic>
        <p:nvPicPr>
          <p:cNvPr id="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17A7785-54A9-4EB2-AD7C-8258CADC09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9d88393f449b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EE5D7F7-F15F-4B86-A038-BC1528E25C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9d88393f449b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8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72200FF-7C46-4157-BB39-76F8B4CCD3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9d88393f449b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9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5D9D5C2-2B0D-465E-BC99-5E2A3E495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9d88393f449b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0C1103A-E231-4127-A1F3-2474C3882B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9d88393f449b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2E41FF1-9646-48CB-9D6A-A6F8D604CB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9d88393f449b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D1931EB-16DF-4CFD-A00E-EE99B5016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9d88393f449b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398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ABCC7E35-7A45-433C-9FD6-06407190F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81125c6f7410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02E9EF71-4EA4-4AFA-AE4A-7BA8BB277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c5e85cb84437f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79676" cy="2095500"/>
          </a:xfrm>
          <a:prstGeom xmlns:a="http://schemas.openxmlformats.org/drawingml/2006/main" prst="rect">
            <a:avLst/>
          </a:prstGeom>
        </p:spPr>
      </p:pic>
      <p:sp>
        <p:nvSpPr>
          <p:cNvPr id="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C7C1704-8DDD-8AF3-8EC4-489A927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20161725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D4BF3956-8381-41C8-A7BE-6822C3187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d77d8d6884e2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5D3FD683-E79D-4DD4-B3FB-C715E2C5B8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54fe4327944fa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sp>
        <p:nvSpPr>
          <p:cNvPr id="10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30887CB-D9A8-F847-4F79-F6E9BE16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has 2 cookies.</a:t>
            </a:r>
          </a:p>
        </p:txBody>
      </p:sp>
      <p:pic>
        <p:nvPicPr>
          <p:cNvPr id="11" name="Sasha plate">
            <a:extLst xmlns:a="http://schemas.openxmlformats.org/drawingml/2006/main">
              <a:ext uri="{FF2B5EF4-FFF2-40B4-BE49-F238E27FC236}">
                <a16:creationId xmlns:a16="http://schemas.microsoft.com/office/drawing/2014/main" id="{DC534855-69EF-46B9-B93A-DF7B142046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28863a82e4888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12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0D253407-ABA5-496E-B6F8-2FEA24F34D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8eb5271df4952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13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D5B13FB9-EDFF-47F8-8A6D-874F0AE788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8eb5271df4952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415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FE1C5C98-983C-433B-9E1C-BE99977C87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17b45202a42e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BFC5EC92-A65F-4244-A2BA-D7F10982B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d100600a04a25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Sasha plate">
            <a:extLst xmlns:a="http://schemas.openxmlformats.org/drawingml/2006/main">
              <a:ext uri="{FF2B5EF4-FFF2-40B4-BE49-F238E27FC236}">
                <a16:creationId xmlns:a16="http://schemas.microsoft.com/office/drawing/2014/main" id="{F92AB671-2F4F-4BC7-9131-BCEA149E7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fe4ee15114036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5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87972B59-6205-42B7-BB67-2D4191523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6703044f47db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6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7ECF24EF-CD7D-4D9C-B38C-84B372434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6703044f47db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AC889E9-35A9-5A78-8650-3E0F067C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and Sasha are talking about school.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060C12BE-EDD9-41E9-B2E3-F7A1F4FDF4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664a256c1492c"/>
          <a:stretch xmlns:a="http://schemas.openxmlformats.org/drawingml/2006/main"/>
        </p:blipFill>
        <p:spPr>
          <a:xfrm xmlns:a="http://schemas.openxmlformats.org/drawingml/2006/main">
            <a:off x="5715000" y="190500"/>
            <a:ext cx="1113661" cy="2238375"/>
          </a:xfrm>
          <a:prstGeom xmlns:a="http://schemas.openxmlformats.org/drawingml/2006/main" prst="rect">
            <a:avLst/>
          </a:prstGeom>
        </p:spPr>
      </p:pic>
      <p:pic>
        <p:nvPicPr>
          <p:cNvPr id="9" name="Milo plate">
            <a:extLst xmlns:a="http://schemas.openxmlformats.org/drawingml/2006/main">
              <a:ext uri="{FF2B5EF4-FFF2-40B4-BE49-F238E27FC236}">
                <a16:creationId xmlns:a16="http://schemas.microsoft.com/office/drawing/2014/main" id="{1C39289F-FF9F-4D42-8E67-A2848F4E15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fe4ee15114036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00CA551-DBD1-448F-8A7A-5D4A85C70C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6703044f47db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9E633AF-72D6-4CCE-AFD3-78D86D0762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6703044f47db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CFDC8A3-CB80-4387-B83C-1AB2F19C72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6703044f47db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69C5BF0-76AC-4824-BC0D-B3184D82E8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6703044f47db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D0C4268-1EE2-44BB-9247-AA6B9E973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6703044f47db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5E42845-2879-45AF-936E-B4140CA69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6703044f47db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AB74B48B-B2AB-43B3-A69D-ACA9F221A2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6703044f47db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713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D2193795-15AD-41A3-AE7E-A6E3282E3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7dd8716c34bc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95B96EF2-481C-465D-9F1E-2B18EAE4F7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1b83268694480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Sasha plate">
            <a:extLst xmlns:a="http://schemas.openxmlformats.org/drawingml/2006/main">
              <a:ext uri="{FF2B5EF4-FFF2-40B4-BE49-F238E27FC236}">
                <a16:creationId xmlns:a16="http://schemas.microsoft.com/office/drawing/2014/main" id="{5D6A398D-DF7C-4933-8F24-CE37E46B3D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fbcd29fa44272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5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76E59322-DFF5-4374-9751-4C9F2DED8C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7de7c5c740e1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6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B9953379-19CA-4ED3-9633-1F01DEAA50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7de7c5c740e1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BE79D41-90E7-4A79-8D0D-E1DEFE4B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knows he can get out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five different directions.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FBA6AF74-7871-4A43-AF98-4CD4826F29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e674f9f234c84"/>
          <a:stretch xmlns:a="http://schemas.openxmlformats.org/drawingml/2006/main"/>
        </p:blipFill>
        <p:spPr>
          <a:xfrm xmlns:a="http://schemas.openxmlformats.org/drawingml/2006/main">
            <a:off x="5715000" y="190500"/>
            <a:ext cx="1113661" cy="2238375"/>
          </a:xfrm>
          <a:prstGeom xmlns:a="http://schemas.openxmlformats.org/drawingml/2006/main" prst="rect">
            <a:avLst/>
          </a:prstGeom>
        </p:spPr>
      </p:pic>
      <p:pic>
        <p:nvPicPr>
          <p:cNvPr id="9" name="Milo plate">
            <a:extLst xmlns:a="http://schemas.openxmlformats.org/drawingml/2006/main">
              <a:ext uri="{FF2B5EF4-FFF2-40B4-BE49-F238E27FC236}">
                <a16:creationId xmlns:a16="http://schemas.microsoft.com/office/drawing/2014/main" id="{F9FA7ABC-912C-40F5-8328-D0A709424A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fbcd29fa44272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44B02BC-95AC-430E-B44E-D29B2A8FF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7de7c5c740e1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BFDC3C7-8E51-4E8E-BA7F-E3E9DBF57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7de7c5c740e1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0AD9BD5-E961-4A20-9AEE-3115AD839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7de7c5c740e1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A8ECC5E-6F21-4E14-A4C5-73801555A9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7de7c5c740e1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69C3319-CAB2-4F6E-9928-2EA278A9B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7de7c5c740e1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EA25B62-567D-4AF5-A109-E8EC5C33BC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7de7c5c740e1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EA01D76-287C-4D35-B710-841004D46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7de7c5c740e1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713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6FEEF5BA-0694-46EE-8FDE-BD9C97A38C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a1cb0f9f94d4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4018E2C5-E044-407D-B133-44E5BF02DE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34409a05a4bc1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6" name="Sasha plate">
            <a:extLst xmlns:a="http://schemas.openxmlformats.org/drawingml/2006/main">
              <a:ext uri="{FF2B5EF4-FFF2-40B4-BE49-F238E27FC236}">
                <a16:creationId xmlns:a16="http://schemas.microsoft.com/office/drawing/2014/main" id="{3652BD6B-FA97-450E-9A34-B43B2138D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7b2fea249413c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7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A4600BF2-AAC7-441F-9C42-8308F2BE9B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8027ed5a4dd6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8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BAB64DF6-9E9E-4807-B5E5-8FB7B7B92C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8027ed5a4dd6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452825D-F5E3-5C93-0291-626BED4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Suddenly, a</a:t>
            </a: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heavy floor cleaner rolls toward Milo!</a:t>
            </a:r>
          </a:p>
        </p:txBody>
      </p:sp>
      <p:pic>
        <p:nvPicPr>
          <p:cNvPr id="19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304421AF-E658-4FC2-B4CF-C9ACBF0243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718e1092e484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25191" y="3261360"/>
            <a:ext cx="2821578" cy="246888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19014AD1-B5AB-433A-9C12-DDE9E225A4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b0fb7951045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9610" y="190500"/>
            <a:ext cx="1113214" cy="2286000"/>
          </a:xfrm>
          <a:prstGeom xmlns:a="http://schemas.openxmlformats.org/drawingml/2006/main" prst="rect">
            <a:avLst/>
          </a:prstGeom>
        </p:spPr>
      </p:pic>
      <p:pic>
        <p:nvPicPr>
          <p:cNvPr id="18" name="Milo plate">
            <a:extLst xmlns:a="http://schemas.openxmlformats.org/drawingml/2006/main">
              <a:ext uri="{FF2B5EF4-FFF2-40B4-BE49-F238E27FC236}">
                <a16:creationId xmlns:a16="http://schemas.microsoft.com/office/drawing/2014/main" id="{15B2E096-BC6A-4650-BD03-FDF7B2377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7b2fea249413c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B35C3E2-3AFE-4CAD-B985-757DD5B85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8027ed5a4dd6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27BF8B1-7530-44E8-880A-D6F6865ADC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8027ed5a4dd6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5CCF5F8-D0CE-4BB4-B7AE-E5AF6CAC2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8027ed5a4dd6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6BFF051-1976-4374-95C4-D591955CE8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8027ed5a4dd6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21BDF37-F69F-47C7-B8A0-A69E5D75A6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8027ed5a4dd6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54D014F-1D11-43D1-9D74-FF1AA2F9B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8027ed5a4dd6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2DD3789-447D-4D50-9738-165856C605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8027ed5a4dd6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67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13896F16-F62C-40A8-88E1-EA53452FCE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f6efc671347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6998EABF-A265-4959-BC41-85FC77A14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65ce317ad4886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6" name="Sasha plate">
            <a:extLst xmlns:a="http://schemas.openxmlformats.org/drawingml/2006/main">
              <a:ext uri="{FF2B5EF4-FFF2-40B4-BE49-F238E27FC236}">
                <a16:creationId xmlns:a16="http://schemas.microsoft.com/office/drawing/2014/main" id="{9C3F5749-5D80-42F6-8CDA-AA22066F6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84f546bc84f9e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7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B82F5AD9-EB27-485B-A184-DCA482D51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1412f4b447da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8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2100C0E7-5D80-4675-AD85-8DDE1C3173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1412f4b447da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89B15D9-CD19-B109-437D-8B82F0F3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can run four other ways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without running into Sasha!</a:t>
            </a:r>
          </a:p>
        </p:txBody>
      </p:sp>
      <p:pic>
        <p:nvPicPr>
          <p:cNvPr id="3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D60273F5-7868-40E2-B624-6BDF84F40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a4d9114174a2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82291" y="2712720"/>
            <a:ext cx="2821578" cy="246888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0068C306-7B4A-4B1B-BF57-771779267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36e2d8a6749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9610" y="190500"/>
            <a:ext cx="1113214" cy="2286000"/>
          </a:xfrm>
          <a:prstGeom xmlns:a="http://schemas.openxmlformats.org/drawingml/2006/main" prst="rect">
            <a:avLst/>
          </a:prstGeom>
        </p:spPr>
      </p:pic>
      <p:pic>
        <p:nvPicPr>
          <p:cNvPr id="20" name="Milo plate">
            <a:extLst xmlns:a="http://schemas.openxmlformats.org/drawingml/2006/main">
              <a:ext uri="{FF2B5EF4-FFF2-40B4-BE49-F238E27FC236}">
                <a16:creationId xmlns:a16="http://schemas.microsoft.com/office/drawing/2014/main" id="{FB2596D5-F7C6-473D-94A5-6E78FD8FEC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84f546bc84f9e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F571D62-16AF-4699-B509-1DA3B7CEDE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1412f4b447da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19FCA59-063A-4730-BD0E-12C441C3E2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1412f4b447da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5F73DE3-7BF6-436B-A351-2ACD4CC6DE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1412f4b447da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B2C39FF-CCAC-43D2-BE34-3549E2325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1412f4b447da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431316E-4A62-49FA-9630-26957E3E63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1412f4b447da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8365172-60A4-4B31-A4EE-BE6DFC56C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1412f4b447da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FE7468E-E071-4BEC-AA79-2749CBD87E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1412f4b447da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30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D8E01A37-B68F-4EC0-9944-F2F28719A2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e76aa4f8849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Milo intentionally colliding character">
            <a:extLst xmlns:a="http://schemas.openxmlformats.org/drawingml/2006/main">
              <a:ext uri="{FF2B5EF4-FFF2-40B4-BE49-F238E27FC236}">
                <a16:creationId xmlns:a16="http://schemas.microsoft.com/office/drawing/2014/main" id="{C052B0BE-479B-40C6-888E-19642B70D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35a2859904986"/>
          <a:stretch xmlns:a="http://schemas.openxmlformats.org/drawingml/2006/main"/>
        </p:blipFill>
        <p:spPr>
          <a:xfrm xmlns:a="http://schemas.openxmlformats.org/drawingml/2006/main">
            <a:off x="7477125" y="238125"/>
            <a:ext cx="1313798" cy="2238375"/>
          </a:xfrm>
          <a:prstGeom xmlns:a="http://schemas.openxmlformats.org/drawingml/2006/main" prst="rect">
            <a:avLst/>
          </a:prstGeom>
        </p:spPr>
      </p:pic>
      <p:pic>
        <p:nvPicPr>
          <p:cNvPr id="4" name="Sasha bumped character">
            <a:extLst xmlns:a="http://schemas.openxmlformats.org/drawingml/2006/main">
              <a:ext uri="{FF2B5EF4-FFF2-40B4-BE49-F238E27FC236}">
                <a16:creationId xmlns:a16="http://schemas.microsoft.com/office/drawing/2014/main" id="{57632EA2-DD5A-48DA-9717-90836D96F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2559fe28f4fa5"/>
          <a:stretch xmlns:a="http://schemas.openxmlformats.org/drawingml/2006/main"/>
        </p:blipFill>
        <p:spPr>
          <a:xfrm xmlns:a="http://schemas.openxmlformats.org/drawingml/2006/main">
            <a:off x="8334375" y="381000"/>
            <a:ext cx="1133759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Sasha plate">
            <a:extLst xmlns:a="http://schemas.openxmlformats.org/drawingml/2006/main">
              <a:ext uri="{FF2B5EF4-FFF2-40B4-BE49-F238E27FC236}">
                <a16:creationId xmlns:a16="http://schemas.microsoft.com/office/drawing/2014/main" id="{35F70EDC-61E6-4E1C-AEF9-29E04112B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0ad0b2d3647db"/>
          <a:stretch xmlns:a="http://schemas.openxmlformats.org/drawingml/2006/main"/>
        </p:blipFill>
        <p:spPr>
          <a:xfrm xmlns:a="http://schemas.openxmlformats.org/drawingml/2006/main" rot="900000">
            <a:off x="9334500" y="1596815"/>
            <a:ext cx="1143000" cy="330620"/>
          </a:xfrm>
          <a:prstGeom xmlns:a="http://schemas.openxmlformats.org/drawingml/2006/main" prst="rect">
            <a:avLst/>
          </a:prstGeom>
        </p:spPr>
      </p:pic>
      <p:pic>
        <p:nvPicPr>
          <p:cNvPr id="6" name="Sasha falling cookie 1">
            <a:extLst xmlns:a="http://schemas.openxmlformats.org/drawingml/2006/main">
              <a:ext uri="{FF2B5EF4-FFF2-40B4-BE49-F238E27FC236}">
                <a16:creationId xmlns:a16="http://schemas.microsoft.com/office/drawing/2014/main" id="{FB2CCA79-28DD-418C-8A80-DB3EC20EBF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2407e897430d"/>
          <a:stretch xmlns:a="http://schemas.openxmlformats.org/drawingml/2006/main"/>
        </p:blipFill>
        <p:spPr>
          <a:xfrm xmlns:a="http://schemas.openxmlformats.org/drawingml/2006/main" rot="-900000">
            <a:off x="9715500" y="1952625"/>
            <a:ext cx="361950" cy="178741"/>
          </a:xfrm>
          <a:prstGeom xmlns:a="http://schemas.openxmlformats.org/drawingml/2006/main" prst="rect">
            <a:avLst/>
          </a:prstGeom>
        </p:spPr>
      </p:pic>
      <p:pic>
        <p:nvPicPr>
          <p:cNvPr id="7" name="Sasha falling cookie 2">
            <a:extLst xmlns:a="http://schemas.openxmlformats.org/drawingml/2006/main">
              <a:ext uri="{FF2B5EF4-FFF2-40B4-BE49-F238E27FC236}">
                <a16:creationId xmlns:a16="http://schemas.microsoft.com/office/drawing/2014/main" id="{5DB4340F-347E-4DDE-8652-4A91B1AD2C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2407e897430d"/>
          <a:stretch xmlns:a="http://schemas.openxmlformats.org/drawingml/2006/main"/>
        </p:blipFill>
        <p:spPr>
          <a:xfrm xmlns:a="http://schemas.openxmlformats.org/drawingml/2006/main" rot="1200000">
            <a:off x="10191750" y="2095500"/>
            <a:ext cx="361950" cy="178741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A87B366-794D-3A12-950D-EB8E039E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Milo runs into Sasha!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Milo plate">
            <a:extLst xmlns:a="http://schemas.openxmlformats.org/drawingml/2006/main">
              <a:ext uri="{FF2B5EF4-FFF2-40B4-BE49-F238E27FC236}">
                <a16:creationId xmlns:a16="http://schemas.microsoft.com/office/drawing/2014/main" id="{334E5C6F-4131-4F8A-BAA6-E58984938E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0ad0b2d3647db"/>
          <a:stretch xmlns:a="http://schemas.openxmlformats.org/drawingml/2006/main"/>
        </p:blipFill>
        <p:spPr>
          <a:xfrm xmlns:a="http://schemas.openxmlformats.org/drawingml/2006/main">
            <a:off x="69695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0104252-48DB-42AA-8301-DA529B4AC2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2407e897430d"/>
          <a:stretch xmlns:a="http://schemas.openxmlformats.org/drawingml/2006/main"/>
        </p:blipFill>
        <p:spPr>
          <a:xfrm xmlns:a="http://schemas.openxmlformats.org/drawingml/2006/main">
            <a:off x="75694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F91FEA5-6A03-4916-B3CA-3AE4A194EE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2407e897430d"/>
          <a:stretch xmlns:a="http://schemas.openxmlformats.org/drawingml/2006/main"/>
        </p:blipFill>
        <p:spPr>
          <a:xfrm xmlns:a="http://schemas.openxmlformats.org/drawingml/2006/main">
            <a:off x="77218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A3E7FF9-3C65-4CC1-A5B4-33A04400F6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2407e897430d"/>
          <a:stretch xmlns:a="http://schemas.openxmlformats.org/drawingml/2006/main"/>
        </p:blipFill>
        <p:spPr>
          <a:xfrm xmlns:a="http://schemas.openxmlformats.org/drawingml/2006/main">
            <a:off x="74055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07FE0FD-021A-4601-B8E2-7BA8AD5D00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2407e897430d"/>
          <a:stretch xmlns:a="http://schemas.openxmlformats.org/drawingml/2006/main"/>
        </p:blipFill>
        <p:spPr>
          <a:xfrm xmlns:a="http://schemas.openxmlformats.org/drawingml/2006/main">
            <a:off x="72836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6D449A4-B80D-4630-A88D-9A40294F03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2407e897430d"/>
          <a:stretch xmlns:a="http://schemas.openxmlformats.org/drawingml/2006/main"/>
        </p:blipFill>
        <p:spPr>
          <a:xfrm xmlns:a="http://schemas.openxmlformats.org/drawingml/2006/main">
            <a:off x="71274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71EB22E-9CB2-4F61-9A5D-C2C638FA1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2407e897430d"/>
          <a:stretch xmlns:a="http://schemas.openxmlformats.org/drawingml/2006/main"/>
        </p:blipFill>
        <p:spPr>
          <a:xfrm xmlns:a="http://schemas.openxmlformats.org/drawingml/2006/main">
            <a:off x="72798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AC41353-CE6A-4A02-A7C7-4FDFCBAFE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c2407e897430d"/>
          <a:stretch xmlns:a="http://schemas.openxmlformats.org/drawingml/2006/main"/>
        </p:blipFill>
        <p:spPr>
          <a:xfrm xmlns:a="http://schemas.openxmlformats.org/drawingml/2006/main">
            <a:off x="747798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8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55F73015-8585-4CA3-B801-C2C4E8B87F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15bb1860d499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25191" y="1078230"/>
            <a:ext cx="2821578" cy="24688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935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E98B1D34-3E70-440B-89D0-A1E4FB707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99a8218b644b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Milo intentionally colliding character">
            <a:extLst xmlns:a="http://schemas.openxmlformats.org/drawingml/2006/main">
              <a:ext uri="{FF2B5EF4-FFF2-40B4-BE49-F238E27FC236}">
                <a16:creationId xmlns:a16="http://schemas.microsoft.com/office/drawing/2014/main" id="{8E066F92-153D-4025-ACB4-43AC031EFF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f8ce637a2463b"/>
          <a:stretch xmlns:a="http://schemas.openxmlformats.org/drawingml/2006/main"/>
        </p:blipFill>
        <p:spPr>
          <a:xfrm xmlns:a="http://schemas.openxmlformats.org/drawingml/2006/main">
            <a:off x="7477125" y="238125"/>
            <a:ext cx="1313798" cy="2238375"/>
          </a:xfrm>
          <a:prstGeom xmlns:a="http://schemas.openxmlformats.org/drawingml/2006/main" prst="rect">
            <a:avLst/>
          </a:prstGeom>
        </p:spPr>
      </p:pic>
      <p:pic>
        <p:nvPicPr>
          <p:cNvPr id="4" name="Sasha bumped character">
            <a:extLst xmlns:a="http://schemas.openxmlformats.org/drawingml/2006/main">
              <a:ext uri="{FF2B5EF4-FFF2-40B4-BE49-F238E27FC236}">
                <a16:creationId xmlns:a16="http://schemas.microsoft.com/office/drawing/2014/main" id="{43B7EE71-EC05-4640-A850-39642E38FF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ed631093b438d"/>
          <a:stretch xmlns:a="http://schemas.openxmlformats.org/drawingml/2006/main"/>
        </p:blipFill>
        <p:spPr>
          <a:xfrm xmlns:a="http://schemas.openxmlformats.org/drawingml/2006/main">
            <a:off x="8334375" y="381000"/>
            <a:ext cx="1133759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Sasha plate">
            <a:extLst xmlns:a="http://schemas.openxmlformats.org/drawingml/2006/main">
              <a:ext uri="{FF2B5EF4-FFF2-40B4-BE49-F238E27FC236}">
                <a16:creationId xmlns:a16="http://schemas.microsoft.com/office/drawing/2014/main" id="{8B6AF617-9DE4-41F2-904D-6D8C8DDFB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ab9d0d1ac4583"/>
          <a:stretch xmlns:a="http://schemas.openxmlformats.org/drawingml/2006/main"/>
        </p:blipFill>
        <p:spPr>
          <a:xfrm xmlns:a="http://schemas.openxmlformats.org/drawingml/2006/main" rot="900000">
            <a:off x="9334500" y="1596815"/>
            <a:ext cx="1143000" cy="330620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6FE4624-6604-D77D-9418-32D0C6AD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2 of Sasha’s cookies fall!</a:t>
            </a:r>
          </a:p>
        </p:txBody>
      </p:sp>
      <p:pic>
        <p:nvPicPr>
          <p:cNvPr id="9" name="Milo plate">
            <a:extLst xmlns:a="http://schemas.openxmlformats.org/drawingml/2006/main">
              <a:ext uri="{FF2B5EF4-FFF2-40B4-BE49-F238E27FC236}">
                <a16:creationId xmlns:a16="http://schemas.microsoft.com/office/drawing/2014/main" id="{36C33167-ADB4-478D-BE20-23756F666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ab9d0d1ac4583"/>
          <a:stretch xmlns:a="http://schemas.openxmlformats.org/drawingml/2006/main"/>
        </p:blipFill>
        <p:spPr>
          <a:xfrm xmlns:a="http://schemas.openxmlformats.org/drawingml/2006/main">
            <a:off x="69695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D468C8A-08D8-43D9-B6AF-BF3F5B7579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ccc0b37074842"/>
          <a:stretch xmlns:a="http://schemas.openxmlformats.org/drawingml/2006/main"/>
        </p:blipFill>
        <p:spPr>
          <a:xfrm xmlns:a="http://schemas.openxmlformats.org/drawingml/2006/main">
            <a:off x="75694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F6986FB-39B6-4306-A3AA-5BAC049437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ccc0b37074842"/>
          <a:stretch xmlns:a="http://schemas.openxmlformats.org/drawingml/2006/main"/>
        </p:blipFill>
        <p:spPr>
          <a:xfrm xmlns:a="http://schemas.openxmlformats.org/drawingml/2006/main">
            <a:off x="77218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AA81F4B4-9D27-467C-A944-254B9E6C75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ccc0b37074842"/>
          <a:stretch xmlns:a="http://schemas.openxmlformats.org/drawingml/2006/main"/>
        </p:blipFill>
        <p:spPr>
          <a:xfrm xmlns:a="http://schemas.openxmlformats.org/drawingml/2006/main">
            <a:off x="74055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712367F-17F7-48C2-9F4A-E40C786BBF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ccc0b37074842"/>
          <a:stretch xmlns:a="http://schemas.openxmlformats.org/drawingml/2006/main"/>
        </p:blipFill>
        <p:spPr>
          <a:xfrm xmlns:a="http://schemas.openxmlformats.org/drawingml/2006/main">
            <a:off x="72836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DBD4BFB-15BD-4082-9DD7-371B1BA4E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ccc0b37074842"/>
          <a:stretch xmlns:a="http://schemas.openxmlformats.org/drawingml/2006/main"/>
        </p:blipFill>
        <p:spPr>
          <a:xfrm xmlns:a="http://schemas.openxmlformats.org/drawingml/2006/main">
            <a:off x="71274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70877B1-E08F-482D-9317-5A78A547F1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ccc0b37074842"/>
          <a:stretch xmlns:a="http://schemas.openxmlformats.org/drawingml/2006/main"/>
        </p:blipFill>
        <p:spPr>
          <a:xfrm xmlns:a="http://schemas.openxmlformats.org/drawingml/2006/main">
            <a:off x="72798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B1A7C9A-835F-4848-8C7B-50884BD1A3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ccc0b37074842"/>
          <a:stretch xmlns:a="http://schemas.openxmlformats.org/drawingml/2006/main"/>
        </p:blipFill>
        <p:spPr>
          <a:xfrm xmlns:a="http://schemas.openxmlformats.org/drawingml/2006/main">
            <a:off x="747798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8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0D8B23C1-F15E-4CBD-8E1F-998EF90EB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c8b25533643a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25191" y="598170"/>
            <a:ext cx="2821578" cy="2468880"/>
          </a:xfrm>
          <a:prstGeom xmlns:a="http://schemas.openxmlformats.org/drawingml/2006/main" prst="rect">
            <a:avLst/>
          </a:prstGeom>
        </p:spPr>
      </p:pic>
      <p:pic>
        <p:nvPicPr>
          <p:cNvPr id="17" name="Sasha broken cookie 1">
            <a:extLst xmlns:a="http://schemas.openxmlformats.org/drawingml/2006/main">
              <a:ext uri="{FF2B5EF4-FFF2-40B4-BE49-F238E27FC236}">
                <a16:creationId xmlns:a16="http://schemas.microsoft.com/office/drawing/2014/main" id="{FFCBCC36-2453-46CA-AE4F-882740EFE4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785fd4fe64a62"/>
          <a:stretch xmlns:a="http://schemas.openxmlformats.org/drawingml/2006/main"/>
        </p:blipFill>
        <p:spPr>
          <a:xfrm xmlns:a="http://schemas.openxmlformats.org/drawingml/2006/main">
            <a:off x="10378440" y="244221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19" name="Sasha broken cookie 2">
            <a:extLst xmlns:a="http://schemas.openxmlformats.org/drawingml/2006/main">
              <a:ext uri="{FF2B5EF4-FFF2-40B4-BE49-F238E27FC236}">
                <a16:creationId xmlns:a16="http://schemas.microsoft.com/office/drawing/2014/main" id="{CDA139FE-DD49-4EBD-B8E1-57E7B892CF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785fd4fe64a62"/>
          <a:stretch xmlns:a="http://schemas.openxmlformats.org/drawingml/2006/main"/>
        </p:blipFill>
        <p:spPr>
          <a:xfrm xmlns:a="http://schemas.openxmlformats.org/drawingml/2006/main">
            <a:off x="10798493" y="2436177"/>
            <a:ext cx="381000" cy="2711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672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T shaped hallway">
            <a:extLst xmlns:a="http://schemas.openxmlformats.org/drawingml/2006/main">
              <a:ext uri="{FF2B5EF4-FFF2-40B4-BE49-F238E27FC236}">
                <a16:creationId xmlns:a16="http://schemas.microsoft.com/office/drawing/2014/main" id="{D2895EFF-93FF-4E99-8064-3BB3D216F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29656ce754a2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80000A1C-0AE8-44ED-9E76-43B5456F0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8bdd6b3464f92"/>
          <a:stretch xmlns:a="http://schemas.openxmlformats.org/drawingml/2006/main"/>
        </p:blipFill>
        <p:spPr>
          <a:xfrm xmlns:a="http://schemas.openxmlformats.org/drawingml/2006/main">
            <a:off x="992695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Sasha plate">
            <a:extLst xmlns:a="http://schemas.openxmlformats.org/drawingml/2006/main">
              <a:ext uri="{FF2B5EF4-FFF2-40B4-BE49-F238E27FC236}">
                <a16:creationId xmlns:a16="http://schemas.microsoft.com/office/drawing/2014/main" id="{3D0B0A44-99C5-4A8E-9E67-6ED5EAC6D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beaf8dbd14224"/>
          <a:stretch xmlns:a="http://schemas.openxmlformats.org/drawingml/2006/main"/>
        </p:blipFill>
        <p:spPr>
          <a:xfrm xmlns:a="http://schemas.openxmlformats.org/drawingml/2006/main">
            <a:off x="9986395" y="1403639"/>
            <a:ext cx="898071" cy="259773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952CAC2-E3A3-59D2-47BD-C3CA23D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still has 8 cookies. Sasha now has 0 cookies.</a:t>
            </a:r>
          </a:p>
        </p:txBody>
      </p:sp>
      <p:pic>
        <p:nvPicPr>
          <p:cNvPr id="7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200EFE89-B6AA-43CF-8B8C-CFC8D21A5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f172903b547f4"/>
          <a:stretch xmlns:a="http://schemas.openxmlformats.org/drawingml/2006/main"/>
        </p:blipFill>
        <p:spPr>
          <a:xfrm xmlns:a="http://schemas.openxmlformats.org/drawingml/2006/main">
            <a:off x="8332470" y="190500"/>
            <a:ext cx="1113661" cy="2238375"/>
          </a:xfrm>
          <a:prstGeom xmlns:a="http://schemas.openxmlformats.org/drawingml/2006/main" prst="rect">
            <a:avLst/>
          </a:prstGeom>
        </p:spPr>
      </p:pic>
      <p:pic>
        <p:nvPicPr>
          <p:cNvPr id="8" name="Milo plate">
            <a:extLst xmlns:a="http://schemas.openxmlformats.org/drawingml/2006/main">
              <a:ext uri="{FF2B5EF4-FFF2-40B4-BE49-F238E27FC236}">
                <a16:creationId xmlns:a16="http://schemas.microsoft.com/office/drawing/2014/main" id="{08E83EB6-1709-4E83-A85F-8EE7A8F75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beaf8dbd14224"/>
          <a:stretch xmlns:a="http://schemas.openxmlformats.org/drawingml/2006/main"/>
        </p:blipFill>
        <p:spPr>
          <a:xfrm xmlns:a="http://schemas.openxmlformats.org/drawingml/2006/main">
            <a:off x="832970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9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F7F2E76-B5B4-4538-8DB5-2D6808BA6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c1e3493f84477"/>
          <a:stretch xmlns:a="http://schemas.openxmlformats.org/drawingml/2006/main"/>
        </p:blipFill>
        <p:spPr>
          <a:xfrm xmlns:a="http://schemas.openxmlformats.org/drawingml/2006/main">
            <a:off x="892959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AEFD620-4C76-4697-9217-0AF19A6B10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c1e3493f84477"/>
          <a:stretch xmlns:a="http://schemas.openxmlformats.org/drawingml/2006/main"/>
        </p:blipFill>
        <p:spPr>
          <a:xfrm xmlns:a="http://schemas.openxmlformats.org/drawingml/2006/main">
            <a:off x="908199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9008623-8E91-40A5-A90B-139E83A71F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c1e3493f84477"/>
          <a:stretch xmlns:a="http://schemas.openxmlformats.org/drawingml/2006/main"/>
        </p:blipFill>
        <p:spPr>
          <a:xfrm xmlns:a="http://schemas.openxmlformats.org/drawingml/2006/main">
            <a:off x="876576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AB83AEC6-025C-469E-A0F5-8286F5D940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c1e3493f84477"/>
          <a:stretch xmlns:a="http://schemas.openxmlformats.org/drawingml/2006/main"/>
        </p:blipFill>
        <p:spPr>
          <a:xfrm xmlns:a="http://schemas.openxmlformats.org/drawingml/2006/main">
            <a:off x="864384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65E8FC7-473B-4B35-8477-1AFE4B558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c1e3493f84477"/>
          <a:stretch xmlns:a="http://schemas.openxmlformats.org/drawingml/2006/main"/>
        </p:blipFill>
        <p:spPr>
          <a:xfrm xmlns:a="http://schemas.openxmlformats.org/drawingml/2006/main">
            <a:off x="848763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711FF52-AEF8-46D5-A90B-1853B6D5E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c1e3493f84477"/>
          <a:stretch xmlns:a="http://schemas.openxmlformats.org/drawingml/2006/main"/>
        </p:blipFill>
        <p:spPr>
          <a:xfrm xmlns:a="http://schemas.openxmlformats.org/drawingml/2006/main">
            <a:off x="864003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9432440-5E04-4F8C-9362-7D32645B42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c1e3493f84477"/>
          <a:stretch xmlns:a="http://schemas.openxmlformats.org/drawingml/2006/main"/>
        </p:blipFill>
        <p:spPr>
          <a:xfrm xmlns:a="http://schemas.openxmlformats.org/drawingml/2006/main">
            <a:off x="883815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Sasha broken cookie 1">
            <a:extLst xmlns:a="http://schemas.openxmlformats.org/drawingml/2006/main">
              <a:ext uri="{FF2B5EF4-FFF2-40B4-BE49-F238E27FC236}">
                <a16:creationId xmlns:a16="http://schemas.microsoft.com/office/drawing/2014/main" id="{DE982391-FCDB-4E38-B0ED-FBEA47E0E7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66dcdeb864db8"/>
          <a:stretch xmlns:a="http://schemas.openxmlformats.org/drawingml/2006/main"/>
        </p:blipFill>
        <p:spPr>
          <a:xfrm xmlns:a="http://schemas.openxmlformats.org/drawingml/2006/main">
            <a:off x="10378440" y="244221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17" name="Sasha broken cookie 2">
            <a:extLst xmlns:a="http://schemas.openxmlformats.org/drawingml/2006/main">
              <a:ext uri="{FF2B5EF4-FFF2-40B4-BE49-F238E27FC236}">
                <a16:creationId xmlns:a16="http://schemas.microsoft.com/office/drawing/2014/main" id="{C3E4281A-FC9F-4FB6-A9EA-5AB919AA0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66dcdeb864db8"/>
          <a:stretch xmlns:a="http://schemas.openxmlformats.org/drawingml/2006/main"/>
        </p:blipFill>
        <p:spPr>
          <a:xfrm xmlns:a="http://schemas.openxmlformats.org/drawingml/2006/main">
            <a:off x="10798493" y="2436177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18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E8843A5A-ABC6-49BD-A0CB-C01A085814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da65c4ab642b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25191" y="598170"/>
            <a:ext cx="2821578" cy="24688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70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2026-10-27T16:40:45.4210000Z</dcterms:created>
  <dcterms:modified xsi:type="dcterms:W3CDTF">2026-10-27T16:40:45.4210000Z</dcterms:modified>
</coreProperties>
</file>