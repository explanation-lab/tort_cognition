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6b0f71e3c3453d" /><Relationship Type="http://schemas.openxmlformats.org/officeDocument/2006/relationships/extended-properties" Target="/docProps/app.xml" Id="R90fee2a597284214" /><Relationship Type="http://schemas.openxmlformats.org/officeDocument/2006/relationships/officeDocument" Target="/ppt/presentation.xml" Id="Rac95b63d072547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3a138256f44ea4"/>
  </p:sldMasterIdLst>
  <p:notesMasterIdLst>
    <p:notesMasterId xmlns:r="http://schemas.openxmlformats.org/officeDocument/2006/relationships" r:id="Rb609c04b2d0840e4"/>
  </p:notesMasterIdLst>
  <p:sldIdLst>
    <p:sldId xmlns:r="http://schemas.openxmlformats.org/officeDocument/2006/relationships" id="256" r:id="R53cb4e5a622c4623"/>
    <p:sldId xmlns:r="http://schemas.openxmlformats.org/officeDocument/2006/relationships" id="257" r:id="R2da34c6e0a224db9"/>
    <p:sldId xmlns:r="http://schemas.openxmlformats.org/officeDocument/2006/relationships" id="258" r:id="Rb3779477533544c0"/>
    <p:sldId xmlns:r="http://schemas.openxmlformats.org/officeDocument/2006/relationships" id="259" r:id="Rf6234420373049fb"/>
    <p:sldId xmlns:r="http://schemas.openxmlformats.org/officeDocument/2006/relationships" id="260" r:id="R301796f2f8e542d6"/>
    <p:sldId xmlns:r="http://schemas.openxmlformats.org/officeDocument/2006/relationships" id="261" r:id="Raa935dd6d6f7480d"/>
    <p:sldId xmlns:r="http://schemas.openxmlformats.org/officeDocument/2006/relationships" id="262" r:id="R6315b0334b27486b"/>
    <p:sldId xmlns:r="http://schemas.openxmlformats.org/officeDocument/2006/relationships" id="263" r:id="R2c450d1f6770449f"/>
    <p:sldId xmlns:r="http://schemas.openxmlformats.org/officeDocument/2006/relationships" id="264" r:id="R982144a888f34be3"/>
    <p:sldId xmlns:r="http://schemas.openxmlformats.org/officeDocument/2006/relationships" id="265" r:id="Ra14b47bdef214f70"/>
    <p:sldId xmlns:r="http://schemas.openxmlformats.org/officeDocument/2006/relationships" id="266" r:id="R4db3e9312b06490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12db70a75b434f" /><Relationship Type="http://schemas.openxmlformats.org/officeDocument/2006/relationships/slideMaster" Target="/ppt/slideMasters/slideMaster1.xml" Id="R693a138256f44ea4" /><Relationship Type="http://schemas.openxmlformats.org/officeDocument/2006/relationships/notesMaster" Target="/ppt/notesMasters/notesMaster1.xml" Id="Rb609c04b2d0840e4" /><Relationship Type="http://schemas.openxmlformats.org/officeDocument/2006/relationships/presProps" Target="/ppt/presProps.xml" Id="Rf05b7641608d4524" /><Relationship Type="http://schemas.openxmlformats.org/officeDocument/2006/relationships/viewProps" Target="/ppt/viewProps.xml" Id="Rcaa8167008b54916" /><Relationship Type="http://schemas.openxmlformats.org/officeDocument/2006/relationships/tableStyles" Target="/ppt/tableStyles.xml" Id="Rf8b8f8abf5384fcf" /><Relationship Type="http://schemas.openxmlformats.org/officeDocument/2006/relationships/slide" Target="/ppt/slides/slide1.xml" Id="R53cb4e5a622c4623" /><Relationship Type="http://schemas.openxmlformats.org/officeDocument/2006/relationships/slide" Target="/ppt/slides/slide2.xml" Id="R2da34c6e0a224db9" /><Relationship Type="http://schemas.openxmlformats.org/officeDocument/2006/relationships/slide" Target="/ppt/slides/slide3.xml" Id="Rb3779477533544c0" /><Relationship Type="http://schemas.openxmlformats.org/officeDocument/2006/relationships/slide" Target="/ppt/slides/slide4.xml" Id="Rf6234420373049fb" /><Relationship Type="http://schemas.openxmlformats.org/officeDocument/2006/relationships/slide" Target="/ppt/slides/slide5.xml" Id="R301796f2f8e542d6" /><Relationship Type="http://schemas.openxmlformats.org/officeDocument/2006/relationships/slide" Target="/ppt/slides/slide6.xml" Id="Raa935dd6d6f7480d" /><Relationship Type="http://schemas.openxmlformats.org/officeDocument/2006/relationships/slide" Target="/ppt/slides/slide7.xml" Id="R6315b0334b27486b" /><Relationship Type="http://schemas.openxmlformats.org/officeDocument/2006/relationships/slide" Target="/ppt/slides/slide8.xml" Id="R2c450d1f6770449f" /><Relationship Type="http://schemas.openxmlformats.org/officeDocument/2006/relationships/slide" Target="/ppt/slides/slide9.xml" Id="R982144a888f34be3" /><Relationship Type="http://schemas.openxmlformats.org/officeDocument/2006/relationships/slide" Target="/ppt/slides/slide10.xml" Id="Ra14b47bdef214f70" /><Relationship Type="http://schemas.openxmlformats.org/officeDocument/2006/relationships/slide" Target="/ppt/slides/slide11.xml" Id="R4db3e9312b0649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b8fc8e409d40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2a201b19704f32" /><Relationship Type="http://schemas.openxmlformats.org/officeDocument/2006/relationships/notesMaster" Target="/ppt/notesMasters/notesMaster1.xml" Id="R6ceab84f124343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f656b89224ee0" /><Relationship Type="http://schemas.openxmlformats.org/officeDocument/2006/relationships/notesMaster" Target="/ppt/notesMasters/notesMaster1.xml" Id="R22005e59e4cd4d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025d7041b04105" /><Relationship Type="http://schemas.openxmlformats.org/officeDocument/2006/relationships/notesMaster" Target="/ppt/notesMasters/notesMaster1.xml" Id="R0965254b56b94e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2d927b5bea40d2" /><Relationship Type="http://schemas.openxmlformats.org/officeDocument/2006/relationships/notesMaster" Target="/ppt/notesMasters/notesMaster1.xml" Id="R5fd25043f6064e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49e253e1804876" /><Relationship Type="http://schemas.openxmlformats.org/officeDocument/2006/relationships/notesMaster" Target="/ppt/notesMasters/notesMaster1.xml" Id="R01d2c261360c43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4535eac62e4252" /><Relationship Type="http://schemas.openxmlformats.org/officeDocument/2006/relationships/notesMaster" Target="/ppt/notesMasters/notesMaster1.xml" Id="R19d983ee3ab643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05eea3bbe64150" /><Relationship Type="http://schemas.openxmlformats.org/officeDocument/2006/relationships/notesMaster" Target="/ppt/notesMasters/notesMaster1.xml" Id="Rddc70e04e4e947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de0a13ed084832" /><Relationship Type="http://schemas.openxmlformats.org/officeDocument/2006/relationships/notesMaster" Target="/ppt/notesMasters/notesMaster1.xml" Id="R08733bdc087348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817ce325504d1e" /><Relationship Type="http://schemas.openxmlformats.org/officeDocument/2006/relationships/notesMaster" Target="/ppt/notesMasters/notesMaster1.xml" Id="R8dbe0818478443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82c77458fa4310" /><Relationship Type="http://schemas.openxmlformats.org/officeDocument/2006/relationships/notesMaster" Target="/ppt/notesMasters/notesMaster1.xml" Id="R07551b500b1a49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9f85b3bbef4fa6" /><Relationship Type="http://schemas.openxmlformats.org/officeDocument/2006/relationships/notesMaster" Target="/ppt/notesMasters/notesMaster1.xml" Id="R11121d1748ca40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f6d0a77f446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39ea9705248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b5fed7b1b40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5147e01b542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ffc2b5ea142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f960f68cb47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9a208c96554931" /><Relationship Type="http://schemas.openxmlformats.org/officeDocument/2006/relationships/slideLayout" Target="/ppt/slideLayouts/slideLayout1.xml" Id="R9f1aeda9ed294f70" /><Relationship Type="http://schemas.openxmlformats.org/officeDocument/2006/relationships/slideLayout" Target="/ppt/slideLayouts/slideLayout2.xml" Id="R23924b9a7ced4f72" /><Relationship Type="http://schemas.openxmlformats.org/officeDocument/2006/relationships/slideLayout" Target="/ppt/slideLayouts/slideLayout3.xml" Id="R4aaf059a5bc848f6" /><Relationship Type="http://schemas.openxmlformats.org/officeDocument/2006/relationships/slideLayout" Target="/ppt/slideLayouts/slideLayout4.xml" Id="R188c157ffce54f52" /><Relationship Type="http://schemas.openxmlformats.org/officeDocument/2006/relationships/slideLayout" Target="/ppt/slideLayouts/slideLayout5.xml" Id="Ra638ea72c4a044e0" /><Relationship Type="http://schemas.openxmlformats.org/officeDocument/2006/relationships/slideLayout" Target="/ppt/slideLayouts/slideLayout6.xml" Id="Rcbeab6d819164c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1aeda9ed294f70"/>
    <p:sldLayoutId xmlns:r="http://schemas.openxmlformats.org/officeDocument/2006/relationships" id="2147483650" r:id="R23924b9a7ced4f72"/>
    <p:sldLayoutId xmlns:r="http://schemas.openxmlformats.org/officeDocument/2006/relationships" id="2147483651" r:id="R4aaf059a5bc848f6"/>
    <p:sldLayoutId xmlns:r="http://schemas.openxmlformats.org/officeDocument/2006/relationships" id="2147483652" r:id="R188c157ffce54f52"/>
    <p:sldLayoutId xmlns:r="http://schemas.openxmlformats.org/officeDocument/2006/relationships" id="2147483653" r:id="Ra638ea72c4a044e0"/>
    <p:sldLayoutId xmlns:r="http://schemas.openxmlformats.org/officeDocument/2006/relationships" id="2147483654" r:id="Rcbeab6d819164c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78377a1e544cb" /><Relationship Type="http://schemas.openxmlformats.org/officeDocument/2006/relationships/image" Target="/ppt/media/image.png" Id="R3c739aafe1c5439c" /><Relationship Type="http://schemas.openxmlformats.org/officeDocument/2006/relationships/image" Target="/ppt/media/image2.png" Id="Re0150a13c3d547a2" /><Relationship Type="http://schemas.openxmlformats.org/officeDocument/2006/relationships/notesSlide" Target="/ppt/notesSlides/notesSlide1.xml" Id="R810f751bb99c44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6ee96bbc8400c" /><Relationship Type="http://schemas.openxmlformats.org/officeDocument/2006/relationships/image" Target="/ppt/media/image3.png" Id="Re2af3edec4834652" /><Relationship Type="http://schemas.openxmlformats.org/officeDocument/2006/relationships/image" Target="/ppt/media/image4.png" Id="Rc0599b66cad74fc4" /><Relationship Type="http://schemas.openxmlformats.org/officeDocument/2006/relationships/image" Target="/ppt/media/image5.png" Id="Rbe4d4297f38d46d8" /><Relationship Type="http://schemas.openxmlformats.org/officeDocument/2006/relationships/image" Target="/ppt/media/image6.png" Id="Rdd58b22e55444f59" /><Relationship Type="http://schemas.openxmlformats.org/officeDocument/2006/relationships/notesSlide" Target="/ppt/notesSlides/notesSlide2.xml" Id="R91c876b645794c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b2c09a66246cc" /><Relationship Type="http://schemas.openxmlformats.org/officeDocument/2006/relationships/image" Target="/ppt/media/image7.png" Id="R11365d79f5334036" /><Relationship Type="http://schemas.openxmlformats.org/officeDocument/2006/relationships/image" Target="/ppt/media/image8.png" Id="Re243a8b13ec34583" /><Relationship Type="http://schemas.openxmlformats.org/officeDocument/2006/relationships/notesSlide" Target="/ppt/notesSlides/notesSlide3.xml" Id="R091fe1bc012649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db12458e54a43" /><Relationship Type="http://schemas.openxmlformats.org/officeDocument/2006/relationships/image" Target="/ppt/media/image9.png" Id="Rfa1a86c395b64ae5" /><Relationship Type="http://schemas.openxmlformats.org/officeDocument/2006/relationships/image" Target="/ppt/media/image10.png" Id="R2c52f27a2f42422b" /><Relationship Type="http://schemas.openxmlformats.org/officeDocument/2006/relationships/image" Target="/ppt/media/image5.png" Id="R54ffccf48d4d43ee" /><Relationship Type="http://schemas.openxmlformats.org/officeDocument/2006/relationships/image" Target="/ppt/media/image6.png" Id="R2e7214c890c64a99" /><Relationship Type="http://schemas.openxmlformats.org/officeDocument/2006/relationships/notesSlide" Target="/ppt/notesSlides/notesSlide4.xml" Id="R82bcfd026f254e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abdd2333d4e08" /><Relationship Type="http://schemas.openxmlformats.org/officeDocument/2006/relationships/image" Target="/ppt/media/image11.png" Id="R36f68aea68a247bb" /><Relationship Type="http://schemas.openxmlformats.org/officeDocument/2006/relationships/image" Target="/ppt/media/image10.png" Id="R4f7cabd65d314f9d" /><Relationship Type="http://schemas.openxmlformats.org/officeDocument/2006/relationships/image" Target="/ppt/media/image5.png" Id="R33adcf5f99ec4609" /><Relationship Type="http://schemas.openxmlformats.org/officeDocument/2006/relationships/image" Target="/ppt/media/image6.png" Id="R2582b6f160c24539" /><Relationship Type="http://schemas.openxmlformats.org/officeDocument/2006/relationships/image" Target="/ppt/media/image4.png" Id="R6c24291915e047c9" /><Relationship Type="http://schemas.openxmlformats.org/officeDocument/2006/relationships/notesSlide" Target="/ppt/notesSlides/notesSlide5.xml" Id="R76869835a8604d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a98cd6a754561" /><Relationship Type="http://schemas.openxmlformats.org/officeDocument/2006/relationships/image" Target="/ppt/media/image12.png" Id="R119c3827e7764912" /><Relationship Type="http://schemas.openxmlformats.org/officeDocument/2006/relationships/image" Target="/ppt/media/image10.png" Id="R479bce48e697477d" /><Relationship Type="http://schemas.openxmlformats.org/officeDocument/2006/relationships/image" Target="/ppt/media/image5.png" Id="R342f8bb8b5d6446e" /><Relationship Type="http://schemas.openxmlformats.org/officeDocument/2006/relationships/image" Target="/ppt/media/image6.png" Id="R7104413e726649a6" /><Relationship Type="http://schemas.openxmlformats.org/officeDocument/2006/relationships/image" Target="/ppt/media/image4.png" Id="R22458065b7cd4ccb" /><Relationship Type="http://schemas.openxmlformats.org/officeDocument/2006/relationships/notesSlide" Target="/ppt/notesSlides/notesSlide6.xml" Id="R116fd5877dab49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fce64ba233434c" /><Relationship Type="http://schemas.openxmlformats.org/officeDocument/2006/relationships/image" Target="/ppt/media/image13.png" Id="Re41d47c014404c03" /><Relationship Type="http://schemas.openxmlformats.org/officeDocument/2006/relationships/image" Target="/ppt/media/image14.png" Id="R6a206585b2c14f7f" /><Relationship Type="http://schemas.openxmlformats.org/officeDocument/2006/relationships/image" Target="/ppt/media/image10.png" Id="Re97dfd259fd6462b" /><Relationship Type="http://schemas.openxmlformats.org/officeDocument/2006/relationships/image" Target="/ppt/media/image5.png" Id="R572e03ad306f461f" /><Relationship Type="http://schemas.openxmlformats.org/officeDocument/2006/relationships/image" Target="/ppt/media/image6.png" Id="R3c0cf2072b564f4f" /><Relationship Type="http://schemas.openxmlformats.org/officeDocument/2006/relationships/image" Target="/ppt/media/image15.png" Id="Reb12dac417274acb" /><Relationship Type="http://schemas.openxmlformats.org/officeDocument/2006/relationships/notesSlide" Target="/ppt/notesSlides/notesSlide7.xml" Id="R2a9bb6acae9446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bbe31b8a74e64" /><Relationship Type="http://schemas.openxmlformats.org/officeDocument/2006/relationships/image" Target="/ppt/media/image16.png" Id="R0f4f0aa75b1d4b3c" /><Relationship Type="http://schemas.openxmlformats.org/officeDocument/2006/relationships/image" Target="/ppt/media/image10.png" Id="Rc96d8dab3914455d" /><Relationship Type="http://schemas.openxmlformats.org/officeDocument/2006/relationships/image" Target="/ppt/media/image5.png" Id="R65f9d8a2940c4a6f" /><Relationship Type="http://schemas.openxmlformats.org/officeDocument/2006/relationships/image" Target="/ppt/media/image6.png" Id="R5a3743993ea8408f" /><Relationship Type="http://schemas.openxmlformats.org/officeDocument/2006/relationships/image" Target="/ppt/media/image15.png" Id="R33c91b0c181e4c01" /><Relationship Type="http://schemas.openxmlformats.org/officeDocument/2006/relationships/image" Target="/ppt/media/image14.png" Id="Rf83219b140214f42" /><Relationship Type="http://schemas.openxmlformats.org/officeDocument/2006/relationships/notesSlide" Target="/ppt/notesSlides/notesSlide8.xml" Id="Rcde35c459e4c4e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1c127d9eee47b1" /><Relationship Type="http://schemas.openxmlformats.org/officeDocument/2006/relationships/image" Target="/ppt/media/image17.png" Id="Rd6ad37df11c64355" /><Relationship Type="http://schemas.openxmlformats.org/officeDocument/2006/relationships/image" Target="/ppt/media/image18.png" Id="Rca1ef24b53ca4b14" /><Relationship Type="http://schemas.openxmlformats.org/officeDocument/2006/relationships/image" Target="/ppt/media/image5.png" Id="R1752fbd0ee274793" /><Relationship Type="http://schemas.openxmlformats.org/officeDocument/2006/relationships/image" Target="/ppt/media/image6.png" Id="Rd8c57a258fb84170" /><Relationship Type="http://schemas.openxmlformats.org/officeDocument/2006/relationships/image" Target="/ppt/media/image19.png" Id="Rbddaa29fed9d4b78" /><Relationship Type="http://schemas.openxmlformats.org/officeDocument/2006/relationships/image" Target="/ppt/media/image14.png" Id="Rd9d5df98959d4dc9" /><Relationship Type="http://schemas.openxmlformats.org/officeDocument/2006/relationships/notesSlide" Target="/ppt/notesSlides/notesSlide9.xml" Id="R7620ec994e7244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c84c262204c9f" /><Relationship Type="http://schemas.openxmlformats.org/officeDocument/2006/relationships/image" Target="/ppt/media/image20.png" Id="R6e413f348d2e432f" /><Relationship Type="http://schemas.openxmlformats.org/officeDocument/2006/relationships/image" Target="/ppt/media/image18.png" Id="Re15bffc41834451d" /><Relationship Type="http://schemas.openxmlformats.org/officeDocument/2006/relationships/image" Target="/ppt/media/image5.png" Id="Rdf11f3a46d0d44fb" /><Relationship Type="http://schemas.openxmlformats.org/officeDocument/2006/relationships/image" Target="/ppt/media/image21.png" Id="R5ba028510ba2407f" /><Relationship Type="http://schemas.openxmlformats.org/officeDocument/2006/relationships/image" Target="/ppt/media/image19.png" Id="Rd65c9e05a13b41ed" /><Relationship Type="http://schemas.openxmlformats.org/officeDocument/2006/relationships/image" Target="/ppt/media/image6.png" Id="R2c083de2dfdd418b" /><Relationship Type="http://schemas.openxmlformats.org/officeDocument/2006/relationships/image" Target="/ppt/media/image14.png" Id="Racc0d552a7784bf6" /><Relationship Type="http://schemas.openxmlformats.org/officeDocument/2006/relationships/notesSlide" Target="/ppt/notesSlides/notesSlide10.xml" Id="R2ce2bcea160d42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54f124f714bf2" /><Relationship Type="http://schemas.openxmlformats.org/officeDocument/2006/relationships/image" Target="/ppt/media/image22.png" Id="R3093c346528a4c12" /><Relationship Type="http://schemas.openxmlformats.org/officeDocument/2006/relationships/image" Target="/ppt/media/image10.png" Id="Rfc743597fa874bbb" /><Relationship Type="http://schemas.openxmlformats.org/officeDocument/2006/relationships/image" Target="/ppt/media/image5.png" Id="Rfb2d5899a4d74e41" /><Relationship Type="http://schemas.openxmlformats.org/officeDocument/2006/relationships/image" Target="/ppt/media/image21.png" Id="Ra007709d25024242" /><Relationship Type="http://schemas.openxmlformats.org/officeDocument/2006/relationships/image" Target="/ppt/media/image4.png" Id="R76eb5f812e484500" /><Relationship Type="http://schemas.openxmlformats.org/officeDocument/2006/relationships/image" Target="/ppt/media/image6.png" Id="R16b921604c874a37" /><Relationship Type="http://schemas.openxmlformats.org/officeDocument/2006/relationships/image" Target="/ppt/media/image14.png" Id="Rb34b12ae575f4e7c" /><Relationship Type="http://schemas.openxmlformats.org/officeDocument/2006/relationships/notesSlide" Target="/ppt/notesSlides/notesSlide11.xml" Id="Ra0f3dca76d234c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9E919A60-0EBD-40A5-A4C9-83111370CB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39aafe1c5439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Finn character">
            <a:extLst xmlns:a="http://schemas.openxmlformats.org/drawingml/2006/main">
              <a:ext uri="{FF2B5EF4-FFF2-40B4-BE49-F238E27FC236}">
                <a16:creationId xmlns:a16="http://schemas.microsoft.com/office/drawing/2014/main" id="{759AFF18-2D86-4200-88D4-7809BD5B8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50a13c3d547a2"/>
          <a:stretch xmlns:a="http://schemas.openxmlformats.org/drawingml/2006/main"/>
        </p:blipFill>
        <p:spPr>
          <a:xfrm xmlns:a="http://schemas.openxmlformats.org/drawingml/2006/main">
            <a:off x="6000750" y="190500"/>
            <a:ext cx="1150104" cy="2238375"/>
          </a:xfrm>
          <a:prstGeom xmlns:a="http://schemas.openxmlformats.org/drawingml/2006/main" prst="rect">
            <a:avLst/>
          </a:prstGeom>
        </p:spPr>
      </p:pic>
      <p:sp>
        <p:nvSpPr>
          <p:cNvPr id="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50FDACB-8DCB-7674-C7B4-4A4A3071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28663024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597493F4-68C3-4417-85F6-D65722FCFA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f3edec483465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Finn character">
            <a:extLst xmlns:a="http://schemas.openxmlformats.org/drawingml/2006/main">
              <a:ext uri="{FF2B5EF4-FFF2-40B4-BE49-F238E27FC236}">
                <a16:creationId xmlns:a16="http://schemas.microsoft.com/office/drawing/2014/main" id="{78709176-1D27-45DF-9533-AE8E9C5FD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99b66cad74fc4"/>
          <a:stretch xmlns:a="http://schemas.openxmlformats.org/drawingml/2006/main"/>
        </p:blipFill>
        <p:spPr>
          <a:xfrm xmlns:a="http://schemas.openxmlformats.org/drawingml/2006/main">
            <a:off x="6000750" y="190500"/>
            <a:ext cx="1186091" cy="2238375"/>
          </a:xfrm>
          <a:prstGeom xmlns:a="http://schemas.openxmlformats.org/drawingml/2006/main" prst="rect">
            <a:avLst/>
          </a:prstGeom>
        </p:spPr>
      </p:pic>
      <p:sp>
        <p:nvSpPr>
          <p:cNvPr id="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558B131-8E0A-0628-00C2-206F79FE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has 8 cookies.</a:t>
            </a:r>
          </a:p>
        </p:txBody>
      </p:sp>
      <p:pic>
        <p:nvPicPr>
          <p:cNvPr id="5" name="Milo plate">
            <a:extLst xmlns:a="http://schemas.openxmlformats.org/drawingml/2006/main">
              <a:ext uri="{FF2B5EF4-FFF2-40B4-BE49-F238E27FC236}">
                <a16:creationId xmlns:a16="http://schemas.microsoft.com/office/drawing/2014/main" id="{25FA957D-EC65-40A9-8035-5D77D06CC5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d4297f38d46d8"/>
          <a:stretch xmlns:a="http://schemas.openxmlformats.org/drawingml/2006/main"/>
        </p:blipFill>
        <p:spPr>
          <a:xfrm xmlns:a="http://schemas.openxmlformats.org/drawingml/2006/main">
            <a:off x="606656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007EA78-891C-4AE4-8C51-72714A320D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8b22e55444f59"/>
          <a:stretch xmlns:a="http://schemas.openxmlformats.org/drawingml/2006/main"/>
        </p:blipFill>
        <p:spPr>
          <a:xfrm xmlns:a="http://schemas.openxmlformats.org/drawingml/2006/main">
            <a:off x="666645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20EB91A-C8DC-490E-91ED-3635157CD1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8b22e55444f59"/>
          <a:stretch xmlns:a="http://schemas.openxmlformats.org/drawingml/2006/main"/>
        </p:blipFill>
        <p:spPr>
          <a:xfrm xmlns:a="http://schemas.openxmlformats.org/drawingml/2006/main">
            <a:off x="681885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8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7E4F606-7864-4F35-9739-0C890970F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8b22e55444f59"/>
          <a:stretch xmlns:a="http://schemas.openxmlformats.org/drawingml/2006/main"/>
        </p:blipFill>
        <p:spPr>
          <a:xfrm xmlns:a="http://schemas.openxmlformats.org/drawingml/2006/main">
            <a:off x="650262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9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4FF10AD-20E9-4F13-8B76-B4F3E8FB64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8b22e55444f59"/>
          <a:stretch xmlns:a="http://schemas.openxmlformats.org/drawingml/2006/main"/>
        </p:blipFill>
        <p:spPr>
          <a:xfrm xmlns:a="http://schemas.openxmlformats.org/drawingml/2006/main">
            <a:off x="638070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59EE8D5-D8BA-429E-8971-574196CF66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8b22e55444f59"/>
          <a:stretch xmlns:a="http://schemas.openxmlformats.org/drawingml/2006/main"/>
        </p:blipFill>
        <p:spPr>
          <a:xfrm xmlns:a="http://schemas.openxmlformats.org/drawingml/2006/main">
            <a:off x="622449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09482539-7E3F-4F85-A873-5B08EF6E62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8b22e55444f59"/>
          <a:stretch xmlns:a="http://schemas.openxmlformats.org/drawingml/2006/main"/>
        </p:blipFill>
        <p:spPr>
          <a:xfrm xmlns:a="http://schemas.openxmlformats.org/drawingml/2006/main">
            <a:off x="637689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225CC11-C8BC-4FFA-88C8-A8038DEC3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8b22e55444f59"/>
          <a:stretch xmlns:a="http://schemas.openxmlformats.org/drawingml/2006/main"/>
        </p:blipFill>
        <p:spPr>
          <a:xfrm xmlns:a="http://schemas.openxmlformats.org/drawingml/2006/main">
            <a:off x="657501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376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F99FDE39-98A3-440E-BF55-B899065A0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65d79f533403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2911DD95-07F4-41AB-93B5-CDED38B7D4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3a8b13ec34583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226931" cy="2095500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E09BF4B-FCDC-E0EC-0F90-5AF2F0FF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37645710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3D3934BC-7727-4DEB-9F8E-9D047AEC45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a86c395b64ae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9DFDFADA-F222-4794-90B1-B4B0864F8D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2f27a2f42422b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330565" cy="2095500"/>
          </a:xfrm>
          <a:prstGeom xmlns:a="http://schemas.openxmlformats.org/drawingml/2006/main" prst="rect">
            <a:avLst/>
          </a:prstGeom>
        </p:spPr>
      </p:pic>
      <p:sp>
        <p:nvSpPr>
          <p:cNvPr id="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8B709ADA-F0D2-DBA5-A6FB-9565671B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has 2 cookies.</a:t>
            </a:r>
          </a:p>
        </p:txBody>
      </p:sp>
      <p:pic>
        <p:nvPicPr>
          <p:cNvPr id="5" name="Cleo plate">
            <a:extLst xmlns:a="http://schemas.openxmlformats.org/drawingml/2006/main">
              <a:ext uri="{FF2B5EF4-FFF2-40B4-BE49-F238E27FC236}">
                <a16:creationId xmlns:a16="http://schemas.microsoft.com/office/drawing/2014/main" id="{407E3D0D-17A2-4876-BD60-D1B9551438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fccf48d4d43ee"/>
          <a:stretch xmlns:a="http://schemas.openxmlformats.org/drawingml/2006/main"/>
        </p:blipFill>
        <p:spPr>
          <a:xfrm xmlns:a="http://schemas.openxmlformats.org/drawingml/2006/main">
            <a:off x="854722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6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64842B2D-C9D2-441E-B6FF-A1CB57E8A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214c890c64a99"/>
          <a:stretch xmlns:a="http://schemas.openxmlformats.org/drawingml/2006/main"/>
        </p:blipFill>
        <p:spPr>
          <a:xfrm xmlns:a="http://schemas.openxmlformats.org/drawingml/2006/main">
            <a:off x="8816302" y="1029349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7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A6D6A96E-52E2-4C79-B50D-F61B98DE7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214c890c64a99"/>
          <a:stretch xmlns:a="http://schemas.openxmlformats.org/drawingml/2006/main"/>
        </p:blipFill>
        <p:spPr>
          <a:xfrm xmlns:a="http://schemas.openxmlformats.org/drawingml/2006/main">
            <a:off x="9220162" y="1067449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59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50F48AE9-2EA6-44CB-84AC-344E3F306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68aea68a247b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1A4BE5C6-6B01-47A5-8DCB-0553710645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cabd65d314f9d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330565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Cleo plate">
            <a:extLst xmlns:a="http://schemas.openxmlformats.org/drawingml/2006/main">
              <a:ext uri="{FF2B5EF4-FFF2-40B4-BE49-F238E27FC236}">
                <a16:creationId xmlns:a16="http://schemas.microsoft.com/office/drawing/2014/main" id="{719FE0C9-7EB8-4BE0-86D2-89AFB0E0F3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dcf5f99ec4609"/>
          <a:stretch xmlns:a="http://schemas.openxmlformats.org/drawingml/2006/main"/>
        </p:blipFill>
        <p:spPr>
          <a:xfrm xmlns:a="http://schemas.openxmlformats.org/drawingml/2006/main">
            <a:off x="854722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5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284F83C2-4B54-4EA9-8DC2-95AAA1A10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2b6f160c24539"/>
          <a:stretch xmlns:a="http://schemas.openxmlformats.org/drawingml/2006/main"/>
        </p:blipFill>
        <p:spPr>
          <a:xfrm xmlns:a="http://schemas.openxmlformats.org/drawingml/2006/main">
            <a:off x="8816302" y="1029349"/>
            <a:ext cx="277749" cy="137160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D2CF4F9-2CDC-44BF-CD9B-2C2202DA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and Cleo are talking about toys. 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Finn character">
            <a:extLst xmlns:a="http://schemas.openxmlformats.org/drawingml/2006/main">
              <a:ext uri="{FF2B5EF4-FFF2-40B4-BE49-F238E27FC236}">
                <a16:creationId xmlns:a16="http://schemas.microsoft.com/office/drawing/2014/main" id="{72B6AD6B-F5F5-46A1-AB6E-1E1DA17FFE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4291915e047c9"/>
          <a:stretch xmlns:a="http://schemas.openxmlformats.org/drawingml/2006/main"/>
        </p:blipFill>
        <p:spPr>
          <a:xfrm xmlns:a="http://schemas.openxmlformats.org/drawingml/2006/main">
            <a:off x="6000750" y="190500"/>
            <a:ext cx="1186091" cy="2238375"/>
          </a:xfrm>
          <a:prstGeom xmlns:a="http://schemas.openxmlformats.org/drawingml/2006/main" prst="rect">
            <a:avLst/>
          </a:prstGeom>
        </p:spPr>
      </p:pic>
      <p:pic>
        <p:nvPicPr>
          <p:cNvPr id="8" name="Milo plate">
            <a:extLst xmlns:a="http://schemas.openxmlformats.org/drawingml/2006/main">
              <a:ext uri="{FF2B5EF4-FFF2-40B4-BE49-F238E27FC236}">
                <a16:creationId xmlns:a16="http://schemas.microsoft.com/office/drawing/2014/main" id="{05EAF61F-5BDA-4942-A737-029A079A8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dcf5f99ec4609"/>
          <a:stretch xmlns:a="http://schemas.openxmlformats.org/drawingml/2006/main"/>
        </p:blipFill>
        <p:spPr>
          <a:xfrm xmlns:a="http://schemas.openxmlformats.org/drawingml/2006/main">
            <a:off x="606656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9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8D76741-4DA4-4DD5-97CC-30C3D2AA0A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2b6f160c24539"/>
          <a:stretch xmlns:a="http://schemas.openxmlformats.org/drawingml/2006/main"/>
        </p:blipFill>
        <p:spPr>
          <a:xfrm xmlns:a="http://schemas.openxmlformats.org/drawingml/2006/main">
            <a:off x="666645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23BD153-C16F-40FA-819D-649AC6BB2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2b6f160c24539"/>
          <a:stretch xmlns:a="http://schemas.openxmlformats.org/drawingml/2006/main"/>
        </p:blipFill>
        <p:spPr>
          <a:xfrm xmlns:a="http://schemas.openxmlformats.org/drawingml/2006/main">
            <a:off x="681885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0D91995-94CE-4462-BB13-50E5E72EB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2b6f160c24539"/>
          <a:stretch xmlns:a="http://schemas.openxmlformats.org/drawingml/2006/main"/>
        </p:blipFill>
        <p:spPr>
          <a:xfrm xmlns:a="http://schemas.openxmlformats.org/drawingml/2006/main">
            <a:off x="650262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8DD5A75-18DD-4007-A0FD-1D5D29552E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2b6f160c24539"/>
          <a:stretch xmlns:a="http://schemas.openxmlformats.org/drawingml/2006/main"/>
        </p:blipFill>
        <p:spPr>
          <a:xfrm xmlns:a="http://schemas.openxmlformats.org/drawingml/2006/main">
            <a:off x="638070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2BD8ACA-37A9-48C0-8520-145B5B901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2b6f160c24539"/>
          <a:stretch xmlns:a="http://schemas.openxmlformats.org/drawingml/2006/main"/>
        </p:blipFill>
        <p:spPr>
          <a:xfrm xmlns:a="http://schemas.openxmlformats.org/drawingml/2006/main">
            <a:off x="622449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0D0D437-A74F-4FE4-B362-6F1254E0C9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2b6f160c24539"/>
          <a:stretch xmlns:a="http://schemas.openxmlformats.org/drawingml/2006/main"/>
        </p:blipFill>
        <p:spPr>
          <a:xfrm xmlns:a="http://schemas.openxmlformats.org/drawingml/2006/main">
            <a:off x="637689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C5AE444-FCAC-428A-A828-D8EE54869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2b6f160c24539"/>
          <a:stretch xmlns:a="http://schemas.openxmlformats.org/drawingml/2006/main"/>
        </p:blipFill>
        <p:spPr>
          <a:xfrm xmlns:a="http://schemas.openxmlformats.org/drawingml/2006/main">
            <a:off x="657501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CF1F2F2D-2B64-46F4-A8B6-FBD3F758DF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2b6f160c24539"/>
          <a:stretch xmlns:a="http://schemas.openxmlformats.org/drawingml/2006/main"/>
        </p:blipFill>
        <p:spPr>
          <a:xfrm xmlns:a="http://schemas.openxmlformats.org/drawingml/2006/main">
            <a:off x="9220162" y="1067449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775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C3AF0489-C1BE-4DC8-8DBE-D1633A2A8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c3827e776491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2830DB7E-127B-4F4C-96BA-8118FD26D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bce48e697477d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330565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Cleo plate">
            <a:extLst xmlns:a="http://schemas.openxmlformats.org/drawingml/2006/main">
              <a:ext uri="{FF2B5EF4-FFF2-40B4-BE49-F238E27FC236}">
                <a16:creationId xmlns:a16="http://schemas.microsoft.com/office/drawing/2014/main" id="{9BD6C6F9-359B-4193-B0A9-593E77167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f8bb8b5d6446e"/>
          <a:stretch xmlns:a="http://schemas.openxmlformats.org/drawingml/2006/main"/>
        </p:blipFill>
        <p:spPr>
          <a:xfrm xmlns:a="http://schemas.openxmlformats.org/drawingml/2006/main">
            <a:off x="854722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5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A6068D76-4CC3-4D85-90E6-DCDC5AE55B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413e726649a6"/>
          <a:stretch xmlns:a="http://schemas.openxmlformats.org/drawingml/2006/main"/>
        </p:blipFill>
        <p:spPr>
          <a:xfrm xmlns:a="http://schemas.openxmlformats.org/drawingml/2006/main">
            <a:off x="8816302" y="1029349"/>
            <a:ext cx="277749" cy="137160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A8AEDAE-885F-45EB-A689-708E4452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knows he can get out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five different directions.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Finn character">
            <a:extLst xmlns:a="http://schemas.openxmlformats.org/drawingml/2006/main">
              <a:ext uri="{FF2B5EF4-FFF2-40B4-BE49-F238E27FC236}">
                <a16:creationId xmlns:a16="http://schemas.microsoft.com/office/drawing/2014/main" id="{BB49B3C4-459D-4C23-8412-F4F4E14E6E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58065b7cd4ccb"/>
          <a:stretch xmlns:a="http://schemas.openxmlformats.org/drawingml/2006/main"/>
        </p:blipFill>
        <p:spPr>
          <a:xfrm xmlns:a="http://schemas.openxmlformats.org/drawingml/2006/main">
            <a:off x="6000750" y="190500"/>
            <a:ext cx="1186091" cy="2238375"/>
          </a:xfrm>
          <a:prstGeom xmlns:a="http://schemas.openxmlformats.org/drawingml/2006/main" prst="rect">
            <a:avLst/>
          </a:prstGeom>
        </p:spPr>
      </p:pic>
      <p:pic>
        <p:nvPicPr>
          <p:cNvPr id="8" name="Milo plate">
            <a:extLst xmlns:a="http://schemas.openxmlformats.org/drawingml/2006/main">
              <a:ext uri="{FF2B5EF4-FFF2-40B4-BE49-F238E27FC236}">
                <a16:creationId xmlns:a16="http://schemas.microsoft.com/office/drawing/2014/main" id="{665A5216-2327-4037-A597-AB0853BCBD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f8bb8b5d6446e"/>
          <a:stretch xmlns:a="http://schemas.openxmlformats.org/drawingml/2006/main"/>
        </p:blipFill>
        <p:spPr>
          <a:xfrm xmlns:a="http://schemas.openxmlformats.org/drawingml/2006/main">
            <a:off x="606656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9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5C344F2-8BAD-409D-BE60-39B008C5B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413e726649a6"/>
          <a:stretch xmlns:a="http://schemas.openxmlformats.org/drawingml/2006/main"/>
        </p:blipFill>
        <p:spPr>
          <a:xfrm xmlns:a="http://schemas.openxmlformats.org/drawingml/2006/main">
            <a:off x="666645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CC605AF-9CD2-4FCB-9E00-4F275DBCBF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413e726649a6"/>
          <a:stretch xmlns:a="http://schemas.openxmlformats.org/drawingml/2006/main"/>
        </p:blipFill>
        <p:spPr>
          <a:xfrm xmlns:a="http://schemas.openxmlformats.org/drawingml/2006/main">
            <a:off x="681885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11416EE-CE23-4487-B85D-06CFD9C83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413e726649a6"/>
          <a:stretch xmlns:a="http://schemas.openxmlformats.org/drawingml/2006/main"/>
        </p:blipFill>
        <p:spPr>
          <a:xfrm xmlns:a="http://schemas.openxmlformats.org/drawingml/2006/main">
            <a:off x="650262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98293CE-E2D9-4B98-836F-4DE9035E1A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413e726649a6"/>
          <a:stretch xmlns:a="http://schemas.openxmlformats.org/drawingml/2006/main"/>
        </p:blipFill>
        <p:spPr>
          <a:xfrm xmlns:a="http://schemas.openxmlformats.org/drawingml/2006/main">
            <a:off x="638070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BC32BC8-210F-4939-AD7C-D7F60CAA04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413e726649a6"/>
          <a:stretch xmlns:a="http://schemas.openxmlformats.org/drawingml/2006/main"/>
        </p:blipFill>
        <p:spPr>
          <a:xfrm xmlns:a="http://schemas.openxmlformats.org/drawingml/2006/main">
            <a:off x="622449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A3A8A92-DDC1-46F0-A9F4-18A5739C03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413e726649a6"/>
          <a:stretch xmlns:a="http://schemas.openxmlformats.org/drawingml/2006/main"/>
        </p:blipFill>
        <p:spPr>
          <a:xfrm xmlns:a="http://schemas.openxmlformats.org/drawingml/2006/main">
            <a:off x="637689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3A28407-7432-498D-B432-EF44BE9AC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413e726649a6"/>
          <a:stretch xmlns:a="http://schemas.openxmlformats.org/drawingml/2006/main"/>
        </p:blipFill>
        <p:spPr>
          <a:xfrm xmlns:a="http://schemas.openxmlformats.org/drawingml/2006/main">
            <a:off x="657501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18AC279F-E271-4BEE-97C7-75A443504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413e726649a6"/>
          <a:stretch xmlns:a="http://schemas.openxmlformats.org/drawingml/2006/main"/>
        </p:blipFill>
        <p:spPr>
          <a:xfrm xmlns:a="http://schemas.openxmlformats.org/drawingml/2006/main">
            <a:off x="9220162" y="1067449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775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B2609750-30BA-4B5F-AABA-75D890EC6E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d47c014404c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Heavy box tumbling down stairs">
            <a:extLst xmlns:a="http://schemas.openxmlformats.org/drawingml/2006/main">
              <a:ext uri="{FF2B5EF4-FFF2-40B4-BE49-F238E27FC236}">
                <a16:creationId xmlns:a16="http://schemas.microsoft.com/office/drawing/2014/main" id="{8FABF0C8-A815-463D-960B-71B4CDC17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06585b2c14f7f"/>
          <a:stretch xmlns:a="http://schemas.openxmlformats.org/drawingml/2006/main"/>
        </p:blipFill>
        <p:spPr>
          <a:xfrm xmlns:a="http://schemas.openxmlformats.org/drawingml/2006/main">
            <a:off x="5318717" y="3714809"/>
            <a:ext cx="2873833" cy="2011680"/>
          </a:xfrm>
          <a:prstGeom xmlns:a="http://schemas.openxmlformats.org/drawingml/2006/main" prst="rect">
            <a:avLst/>
          </a:prstGeom>
        </p:spPr>
      </p:pic>
      <p:pic>
        <p:nvPicPr>
          <p:cNvPr id="5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833FF23F-4BE2-4569-9BF4-15E202D45A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dfd259fd6462b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330565" cy="2095500"/>
          </a:xfrm>
          <a:prstGeom xmlns:a="http://schemas.openxmlformats.org/drawingml/2006/main" prst="rect">
            <a:avLst/>
          </a:prstGeom>
        </p:spPr>
      </p:pic>
      <p:pic>
        <p:nvPicPr>
          <p:cNvPr id="6" name="Cleo plate">
            <a:extLst xmlns:a="http://schemas.openxmlformats.org/drawingml/2006/main">
              <a:ext uri="{FF2B5EF4-FFF2-40B4-BE49-F238E27FC236}">
                <a16:creationId xmlns:a16="http://schemas.microsoft.com/office/drawing/2014/main" id="{CE3FCE3D-B891-4D70-81D5-5544E1B88B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e03ad306f461f"/>
          <a:stretch xmlns:a="http://schemas.openxmlformats.org/drawingml/2006/main"/>
        </p:blipFill>
        <p:spPr>
          <a:xfrm xmlns:a="http://schemas.openxmlformats.org/drawingml/2006/main">
            <a:off x="854722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7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C15C68F6-A076-4D89-9679-FDAE9573D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cf2072b564f4f"/>
          <a:stretch xmlns:a="http://schemas.openxmlformats.org/drawingml/2006/main"/>
        </p:blipFill>
        <p:spPr>
          <a:xfrm xmlns:a="http://schemas.openxmlformats.org/drawingml/2006/main">
            <a:off x="8702001" y="1029349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8" name="Cleo cookie 2">
            <a:extLst xmlns:a="http://schemas.openxmlformats.org/drawingml/2006/main">
              <a:ext uri="{FF2B5EF4-FFF2-40B4-BE49-F238E27FC236}">
                <a16:creationId xmlns:a16="http://schemas.microsoft.com/office/drawing/2014/main" id="{1417F8F7-FBB0-446C-B90E-87579AE932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cf2072b564f4f"/>
          <a:stretch xmlns:a="http://schemas.openxmlformats.org/drawingml/2006/main"/>
        </p:blipFill>
        <p:spPr>
          <a:xfrm xmlns:a="http://schemas.openxmlformats.org/drawingml/2006/main">
            <a:off x="9202064" y="1029349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C383BDD-76DB-ADF7-6365-DC9F9D0F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Suddenly, a </a:t>
            </a: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heavy box </a:t>
            </a: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falls toward Finn!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F6D95B36-EECB-453C-9B41-42A2BD4F59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dac417274a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8830" y="190499"/>
            <a:ext cx="1189783" cy="2324101"/>
          </a:xfrm>
          <a:prstGeom xmlns:a="http://schemas.openxmlformats.org/drawingml/2006/main" prst="rect">
            <a:avLst/>
          </a:prstGeom>
        </p:spPr>
      </p:pic>
      <p:pic>
        <p:nvPicPr>
          <p:cNvPr id="19" name="Milo plate">
            <a:extLst xmlns:a="http://schemas.openxmlformats.org/drawingml/2006/main">
              <a:ext uri="{FF2B5EF4-FFF2-40B4-BE49-F238E27FC236}">
                <a16:creationId xmlns:a16="http://schemas.microsoft.com/office/drawing/2014/main" id="{3EC1F2A3-E878-4441-A2C4-1B7EC90DDC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e03ad306f461f"/>
          <a:stretch xmlns:a="http://schemas.openxmlformats.org/drawingml/2006/main"/>
        </p:blipFill>
        <p:spPr>
          <a:xfrm xmlns:a="http://schemas.openxmlformats.org/drawingml/2006/main">
            <a:off x="606656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2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8F8969C-4A99-4431-9C3B-7BCDE6E06B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cf2072b564f4f"/>
          <a:stretch xmlns:a="http://schemas.openxmlformats.org/drawingml/2006/main"/>
        </p:blipFill>
        <p:spPr>
          <a:xfrm xmlns:a="http://schemas.openxmlformats.org/drawingml/2006/main">
            <a:off x="666645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2AB4357-6B47-4F83-9387-606ED7B8C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cf2072b564f4f"/>
          <a:stretch xmlns:a="http://schemas.openxmlformats.org/drawingml/2006/main"/>
        </p:blipFill>
        <p:spPr>
          <a:xfrm xmlns:a="http://schemas.openxmlformats.org/drawingml/2006/main">
            <a:off x="681885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0EFC1078-A4FA-40EA-B5AA-78390DE88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cf2072b564f4f"/>
          <a:stretch xmlns:a="http://schemas.openxmlformats.org/drawingml/2006/main"/>
        </p:blipFill>
        <p:spPr>
          <a:xfrm xmlns:a="http://schemas.openxmlformats.org/drawingml/2006/main">
            <a:off x="650262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CF6392B-AE8C-4EB7-8E3A-41AB4174B0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cf2072b564f4f"/>
          <a:stretch xmlns:a="http://schemas.openxmlformats.org/drawingml/2006/main"/>
        </p:blipFill>
        <p:spPr>
          <a:xfrm xmlns:a="http://schemas.openxmlformats.org/drawingml/2006/main">
            <a:off x="638070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1D7591B-900A-4B3F-9A49-50556BE86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cf2072b564f4f"/>
          <a:stretch xmlns:a="http://schemas.openxmlformats.org/drawingml/2006/main"/>
        </p:blipFill>
        <p:spPr>
          <a:xfrm xmlns:a="http://schemas.openxmlformats.org/drawingml/2006/main">
            <a:off x="622449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D344EFF-6AC3-4D08-95FC-8D07DF1825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cf2072b564f4f"/>
          <a:stretch xmlns:a="http://schemas.openxmlformats.org/drawingml/2006/main"/>
        </p:blipFill>
        <p:spPr>
          <a:xfrm xmlns:a="http://schemas.openxmlformats.org/drawingml/2006/main">
            <a:off x="637689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9F89D2E-8207-4E5E-9204-A7878ECD44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cf2072b564f4f"/>
          <a:stretch xmlns:a="http://schemas.openxmlformats.org/drawingml/2006/main"/>
        </p:blipFill>
        <p:spPr>
          <a:xfrm xmlns:a="http://schemas.openxmlformats.org/drawingml/2006/main">
            <a:off x="657501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219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F45C68E2-9DAA-44C8-A592-74C28B245F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f0aa75b1d4b3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091BD7C5-744F-4920-9D0B-E24E98161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d8dab3914455d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330565" cy="2095500"/>
          </a:xfrm>
          <a:prstGeom xmlns:a="http://schemas.openxmlformats.org/drawingml/2006/main" prst="rect">
            <a:avLst/>
          </a:prstGeom>
        </p:spPr>
      </p:pic>
      <p:pic>
        <p:nvPicPr>
          <p:cNvPr id="6" name="Cleo plate">
            <a:extLst xmlns:a="http://schemas.openxmlformats.org/drawingml/2006/main">
              <a:ext uri="{FF2B5EF4-FFF2-40B4-BE49-F238E27FC236}">
                <a16:creationId xmlns:a16="http://schemas.microsoft.com/office/drawing/2014/main" id="{D273A041-ED0D-40F3-9385-87AEBC51E6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9d8a2940c4a6f"/>
          <a:stretch xmlns:a="http://schemas.openxmlformats.org/drawingml/2006/main"/>
        </p:blipFill>
        <p:spPr>
          <a:xfrm xmlns:a="http://schemas.openxmlformats.org/drawingml/2006/main">
            <a:off x="854722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7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8328CBFB-54DE-4A65-A1F2-1A4A72CE39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43993ea8408f"/>
          <a:stretch xmlns:a="http://schemas.openxmlformats.org/drawingml/2006/main"/>
        </p:blipFill>
        <p:spPr>
          <a:xfrm xmlns:a="http://schemas.openxmlformats.org/drawingml/2006/main">
            <a:off x="8702001" y="1029349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8" name="Cleo cookie 2">
            <a:extLst xmlns:a="http://schemas.openxmlformats.org/drawingml/2006/main">
              <a:ext uri="{FF2B5EF4-FFF2-40B4-BE49-F238E27FC236}">
                <a16:creationId xmlns:a16="http://schemas.microsoft.com/office/drawing/2014/main" id="{9E88EAE9-00E9-419A-8B9D-34FA5AD121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43993ea8408f"/>
          <a:stretch xmlns:a="http://schemas.openxmlformats.org/drawingml/2006/main"/>
        </p:blipFill>
        <p:spPr>
          <a:xfrm xmlns:a="http://schemas.openxmlformats.org/drawingml/2006/main">
            <a:off x="9202064" y="1029349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DECC5AC-7995-1D56-5A6B-E537B3DC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can run four other ways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without running into Cleo!</a:t>
            </a:r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417DBC19-7DA4-470B-9909-BA431666C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91b0c181e4c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8830" y="190499"/>
            <a:ext cx="1189783" cy="2324101"/>
          </a:xfrm>
          <a:prstGeom xmlns:a="http://schemas.openxmlformats.org/drawingml/2006/main" prst="rect">
            <a:avLst/>
          </a:prstGeom>
        </p:spPr>
      </p:pic>
      <p:pic>
        <p:nvPicPr>
          <p:cNvPr id="19" name="Milo plate">
            <a:extLst xmlns:a="http://schemas.openxmlformats.org/drawingml/2006/main">
              <a:ext uri="{FF2B5EF4-FFF2-40B4-BE49-F238E27FC236}">
                <a16:creationId xmlns:a16="http://schemas.microsoft.com/office/drawing/2014/main" id="{37EBDF5E-B82B-4EFF-9058-B78F4220C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9d8a2940c4a6f"/>
          <a:stretch xmlns:a="http://schemas.openxmlformats.org/drawingml/2006/main"/>
        </p:blipFill>
        <p:spPr>
          <a:xfrm xmlns:a="http://schemas.openxmlformats.org/drawingml/2006/main">
            <a:off x="606656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2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EB2057D-6106-412F-8737-403E7C8B1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43993ea8408f"/>
          <a:stretch xmlns:a="http://schemas.openxmlformats.org/drawingml/2006/main"/>
        </p:blipFill>
        <p:spPr>
          <a:xfrm xmlns:a="http://schemas.openxmlformats.org/drawingml/2006/main">
            <a:off x="666645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0DBC761-8933-40F3-9578-71CF9C820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43993ea8408f"/>
          <a:stretch xmlns:a="http://schemas.openxmlformats.org/drawingml/2006/main"/>
        </p:blipFill>
        <p:spPr>
          <a:xfrm xmlns:a="http://schemas.openxmlformats.org/drawingml/2006/main">
            <a:off x="681885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2D87F66-0D81-4AAD-AAA3-D5A1C71088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43993ea8408f"/>
          <a:stretch xmlns:a="http://schemas.openxmlformats.org/drawingml/2006/main"/>
        </p:blipFill>
        <p:spPr>
          <a:xfrm xmlns:a="http://schemas.openxmlformats.org/drawingml/2006/main">
            <a:off x="650262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86754A3-9F0D-4EA5-9C61-C7DE2C426F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43993ea8408f"/>
          <a:stretch xmlns:a="http://schemas.openxmlformats.org/drawingml/2006/main"/>
        </p:blipFill>
        <p:spPr>
          <a:xfrm xmlns:a="http://schemas.openxmlformats.org/drawingml/2006/main">
            <a:off x="638070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C1A6E82-A9B0-46F5-81BB-AF15EE825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43993ea8408f"/>
          <a:stretch xmlns:a="http://schemas.openxmlformats.org/drawingml/2006/main"/>
        </p:blipFill>
        <p:spPr>
          <a:xfrm xmlns:a="http://schemas.openxmlformats.org/drawingml/2006/main">
            <a:off x="622449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C9C5A3A-5E94-40B7-91F7-D5A6B11A1A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43993ea8408f"/>
          <a:stretch xmlns:a="http://schemas.openxmlformats.org/drawingml/2006/main"/>
        </p:blipFill>
        <p:spPr>
          <a:xfrm xmlns:a="http://schemas.openxmlformats.org/drawingml/2006/main">
            <a:off x="637689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F3C1B5D-2485-4DD8-84F4-2B94463D10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43993ea8408f"/>
          <a:stretch xmlns:a="http://schemas.openxmlformats.org/drawingml/2006/main"/>
        </p:blipFill>
        <p:spPr>
          <a:xfrm xmlns:a="http://schemas.openxmlformats.org/drawingml/2006/main">
            <a:off x="657501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4" name="Heavy box tumbling down stairs">
            <a:extLst xmlns:a="http://schemas.openxmlformats.org/drawingml/2006/main">
              <a:ext uri="{FF2B5EF4-FFF2-40B4-BE49-F238E27FC236}">
                <a16:creationId xmlns:a16="http://schemas.microsoft.com/office/drawing/2014/main" id="{65C60716-F237-4B95-AA4E-93B7E0BBC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219b140214f42"/>
          <a:stretch xmlns:a="http://schemas.openxmlformats.org/drawingml/2006/main"/>
        </p:blipFill>
        <p:spPr>
          <a:xfrm xmlns:a="http://schemas.openxmlformats.org/drawingml/2006/main">
            <a:off x="5318717" y="3097589"/>
            <a:ext cx="2873833" cy="2011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572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E9D69877-5653-441B-9CAF-845F176E8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d37df11c6435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Cleo dropping cookies character">
            <a:extLst xmlns:a="http://schemas.openxmlformats.org/drawingml/2006/main">
              <a:ext uri="{FF2B5EF4-FFF2-40B4-BE49-F238E27FC236}">
                <a16:creationId xmlns:a16="http://schemas.microsoft.com/office/drawing/2014/main" id="{7D01D085-8B1B-4F31-9628-A4391416E0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ef24b53ca4b14"/>
          <a:stretch xmlns:a="http://schemas.openxmlformats.org/drawingml/2006/main"/>
        </p:blipFill>
        <p:spPr>
          <a:xfrm xmlns:a="http://schemas.openxmlformats.org/drawingml/2006/main">
            <a:off x="9239250" y="95250"/>
            <a:ext cx="1303477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Cleo plate">
            <a:extLst xmlns:a="http://schemas.openxmlformats.org/drawingml/2006/main">
              <a:ext uri="{FF2B5EF4-FFF2-40B4-BE49-F238E27FC236}">
                <a16:creationId xmlns:a16="http://schemas.microsoft.com/office/drawing/2014/main" id="{F6A1E833-EBC9-40B7-BA00-7250DADD8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2fbd0ee274793"/>
          <a:stretch xmlns:a="http://schemas.openxmlformats.org/drawingml/2006/main"/>
        </p:blipFill>
        <p:spPr>
          <a:xfrm xmlns:a="http://schemas.openxmlformats.org/drawingml/2006/main" rot="1200000">
            <a:off x="10033782" y="1361487"/>
            <a:ext cx="1143000" cy="330620"/>
          </a:xfrm>
          <a:prstGeom xmlns:a="http://schemas.openxmlformats.org/drawingml/2006/main" prst="rect">
            <a:avLst/>
          </a:prstGeom>
        </p:spPr>
      </p:pic>
      <p:pic>
        <p:nvPicPr>
          <p:cNvPr id="5" name="Cleo falling cookie 1">
            <a:extLst xmlns:a="http://schemas.openxmlformats.org/drawingml/2006/main">
              <a:ext uri="{FF2B5EF4-FFF2-40B4-BE49-F238E27FC236}">
                <a16:creationId xmlns:a16="http://schemas.microsoft.com/office/drawing/2014/main" id="{A66AAAAB-F3FA-40B6-A8A7-CDC7FD7D86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57a258fb84170"/>
          <a:stretch xmlns:a="http://schemas.openxmlformats.org/drawingml/2006/main"/>
        </p:blipFill>
        <p:spPr>
          <a:xfrm xmlns:a="http://schemas.openxmlformats.org/drawingml/2006/main" rot="-1200000">
            <a:off x="10208895" y="2190750"/>
            <a:ext cx="361950" cy="178741"/>
          </a:xfrm>
          <a:prstGeom xmlns:a="http://schemas.openxmlformats.org/drawingml/2006/main" prst="rect">
            <a:avLst/>
          </a:prstGeom>
        </p:spPr>
      </p:pic>
      <p:pic>
        <p:nvPicPr>
          <p:cNvPr id="6" name="Cleo falling cookie 2">
            <a:extLst xmlns:a="http://schemas.openxmlformats.org/drawingml/2006/main">
              <a:ext uri="{FF2B5EF4-FFF2-40B4-BE49-F238E27FC236}">
                <a16:creationId xmlns:a16="http://schemas.microsoft.com/office/drawing/2014/main" id="{5F6F3F3E-FFDA-42F5-9DC1-3BD4348BF1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57a258fb84170"/>
          <a:stretch xmlns:a="http://schemas.openxmlformats.org/drawingml/2006/main"/>
        </p:blipFill>
        <p:spPr>
          <a:xfrm xmlns:a="http://schemas.openxmlformats.org/drawingml/2006/main" rot="1800000">
            <a:off x="10637520" y="2333625"/>
            <a:ext cx="361950" cy="178741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B16B3C5-C710-5027-C602-9060842C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Finn runs into Cleo.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Finn intentionally colliding character">
            <a:extLst xmlns:a="http://schemas.openxmlformats.org/drawingml/2006/main">
              <a:ext uri="{FF2B5EF4-FFF2-40B4-BE49-F238E27FC236}">
                <a16:creationId xmlns:a16="http://schemas.microsoft.com/office/drawing/2014/main" id="{EB894CDA-F5AA-4726-A26A-CF3F5EEFB9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aa29fed9d4b78"/>
          <a:stretch xmlns:a="http://schemas.openxmlformats.org/drawingml/2006/main"/>
        </p:blipFill>
        <p:spPr>
          <a:xfrm xmlns:a="http://schemas.openxmlformats.org/drawingml/2006/main">
            <a:off x="8084820" y="95250"/>
            <a:ext cx="1440207" cy="2238375"/>
          </a:xfrm>
          <a:prstGeom xmlns:a="http://schemas.openxmlformats.org/drawingml/2006/main" prst="rect">
            <a:avLst/>
          </a:prstGeom>
        </p:spPr>
      </p:pic>
      <p:pic>
        <p:nvPicPr>
          <p:cNvPr id="9" name="Milo plate">
            <a:extLst xmlns:a="http://schemas.openxmlformats.org/drawingml/2006/main">
              <a:ext uri="{FF2B5EF4-FFF2-40B4-BE49-F238E27FC236}">
                <a16:creationId xmlns:a16="http://schemas.microsoft.com/office/drawing/2014/main" id="{8BC5779A-5B25-4642-BE30-7D4A238446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2fbd0ee274793"/>
          <a:stretch xmlns:a="http://schemas.openxmlformats.org/drawingml/2006/main"/>
        </p:blipFill>
        <p:spPr>
          <a:xfrm xmlns:a="http://schemas.openxmlformats.org/drawingml/2006/main">
            <a:off x="7952516" y="114496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8A10928-1263-441C-A0C3-1FE9AB30D0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57a258fb84170"/>
          <a:stretch xmlns:a="http://schemas.openxmlformats.org/drawingml/2006/main"/>
        </p:blipFill>
        <p:spPr>
          <a:xfrm xmlns:a="http://schemas.openxmlformats.org/drawingml/2006/main">
            <a:off x="8552402" y="12064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435D128-DCCD-4592-8C7B-235C16C04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57a258fb84170"/>
          <a:stretch xmlns:a="http://schemas.openxmlformats.org/drawingml/2006/main"/>
        </p:blipFill>
        <p:spPr>
          <a:xfrm xmlns:a="http://schemas.openxmlformats.org/drawingml/2006/main">
            <a:off x="8704802" y="117599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21C17BB-3A0E-4603-AE24-8156DF8C4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57a258fb84170"/>
          <a:stretch xmlns:a="http://schemas.openxmlformats.org/drawingml/2006/main"/>
        </p:blipFill>
        <p:spPr>
          <a:xfrm xmlns:a="http://schemas.openxmlformats.org/drawingml/2006/main">
            <a:off x="8388572" y="12369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923C103-ACE4-415E-BE84-E705993105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57a258fb84170"/>
          <a:stretch xmlns:a="http://schemas.openxmlformats.org/drawingml/2006/main"/>
        </p:blipFill>
        <p:spPr>
          <a:xfrm xmlns:a="http://schemas.openxmlformats.org/drawingml/2006/main">
            <a:off x="8266652" y="124076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B43E1B4-3088-4042-B57A-33C6A332A6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57a258fb84170"/>
          <a:stretch xmlns:a="http://schemas.openxmlformats.org/drawingml/2006/main"/>
        </p:blipFill>
        <p:spPr>
          <a:xfrm xmlns:a="http://schemas.openxmlformats.org/drawingml/2006/main">
            <a:off x="8110442" y="123314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00B2E43-EE56-4C5F-B8CD-2D0737CC0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57a258fb84170"/>
          <a:stretch xmlns:a="http://schemas.openxmlformats.org/drawingml/2006/main"/>
        </p:blipFill>
        <p:spPr>
          <a:xfrm xmlns:a="http://schemas.openxmlformats.org/drawingml/2006/main">
            <a:off x="8262842" y="11455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7B2D200-D536-4C82-B6CF-D07B3E95F9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57a258fb84170"/>
          <a:stretch xmlns:a="http://schemas.openxmlformats.org/drawingml/2006/main"/>
        </p:blipFill>
        <p:spPr>
          <a:xfrm xmlns:a="http://schemas.openxmlformats.org/drawingml/2006/main">
            <a:off x="8460962" y="11493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Heavy box tumbling down stairs">
            <a:extLst xmlns:a="http://schemas.openxmlformats.org/drawingml/2006/main">
              <a:ext uri="{FF2B5EF4-FFF2-40B4-BE49-F238E27FC236}">
                <a16:creationId xmlns:a16="http://schemas.microsoft.com/office/drawing/2014/main" id="{D53050F1-8302-446B-B3FE-D3348BB579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5df98959d4dc9"/>
          <a:stretch xmlns:a="http://schemas.openxmlformats.org/drawingml/2006/main"/>
        </p:blipFill>
        <p:spPr>
          <a:xfrm xmlns:a="http://schemas.openxmlformats.org/drawingml/2006/main" rot="19772801">
            <a:off x="5466277" y="1777400"/>
            <a:ext cx="2873833" cy="2011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635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A7A0D873-F5F4-47B1-85FC-FB8B2C1A3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13f348d2e432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Cleo safe character">
            <a:extLst xmlns:a="http://schemas.openxmlformats.org/drawingml/2006/main">
              <a:ext uri="{FF2B5EF4-FFF2-40B4-BE49-F238E27FC236}">
                <a16:creationId xmlns:a16="http://schemas.microsoft.com/office/drawing/2014/main" id="{855FE2F1-3E2B-4291-AD6F-641786DE5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bffc41834451d"/>
          <a:stretch xmlns:a="http://schemas.openxmlformats.org/drawingml/2006/main"/>
        </p:blipFill>
        <p:spPr>
          <a:xfrm xmlns:a="http://schemas.openxmlformats.org/drawingml/2006/main">
            <a:off x="9906000" y="95250"/>
            <a:ext cx="1303477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Cleo plate">
            <a:extLst xmlns:a="http://schemas.openxmlformats.org/drawingml/2006/main">
              <a:ext uri="{FF2B5EF4-FFF2-40B4-BE49-F238E27FC236}">
                <a16:creationId xmlns:a16="http://schemas.microsoft.com/office/drawing/2014/main" id="{3BCFF31B-B36E-44E1-A43A-9010472F1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1f3a46d0d44fb"/>
          <a:stretch xmlns:a="http://schemas.openxmlformats.org/drawingml/2006/main"/>
        </p:blipFill>
        <p:spPr>
          <a:xfrm xmlns:a="http://schemas.openxmlformats.org/drawingml/2006/main" rot="480000">
            <a:off x="10615368" y="1309676"/>
            <a:ext cx="1000125" cy="289292"/>
          </a:xfrm>
          <a:prstGeom xmlns:a="http://schemas.openxmlformats.org/drawingml/2006/main" prst="rect">
            <a:avLst/>
          </a:prstGeom>
        </p:spPr>
      </p:pic>
      <p:pic>
        <p:nvPicPr>
          <p:cNvPr id="5" name="Cleo broken cookie 1">
            <a:extLst xmlns:a="http://schemas.openxmlformats.org/drawingml/2006/main">
              <a:ext uri="{FF2B5EF4-FFF2-40B4-BE49-F238E27FC236}">
                <a16:creationId xmlns:a16="http://schemas.microsoft.com/office/drawing/2014/main" id="{197A8DA7-27B2-46A3-A55D-069D0C79D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028510ba2407f"/>
          <a:stretch xmlns:a="http://schemas.openxmlformats.org/drawingml/2006/main"/>
        </p:blipFill>
        <p:spPr>
          <a:xfrm xmlns:a="http://schemas.openxmlformats.org/drawingml/2006/main">
            <a:off x="10243185" y="2430780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6" name="Cleo broken cookie 2">
            <a:extLst xmlns:a="http://schemas.openxmlformats.org/drawingml/2006/main">
              <a:ext uri="{FF2B5EF4-FFF2-40B4-BE49-F238E27FC236}">
                <a16:creationId xmlns:a16="http://schemas.microsoft.com/office/drawing/2014/main" id="{49A257D9-69E6-45C8-8A50-AA362911AE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028510ba2407f"/>
          <a:stretch xmlns:a="http://schemas.openxmlformats.org/drawingml/2006/main"/>
        </p:blipFill>
        <p:spPr>
          <a:xfrm xmlns:a="http://schemas.openxmlformats.org/drawingml/2006/main">
            <a:off x="10719435" y="2449830"/>
            <a:ext cx="381000" cy="271146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22C32F9-B773-1623-7253-26E352CC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Cleo’s cookies fall!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Finn intentionally colliding character">
            <a:extLst xmlns:a="http://schemas.openxmlformats.org/drawingml/2006/main">
              <a:ext uri="{FF2B5EF4-FFF2-40B4-BE49-F238E27FC236}">
                <a16:creationId xmlns:a16="http://schemas.microsoft.com/office/drawing/2014/main" id="{943F04C1-3C52-4B2D-9C5B-1C712B724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c9e05a13b41ed"/>
          <a:stretch xmlns:a="http://schemas.openxmlformats.org/drawingml/2006/main"/>
        </p:blipFill>
        <p:spPr>
          <a:xfrm xmlns:a="http://schemas.openxmlformats.org/drawingml/2006/main">
            <a:off x="8530590" y="95250"/>
            <a:ext cx="1440207" cy="2238375"/>
          </a:xfrm>
          <a:prstGeom xmlns:a="http://schemas.openxmlformats.org/drawingml/2006/main" prst="rect">
            <a:avLst/>
          </a:prstGeom>
        </p:spPr>
      </p:pic>
      <p:pic>
        <p:nvPicPr>
          <p:cNvPr id="9" name="Milo plate">
            <a:extLst xmlns:a="http://schemas.openxmlformats.org/drawingml/2006/main">
              <a:ext uri="{FF2B5EF4-FFF2-40B4-BE49-F238E27FC236}">
                <a16:creationId xmlns:a16="http://schemas.microsoft.com/office/drawing/2014/main" id="{E360D3AA-241C-4E89-B543-C899BF49D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1f3a46d0d44fb"/>
          <a:stretch xmlns:a="http://schemas.openxmlformats.org/drawingml/2006/main"/>
        </p:blipFill>
        <p:spPr>
          <a:xfrm xmlns:a="http://schemas.openxmlformats.org/drawingml/2006/main">
            <a:off x="8398286" y="114496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261E3EC-1F92-46E5-AEF9-FAF830FC04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83de2dfdd418b"/>
          <a:stretch xmlns:a="http://schemas.openxmlformats.org/drawingml/2006/main"/>
        </p:blipFill>
        <p:spPr>
          <a:xfrm xmlns:a="http://schemas.openxmlformats.org/drawingml/2006/main">
            <a:off x="8998172" y="12064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9C0952A-D094-4084-9647-6E52E6B1CC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83de2dfdd418b"/>
          <a:stretch xmlns:a="http://schemas.openxmlformats.org/drawingml/2006/main"/>
        </p:blipFill>
        <p:spPr>
          <a:xfrm xmlns:a="http://schemas.openxmlformats.org/drawingml/2006/main">
            <a:off x="9150572" y="117599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7630E60-EED8-4A60-BDC1-56E9F9A4E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83de2dfdd418b"/>
          <a:stretch xmlns:a="http://schemas.openxmlformats.org/drawingml/2006/main"/>
        </p:blipFill>
        <p:spPr>
          <a:xfrm xmlns:a="http://schemas.openxmlformats.org/drawingml/2006/main">
            <a:off x="8834342" y="12369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EFE28A9-6DE7-45D6-955B-DF3F3E26F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83de2dfdd418b"/>
          <a:stretch xmlns:a="http://schemas.openxmlformats.org/drawingml/2006/main"/>
        </p:blipFill>
        <p:spPr>
          <a:xfrm xmlns:a="http://schemas.openxmlformats.org/drawingml/2006/main">
            <a:off x="8712422" y="124076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A9156C44-95DA-45C4-9C69-E5AFA00173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83de2dfdd418b"/>
          <a:stretch xmlns:a="http://schemas.openxmlformats.org/drawingml/2006/main"/>
        </p:blipFill>
        <p:spPr>
          <a:xfrm xmlns:a="http://schemas.openxmlformats.org/drawingml/2006/main">
            <a:off x="8556212" y="123314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533B9BB-870A-4F53-A2A5-C462C63E5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83de2dfdd418b"/>
          <a:stretch xmlns:a="http://schemas.openxmlformats.org/drawingml/2006/main"/>
        </p:blipFill>
        <p:spPr>
          <a:xfrm xmlns:a="http://schemas.openxmlformats.org/drawingml/2006/main">
            <a:off x="8708612" y="11455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6258390-BE71-41E1-B945-FF25E0B4B8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83de2dfdd418b"/>
          <a:stretch xmlns:a="http://schemas.openxmlformats.org/drawingml/2006/main"/>
        </p:blipFill>
        <p:spPr>
          <a:xfrm xmlns:a="http://schemas.openxmlformats.org/drawingml/2006/main">
            <a:off x="8906732" y="11493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Heavy box tumbling down stairs">
            <a:extLst xmlns:a="http://schemas.openxmlformats.org/drawingml/2006/main">
              <a:ext uri="{FF2B5EF4-FFF2-40B4-BE49-F238E27FC236}">
                <a16:creationId xmlns:a16="http://schemas.microsoft.com/office/drawing/2014/main" id="{EF36D2B1-4866-444F-8D12-DFBDBF67D2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0d552a7784bf6"/>
          <a:stretch xmlns:a="http://schemas.openxmlformats.org/drawingml/2006/main"/>
        </p:blipFill>
        <p:spPr>
          <a:xfrm xmlns:a="http://schemas.openxmlformats.org/drawingml/2006/main" rot="18523869">
            <a:off x="5829611" y="1325844"/>
            <a:ext cx="2873833" cy="2011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959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enclosed stair landing">
            <a:extLst xmlns:a="http://schemas.openxmlformats.org/drawingml/2006/main">
              <a:ext uri="{FF2B5EF4-FFF2-40B4-BE49-F238E27FC236}">
                <a16:creationId xmlns:a16="http://schemas.microsoft.com/office/drawing/2014/main" id="{A8640CEB-783F-49B7-AA13-8C678A4D0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3c346528a4c1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8099FC5-7852-E67A-8728-C091B53E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still has 8 cookies. Cleo now has 0 cookies.</a:t>
            </a:r>
          </a:p>
        </p:txBody>
      </p:sp>
      <p:pic>
        <p:nvPicPr>
          <p:cNvPr id="4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DB814CCB-213A-47AC-8C17-D88252800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43597fa874bbb"/>
          <a:stretch xmlns:a="http://schemas.openxmlformats.org/drawingml/2006/main"/>
        </p:blipFill>
        <p:spPr>
          <a:xfrm xmlns:a="http://schemas.openxmlformats.org/drawingml/2006/main">
            <a:off x="10066020" y="95250"/>
            <a:ext cx="1330565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Cleo plate">
            <a:extLst xmlns:a="http://schemas.openxmlformats.org/drawingml/2006/main">
              <a:ext uri="{FF2B5EF4-FFF2-40B4-BE49-F238E27FC236}">
                <a16:creationId xmlns:a16="http://schemas.microsoft.com/office/drawing/2014/main" id="{83D49753-DC81-4777-A108-8E851B6F9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d5899a4d74e41"/>
          <a:stretch xmlns:a="http://schemas.openxmlformats.org/drawingml/2006/main"/>
        </p:blipFill>
        <p:spPr>
          <a:xfrm xmlns:a="http://schemas.openxmlformats.org/drawingml/2006/main">
            <a:off x="1013599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6" name="Cleo broken cookie 1">
            <a:extLst xmlns:a="http://schemas.openxmlformats.org/drawingml/2006/main">
              <a:ext uri="{FF2B5EF4-FFF2-40B4-BE49-F238E27FC236}">
                <a16:creationId xmlns:a16="http://schemas.microsoft.com/office/drawing/2014/main" id="{8151A675-D858-4AFE-9569-9DC4DB8DD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7709d25024242"/>
          <a:stretch xmlns:a="http://schemas.openxmlformats.org/drawingml/2006/main"/>
        </p:blipFill>
        <p:spPr>
          <a:xfrm xmlns:a="http://schemas.openxmlformats.org/drawingml/2006/main">
            <a:off x="10243185" y="2430780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7" name="Cleo broken cookie 2">
            <a:extLst xmlns:a="http://schemas.openxmlformats.org/drawingml/2006/main">
              <a:ext uri="{FF2B5EF4-FFF2-40B4-BE49-F238E27FC236}">
                <a16:creationId xmlns:a16="http://schemas.microsoft.com/office/drawing/2014/main" id="{D7784F7D-0515-4998-A710-ECB346D20D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7709d25024242"/>
          <a:stretch xmlns:a="http://schemas.openxmlformats.org/drawingml/2006/main"/>
        </p:blipFill>
        <p:spPr>
          <a:xfrm xmlns:a="http://schemas.openxmlformats.org/drawingml/2006/main">
            <a:off x="10719435" y="2449830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8" name="Finn character">
            <a:extLst xmlns:a="http://schemas.openxmlformats.org/drawingml/2006/main">
              <a:ext uri="{FF2B5EF4-FFF2-40B4-BE49-F238E27FC236}">
                <a16:creationId xmlns:a16="http://schemas.microsoft.com/office/drawing/2014/main" id="{77DA41F3-9654-43E0-A5DB-E66299658F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b5f812e484500"/>
          <a:stretch xmlns:a="http://schemas.openxmlformats.org/drawingml/2006/main"/>
        </p:blipFill>
        <p:spPr>
          <a:xfrm xmlns:a="http://schemas.openxmlformats.org/drawingml/2006/main">
            <a:off x="8892540" y="-26670"/>
            <a:ext cx="1186091" cy="2238375"/>
          </a:xfrm>
          <a:prstGeom xmlns:a="http://schemas.openxmlformats.org/drawingml/2006/main" prst="rect">
            <a:avLst/>
          </a:prstGeom>
        </p:spPr>
      </p:pic>
      <p:pic>
        <p:nvPicPr>
          <p:cNvPr id="9" name="Milo plate">
            <a:extLst xmlns:a="http://schemas.openxmlformats.org/drawingml/2006/main">
              <a:ext uri="{FF2B5EF4-FFF2-40B4-BE49-F238E27FC236}">
                <a16:creationId xmlns:a16="http://schemas.microsoft.com/office/drawing/2014/main" id="{763330BA-FBB4-41FE-BBCE-E898A124D8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d5899a4d74e41"/>
          <a:stretch xmlns:a="http://schemas.openxmlformats.org/drawingml/2006/main"/>
        </p:blipFill>
        <p:spPr>
          <a:xfrm xmlns:a="http://schemas.openxmlformats.org/drawingml/2006/main">
            <a:off x="8958356" y="106495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A91ADE0-45DB-4591-8E6D-75D663153D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21604c874a37"/>
          <a:stretch xmlns:a="http://schemas.openxmlformats.org/drawingml/2006/main"/>
        </p:blipFill>
        <p:spPr>
          <a:xfrm xmlns:a="http://schemas.openxmlformats.org/drawingml/2006/main">
            <a:off x="9558242" y="112646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1548DAD-85FE-4E40-A5B5-A833DB279A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21604c874a37"/>
          <a:stretch xmlns:a="http://schemas.openxmlformats.org/drawingml/2006/main"/>
        </p:blipFill>
        <p:spPr>
          <a:xfrm xmlns:a="http://schemas.openxmlformats.org/drawingml/2006/main">
            <a:off x="9710642" y="10959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FA2CB41-61C2-41E6-8C5E-7443646B9F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21604c874a37"/>
          <a:stretch xmlns:a="http://schemas.openxmlformats.org/drawingml/2006/main"/>
        </p:blipFill>
        <p:spPr>
          <a:xfrm xmlns:a="http://schemas.openxmlformats.org/drawingml/2006/main">
            <a:off x="9394412" y="115694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3CD39A6-F0E6-443A-A425-D0B688E869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21604c874a37"/>
          <a:stretch xmlns:a="http://schemas.openxmlformats.org/drawingml/2006/main"/>
        </p:blipFill>
        <p:spPr>
          <a:xfrm xmlns:a="http://schemas.openxmlformats.org/drawingml/2006/main">
            <a:off x="9272492" y="11607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EB97E49-99F8-448D-9EF9-B8E78CE1A0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21604c874a37"/>
          <a:stretch xmlns:a="http://schemas.openxmlformats.org/drawingml/2006/main"/>
        </p:blipFill>
        <p:spPr>
          <a:xfrm xmlns:a="http://schemas.openxmlformats.org/drawingml/2006/main">
            <a:off x="9116282" y="11531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A115F467-4E7E-4ECC-A6F4-FA69D43A18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21604c874a37"/>
          <a:stretch xmlns:a="http://schemas.openxmlformats.org/drawingml/2006/main"/>
        </p:blipFill>
        <p:spPr>
          <a:xfrm xmlns:a="http://schemas.openxmlformats.org/drawingml/2006/main">
            <a:off x="9268682" y="10655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E6D1AA0-F045-4C84-A7E4-4761048A4D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21604c874a37"/>
          <a:stretch xmlns:a="http://schemas.openxmlformats.org/drawingml/2006/main"/>
        </p:blipFill>
        <p:spPr>
          <a:xfrm xmlns:a="http://schemas.openxmlformats.org/drawingml/2006/main">
            <a:off x="9466802" y="10693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Heavy box tumbling down stairs">
            <a:extLst xmlns:a="http://schemas.openxmlformats.org/drawingml/2006/main">
              <a:ext uri="{FF2B5EF4-FFF2-40B4-BE49-F238E27FC236}">
                <a16:creationId xmlns:a16="http://schemas.microsoft.com/office/drawing/2014/main" id="{5E5F11EB-746D-4873-9D1D-BD7136C91D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b12ae575f4e7c"/>
          <a:stretch xmlns:a="http://schemas.openxmlformats.org/drawingml/2006/main"/>
        </p:blipFill>
        <p:spPr>
          <a:xfrm xmlns:a="http://schemas.openxmlformats.org/drawingml/2006/main" rot="17367135">
            <a:off x="5829611" y="662904"/>
            <a:ext cx="2873833" cy="2011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68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2026-10-27T16:40:46.8410000Z</dcterms:created>
  <dcterms:modified xsi:type="dcterms:W3CDTF">2026-10-27T16:40:46.8410000Z</dcterms:modified>
</coreProperties>
</file>