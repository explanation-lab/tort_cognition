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907e592e92451b" /><Relationship Type="http://schemas.openxmlformats.org/officeDocument/2006/relationships/extended-properties" Target="/docProps/app.xml" Id="R2c2bd0730bca4761" /><Relationship Type="http://schemas.openxmlformats.org/officeDocument/2006/relationships/officeDocument" Target="/ppt/presentation.xml" Id="R9ada279ca7fe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694185c6f4dde"/>
  </p:sldMasterIdLst>
  <p:notesMasterIdLst>
    <p:notesMasterId xmlns:r="http://schemas.openxmlformats.org/officeDocument/2006/relationships" r:id="Rd16a77b701934b8b"/>
  </p:notesMasterIdLst>
  <p:sldIdLst>
    <p:sldId xmlns:r="http://schemas.openxmlformats.org/officeDocument/2006/relationships" id="256" r:id="R962bc7e9997549fa"/>
    <p:sldId xmlns:r="http://schemas.openxmlformats.org/officeDocument/2006/relationships" id="257" r:id="R85f03d5c54e34120"/>
    <p:sldId xmlns:r="http://schemas.openxmlformats.org/officeDocument/2006/relationships" id="258" r:id="Rcbd3036f803745b3"/>
    <p:sldId xmlns:r="http://schemas.openxmlformats.org/officeDocument/2006/relationships" id="259" r:id="R8c031ba03dae4df7"/>
    <p:sldId xmlns:r="http://schemas.openxmlformats.org/officeDocument/2006/relationships" id="260" r:id="Rd844e0b10af348e7"/>
    <p:sldId xmlns:r="http://schemas.openxmlformats.org/officeDocument/2006/relationships" id="261" r:id="R3075331cfc184832"/>
    <p:sldId xmlns:r="http://schemas.openxmlformats.org/officeDocument/2006/relationships" id="262" r:id="Rae809eaebbcf4008"/>
    <p:sldId xmlns:r="http://schemas.openxmlformats.org/officeDocument/2006/relationships" id="263" r:id="R092fb6aeae67484c"/>
    <p:sldId xmlns:r="http://schemas.openxmlformats.org/officeDocument/2006/relationships" id="264" r:id="R7c35c5da392b49c5"/>
    <p:sldId xmlns:r="http://schemas.openxmlformats.org/officeDocument/2006/relationships" id="265" r:id="R86588d49bdf74985"/>
    <p:sldId xmlns:r="http://schemas.openxmlformats.org/officeDocument/2006/relationships" id="266" r:id="Rce5362c6e9e34a6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8fce966e844f45" /><Relationship Type="http://schemas.openxmlformats.org/officeDocument/2006/relationships/slideMaster" Target="/ppt/slideMasters/slideMaster1.xml" Id="R749694185c6f4dde" /><Relationship Type="http://schemas.openxmlformats.org/officeDocument/2006/relationships/notesMaster" Target="/ppt/notesMasters/notesMaster1.xml" Id="Rd16a77b701934b8b" /><Relationship Type="http://schemas.openxmlformats.org/officeDocument/2006/relationships/presProps" Target="/ppt/presProps.xml" Id="R5133151ebcad4a1f" /><Relationship Type="http://schemas.openxmlformats.org/officeDocument/2006/relationships/viewProps" Target="/ppt/viewProps.xml" Id="R02e68b7449c34841" /><Relationship Type="http://schemas.openxmlformats.org/officeDocument/2006/relationships/tableStyles" Target="/ppt/tableStyles.xml" Id="R457922666a844582" /><Relationship Type="http://schemas.openxmlformats.org/officeDocument/2006/relationships/slide" Target="/ppt/slides/slide1.xml" Id="R962bc7e9997549fa" /><Relationship Type="http://schemas.openxmlformats.org/officeDocument/2006/relationships/slide" Target="/ppt/slides/slide2.xml" Id="R85f03d5c54e34120" /><Relationship Type="http://schemas.openxmlformats.org/officeDocument/2006/relationships/slide" Target="/ppt/slides/slide3.xml" Id="Rcbd3036f803745b3" /><Relationship Type="http://schemas.openxmlformats.org/officeDocument/2006/relationships/slide" Target="/ppt/slides/slide4.xml" Id="R8c031ba03dae4df7" /><Relationship Type="http://schemas.openxmlformats.org/officeDocument/2006/relationships/slide" Target="/ppt/slides/slide5.xml" Id="Rd844e0b10af348e7" /><Relationship Type="http://schemas.openxmlformats.org/officeDocument/2006/relationships/slide" Target="/ppt/slides/slide6.xml" Id="R3075331cfc184832" /><Relationship Type="http://schemas.openxmlformats.org/officeDocument/2006/relationships/slide" Target="/ppt/slides/slide7.xml" Id="Rae809eaebbcf4008" /><Relationship Type="http://schemas.openxmlformats.org/officeDocument/2006/relationships/slide" Target="/ppt/slides/slide8.xml" Id="R092fb6aeae67484c" /><Relationship Type="http://schemas.openxmlformats.org/officeDocument/2006/relationships/slide" Target="/ppt/slides/slide9.xml" Id="R7c35c5da392b49c5" /><Relationship Type="http://schemas.openxmlformats.org/officeDocument/2006/relationships/slide" Target="/ppt/slides/slide10.xml" Id="R86588d49bdf74985" /><Relationship Type="http://schemas.openxmlformats.org/officeDocument/2006/relationships/slide" Target="/ppt/slides/slide11.xml" Id="Rce5362c6e9e3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656de79c349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3d7a2926d34b6e" /><Relationship Type="http://schemas.openxmlformats.org/officeDocument/2006/relationships/notesMaster" Target="/ppt/notesMasters/notesMaster1.xml" Id="R598d42a9040b41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e16d2805004bed" /><Relationship Type="http://schemas.openxmlformats.org/officeDocument/2006/relationships/notesMaster" Target="/ppt/notesMasters/notesMaster1.xml" Id="R9a3b537a4d54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0cd39763fa4f92" /><Relationship Type="http://schemas.openxmlformats.org/officeDocument/2006/relationships/notesMaster" Target="/ppt/notesMasters/notesMaster1.xml" Id="Re3d5b1f0560d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1dbd6b5cd4f97" /><Relationship Type="http://schemas.openxmlformats.org/officeDocument/2006/relationships/notesMaster" Target="/ppt/notesMasters/notesMaster1.xml" Id="R2752d4fdd504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ae9ae4597447ad" /><Relationship Type="http://schemas.openxmlformats.org/officeDocument/2006/relationships/notesMaster" Target="/ppt/notesMasters/notesMaster1.xml" Id="Rebcaabc3b3d3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a604de0c54037" /><Relationship Type="http://schemas.openxmlformats.org/officeDocument/2006/relationships/notesMaster" Target="/ppt/notesMasters/notesMaster1.xml" Id="R132ec929926e43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aa1fbc8a84a9b" /><Relationship Type="http://schemas.openxmlformats.org/officeDocument/2006/relationships/notesMaster" Target="/ppt/notesMasters/notesMaster1.xml" Id="R1cd900a836bb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06c2d294894e7c" /><Relationship Type="http://schemas.openxmlformats.org/officeDocument/2006/relationships/notesMaster" Target="/ppt/notesMasters/notesMaster1.xml" Id="R988fe38f59854d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62d3a9d78e41fa" /><Relationship Type="http://schemas.openxmlformats.org/officeDocument/2006/relationships/notesMaster" Target="/ppt/notesMasters/notesMaster1.xml" Id="R729b8730b75642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96ee15ee1849ad" /><Relationship Type="http://schemas.openxmlformats.org/officeDocument/2006/relationships/notesMaster" Target="/ppt/notesMasters/notesMaster1.xml" Id="R7b002d50b9d2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283c25bfd4991" /><Relationship Type="http://schemas.openxmlformats.org/officeDocument/2006/relationships/notesMaster" Target="/ppt/notesMasters/notesMaster1.xml" Id="R293ff8c78a3f43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ad520568e45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c815e8b0c49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fffb6185a4a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0e60e86b64b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2f6e4f9164f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6a6fb1f16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45a00a0e948d9" /><Relationship Type="http://schemas.openxmlformats.org/officeDocument/2006/relationships/slideLayout" Target="/ppt/slideLayouts/slideLayout1.xml" Id="Rb2430dd16376495e" /><Relationship Type="http://schemas.openxmlformats.org/officeDocument/2006/relationships/slideLayout" Target="/ppt/slideLayouts/slideLayout2.xml" Id="R9f4002622d2f43bc" /><Relationship Type="http://schemas.openxmlformats.org/officeDocument/2006/relationships/slideLayout" Target="/ppt/slideLayouts/slideLayout3.xml" Id="R8a52f88757bb4c39" /><Relationship Type="http://schemas.openxmlformats.org/officeDocument/2006/relationships/slideLayout" Target="/ppt/slideLayouts/slideLayout4.xml" Id="Rb71cbb34415d4e79" /><Relationship Type="http://schemas.openxmlformats.org/officeDocument/2006/relationships/slideLayout" Target="/ppt/slideLayouts/slideLayout5.xml" Id="Re90deb2b209145ff" /><Relationship Type="http://schemas.openxmlformats.org/officeDocument/2006/relationships/slideLayout" Target="/ppt/slideLayouts/slideLayout6.xml" Id="R719b6bad45b5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430dd16376495e"/>
    <p:sldLayoutId xmlns:r="http://schemas.openxmlformats.org/officeDocument/2006/relationships" id="2147483650" r:id="R9f4002622d2f43bc"/>
    <p:sldLayoutId xmlns:r="http://schemas.openxmlformats.org/officeDocument/2006/relationships" id="2147483651" r:id="R8a52f88757bb4c39"/>
    <p:sldLayoutId xmlns:r="http://schemas.openxmlformats.org/officeDocument/2006/relationships" id="2147483652" r:id="Rb71cbb34415d4e79"/>
    <p:sldLayoutId xmlns:r="http://schemas.openxmlformats.org/officeDocument/2006/relationships" id="2147483653" r:id="Re90deb2b209145ff"/>
    <p:sldLayoutId xmlns:r="http://schemas.openxmlformats.org/officeDocument/2006/relationships" id="2147483654" r:id="R719b6bad45b5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05b95b3b6c4b9f" /><Relationship Type="http://schemas.openxmlformats.org/officeDocument/2006/relationships/image" Target="/ppt/media/image.jpeg" Id="Rcc044892cbed4e42" /><Relationship Type="http://schemas.openxmlformats.org/officeDocument/2006/relationships/image" Target="/ppt/media/image.png" Id="Rbf32b162d36140ad" /><Relationship Type="http://schemas.openxmlformats.org/officeDocument/2006/relationships/notesSlide" Target="/ppt/notesSlides/notesSlide1.xml" Id="R1997f468c350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78d376a9e4d84" /><Relationship Type="http://schemas.openxmlformats.org/officeDocument/2006/relationships/image" Target="/ppt/media/image.jpeg" Id="Rfeae7fa290ff458d" /><Relationship Type="http://schemas.openxmlformats.org/officeDocument/2006/relationships/image" Target="/ppt/media/image2.png" Id="R3da947d112ad4ba5" /><Relationship Type="http://schemas.openxmlformats.org/officeDocument/2006/relationships/image" Target="/ppt/media/image3.png" Id="Rdf15c14ea8554aa6" /><Relationship Type="http://schemas.openxmlformats.org/officeDocument/2006/relationships/image" Target="/ppt/media/image4.png" Id="R738feca3e1844641" /><Relationship Type="http://schemas.openxmlformats.org/officeDocument/2006/relationships/notesSlide" Target="/ppt/notesSlides/notesSlide2.xml" Id="R0ab270ac5f6c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9981ba1134af1" /><Relationship Type="http://schemas.openxmlformats.org/officeDocument/2006/relationships/image" Target="/ppt/media/image.jpeg" Id="R9a2f268ab79f409f" /><Relationship Type="http://schemas.openxmlformats.org/officeDocument/2006/relationships/image" Target="/ppt/media/image5.png" Id="Rd8af9f418e6345ad" /><Relationship Type="http://schemas.openxmlformats.org/officeDocument/2006/relationships/notesSlide" Target="/ppt/notesSlides/notesSlide3.xml" Id="Ra5b58aa0dc9b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e99a2992643cd" /><Relationship Type="http://schemas.openxmlformats.org/officeDocument/2006/relationships/image" Target="/ppt/media/image.jpeg" Id="Rd0b63bf44b69447a" /><Relationship Type="http://schemas.openxmlformats.org/officeDocument/2006/relationships/image" Target="/ppt/media/image6.png" Id="R5ed48496193d437b" /><Relationship Type="http://schemas.openxmlformats.org/officeDocument/2006/relationships/image" Target="/ppt/media/image3.png" Id="R027d816d6e3f4c13" /><Relationship Type="http://schemas.openxmlformats.org/officeDocument/2006/relationships/image" Target="/ppt/media/image4.png" Id="Rd9dbfaeaa42a403b" /><Relationship Type="http://schemas.openxmlformats.org/officeDocument/2006/relationships/notesSlide" Target="/ppt/notesSlides/notesSlide4.xml" Id="R51faaf48ffa6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2856b2a074b3a" /><Relationship Type="http://schemas.openxmlformats.org/officeDocument/2006/relationships/image" Target="/ppt/media/image.jpeg" Id="Re23249720bd84139" /><Relationship Type="http://schemas.openxmlformats.org/officeDocument/2006/relationships/image" Target="/ppt/media/image6.png" Id="R6b1b80f2da0b4b9e" /><Relationship Type="http://schemas.openxmlformats.org/officeDocument/2006/relationships/image" Target="/ppt/media/image3.png" Id="R8513ecedc45a4acf" /><Relationship Type="http://schemas.openxmlformats.org/officeDocument/2006/relationships/image" Target="/ppt/media/image4.png" Id="Rb6100e85f8a14b66" /><Relationship Type="http://schemas.openxmlformats.org/officeDocument/2006/relationships/image" Target="/ppt/media/image2.png" Id="R8dae998315b94de1" /><Relationship Type="http://schemas.openxmlformats.org/officeDocument/2006/relationships/notesSlide" Target="/ppt/notesSlides/notesSlide5.xml" Id="R85b4bd7bb86f44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f5451daaa486d" /><Relationship Type="http://schemas.openxmlformats.org/officeDocument/2006/relationships/image" Target="/ppt/media/image.jpeg" Id="R71ec834982564e8f" /><Relationship Type="http://schemas.openxmlformats.org/officeDocument/2006/relationships/image" Target="/ppt/media/image6.png" Id="R75fd298b670e4911" /><Relationship Type="http://schemas.openxmlformats.org/officeDocument/2006/relationships/image" Target="/ppt/media/image3.png" Id="Rd8e392a9676144ce" /><Relationship Type="http://schemas.openxmlformats.org/officeDocument/2006/relationships/image" Target="/ppt/media/image4.png" Id="R31b6cd320f264716" /><Relationship Type="http://schemas.openxmlformats.org/officeDocument/2006/relationships/image" Target="/ppt/media/image2.png" Id="R7e19db56b85c42d8" /><Relationship Type="http://schemas.openxmlformats.org/officeDocument/2006/relationships/notesSlide" Target="/ppt/notesSlides/notesSlide6.xml" Id="R150bdecef416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fc672e0224131" /><Relationship Type="http://schemas.openxmlformats.org/officeDocument/2006/relationships/image" Target="/ppt/media/image.jpeg" Id="Reda44aeb25d141e1" /><Relationship Type="http://schemas.openxmlformats.org/officeDocument/2006/relationships/image" Target="/ppt/media/image7.png" Id="Rc90a932dfb8d4843" /><Relationship Type="http://schemas.openxmlformats.org/officeDocument/2006/relationships/image" Target="/ppt/media/image6.png" Id="R1c887928943f4ac4" /><Relationship Type="http://schemas.openxmlformats.org/officeDocument/2006/relationships/image" Target="/ppt/media/image3.png" Id="Rf1ad646aa6584354" /><Relationship Type="http://schemas.openxmlformats.org/officeDocument/2006/relationships/image" Target="/ppt/media/image4.png" Id="R99e11330e4f840dc" /><Relationship Type="http://schemas.openxmlformats.org/officeDocument/2006/relationships/image" Target="/ppt/media/image8.png" Id="Ra03d07102f6b4198" /><Relationship Type="http://schemas.openxmlformats.org/officeDocument/2006/relationships/notesSlide" Target="/ppt/notesSlides/notesSlide7.xml" Id="R74cda4ef60c7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2ee00373c4269" /><Relationship Type="http://schemas.openxmlformats.org/officeDocument/2006/relationships/image" Target="/ppt/media/image.jpeg" Id="R467d7cdec3104cea" /><Relationship Type="http://schemas.openxmlformats.org/officeDocument/2006/relationships/image" Target="/ppt/media/image7.png" Id="R7d9ea9c959914d71" /><Relationship Type="http://schemas.openxmlformats.org/officeDocument/2006/relationships/image" Target="/ppt/media/image6.png" Id="Ra983615f8f3147df" /><Relationship Type="http://schemas.openxmlformats.org/officeDocument/2006/relationships/image" Target="/ppt/media/image3.png" Id="R6a56d8a814c248cc" /><Relationship Type="http://schemas.openxmlformats.org/officeDocument/2006/relationships/image" Target="/ppt/media/image4.png" Id="R61056095c29740e6" /><Relationship Type="http://schemas.openxmlformats.org/officeDocument/2006/relationships/image" Target="/ppt/media/image8.png" Id="R28f2c630bf204339" /><Relationship Type="http://schemas.openxmlformats.org/officeDocument/2006/relationships/notesSlide" Target="/ppt/notesSlides/notesSlide8.xml" Id="Red43ea315427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6d37b4a434c92" /><Relationship Type="http://schemas.openxmlformats.org/officeDocument/2006/relationships/image" Target="/ppt/media/image.jpeg" Id="R1d6203d4676a4edf" /><Relationship Type="http://schemas.openxmlformats.org/officeDocument/2006/relationships/image" Target="/ppt/media/image9.png" Id="R84f6c285b2bc4d94" /><Relationship Type="http://schemas.openxmlformats.org/officeDocument/2006/relationships/image" Target="/ppt/media/image3.png" Id="R6d62e44d523b44dc" /><Relationship Type="http://schemas.openxmlformats.org/officeDocument/2006/relationships/image" Target="/ppt/media/image4.png" Id="Rf7c0f9634a2b4ab9" /><Relationship Type="http://schemas.openxmlformats.org/officeDocument/2006/relationships/image" Target="/ppt/media/image10.png" Id="R720be99b8850444b" /><Relationship Type="http://schemas.openxmlformats.org/officeDocument/2006/relationships/image" Target="/ppt/media/image7.png" Id="Rb0565cc0614e4b8f" /><Relationship Type="http://schemas.openxmlformats.org/officeDocument/2006/relationships/notesSlide" Target="/ppt/notesSlides/notesSlide9.xml" Id="R5843969f3bbe41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88eb4cdc94625" /><Relationship Type="http://schemas.openxmlformats.org/officeDocument/2006/relationships/image" Target="/ppt/media/image.jpeg" Id="R6f3f3bc9a39d4177" /><Relationship Type="http://schemas.openxmlformats.org/officeDocument/2006/relationships/image" Target="/ppt/media/image9.png" Id="R4b07a494494c4235" /><Relationship Type="http://schemas.openxmlformats.org/officeDocument/2006/relationships/image" Target="/ppt/media/image3.png" Id="R3753877e1de54d0c" /><Relationship Type="http://schemas.openxmlformats.org/officeDocument/2006/relationships/image" Target="/ppt/media/image11.png" Id="Rd87473f8f7af408d" /><Relationship Type="http://schemas.openxmlformats.org/officeDocument/2006/relationships/image" Target="/ppt/media/image10.png" Id="Ra0e22d2d926c4739" /><Relationship Type="http://schemas.openxmlformats.org/officeDocument/2006/relationships/image" Target="/ppt/media/image4.png" Id="Rc328b08927e94c81" /><Relationship Type="http://schemas.openxmlformats.org/officeDocument/2006/relationships/image" Target="/ppt/media/image7.png" Id="Re47f3f257bbe40f5" /><Relationship Type="http://schemas.openxmlformats.org/officeDocument/2006/relationships/notesSlide" Target="/ppt/notesSlides/notesSlide10.xml" Id="R2236bc17bef142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59401164548d7" /><Relationship Type="http://schemas.openxmlformats.org/officeDocument/2006/relationships/image" Target="/ppt/media/image.jpeg" Id="Rf78ab10e1c034a19" /><Relationship Type="http://schemas.openxmlformats.org/officeDocument/2006/relationships/image" Target="/ppt/media/image6.png" Id="Raa080f7a72a64c0f" /><Relationship Type="http://schemas.openxmlformats.org/officeDocument/2006/relationships/image" Target="/ppt/media/image3.png" Id="R5054dd7592d041e3" /><Relationship Type="http://schemas.openxmlformats.org/officeDocument/2006/relationships/image" Target="/ppt/media/image11.png" Id="Re9cbd8e09dcd4247" /><Relationship Type="http://schemas.openxmlformats.org/officeDocument/2006/relationships/image" Target="/ppt/media/image2.png" Id="R2160fe55ea084961" /><Relationship Type="http://schemas.openxmlformats.org/officeDocument/2006/relationships/image" Target="/ppt/media/image4.png" Id="R5143718f6cf340a7" /><Relationship Type="http://schemas.openxmlformats.org/officeDocument/2006/relationships/image" Target="/ppt/media/image7.png" Id="R925991398e4148c6" /><Relationship Type="http://schemas.openxmlformats.org/officeDocument/2006/relationships/notesSlide" Target="/ppt/notesSlides/notesSlide11.xml" Id="R18f0c90a0f0243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A3AE35C5-5700-4DA0-BA37-0B6BD437F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44892cbed4e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D98BB44F-C4A2-42CE-A64E-8BA99A366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2b162d36140ad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50104" cy="2238375"/>
          </a:xfrm>
          <a:prstGeom xmlns:a="http://schemas.openxmlformats.org/drawingml/2006/main" prst="rect">
            <a:avLst/>
          </a:prstGeom>
        </p:spPr>
      </p:pic>
      <p:sp>
        <p:nvSpPr>
          <p:cNvPr id="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43E8E6B-8995-4FC1-849A-6C6C133A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385369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E10198A0-119B-4383-B6F7-DA67D1D20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e7fa290ff45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EE4E60A3-7319-4FEB-86F2-119ABF348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947d112ad4ba5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8911F9C-AC3A-4A63-9675-CA9888EC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  <p:pic>
        <p:nvPicPr>
          <p:cNvPr id="14" name="Milo plate">
            <a:extLst xmlns:a="http://schemas.openxmlformats.org/drawingml/2006/main">
              <a:ext uri="{FF2B5EF4-FFF2-40B4-BE49-F238E27FC236}">
                <a16:creationId xmlns:a16="http://schemas.microsoft.com/office/drawing/2014/main" id="{5622312C-C7BD-4B32-8FED-0527BA8A9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5c14ea8554aa6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85137A5-923B-4D09-A547-438641293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B1CC090-0485-463C-9FDE-04353292F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0C9C628-0681-495B-AB2D-5BBABF777B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E0CA99D-9511-4185-9721-6B12D2893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754EEEF-9B0B-4624-986A-1DC3D05BB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94473AD-1523-44AD-930C-228554AB4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65239BB-ED0A-429F-BA95-4F6D67A6D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eca3e1844641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81DF40DE-F88D-482B-A704-D3C19CFC3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f268ab79f40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B2BB62E8-B1B1-40D1-88C0-90030D470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f9f418e6345ad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226931" cy="2095500"/>
          </a:xfrm>
          <a:prstGeom xmlns:a="http://schemas.openxmlformats.org/drawingml/2006/main" prst="rect">
            <a:avLst/>
          </a:prstGeom>
        </p:spPr>
      </p:pic>
      <p:sp>
        <p:nvSpPr>
          <p:cNvPr id="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D4BF8CB-DD7C-4018-991D-9A49AE4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13301266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5FBF7958-0FB4-4C3D-8B75-B50D441EEE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63bf44b69447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20826042-A166-4918-9CD4-C3235932C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48496193d437b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11D4F37-0AF3-4E38-8350-24BA23D0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  <p:pic>
        <p:nvPicPr>
          <p:cNvPr id="11" name="Cleo plate">
            <a:extLst xmlns:a="http://schemas.openxmlformats.org/drawingml/2006/main">
              <a:ext uri="{FF2B5EF4-FFF2-40B4-BE49-F238E27FC236}">
                <a16:creationId xmlns:a16="http://schemas.microsoft.com/office/drawing/2014/main" id="{C60D3B9E-64F3-4676-8823-ED1312AD5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d816d6e3f4c13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12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23364F93-1AFD-4A25-893D-C12F341E6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bfaeaa42a403b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DFBA37AA-C230-4F94-AF2C-5065F7B5D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bfaeaa42a403b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200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9CDCDBDA-17E4-414F-BB0C-94E11C390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249720bd8413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626D9DCA-7C7A-4DB1-BEF7-42C56623C2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b80f2da0b4b9e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F09F172C-B4E1-4C28-BDC2-59B59F70A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3ecedc45a4acf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840E9A38-D987-4CD4-8D10-3D8D0CC9A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F8D12EB-E035-499E-8B31-CD3FBE8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and Cleo are talking about toys. 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0FC14FF5-E161-464D-B02F-0FEA557A0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e998315b94de1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10" name="Milo plate">
            <a:extLst xmlns:a="http://schemas.openxmlformats.org/drawingml/2006/main">
              <a:ext uri="{FF2B5EF4-FFF2-40B4-BE49-F238E27FC236}">
                <a16:creationId xmlns:a16="http://schemas.microsoft.com/office/drawing/2014/main" id="{2BB38435-4D6B-405E-B017-1BB283738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3ecedc45a4acf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7140BAB-3FD3-43A0-8445-062AAF9FCC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9933C36-6B77-42E2-A994-BC54463E0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21D6A21-7B26-42A7-8402-411D83C62F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1671315-9843-4D28-85F5-0CD1F62F20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E1078EF-FB4B-41BE-88C6-26BDBF7E2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D12F666-3423-4D4E-B3F0-E184B6DAA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4CB3110-E45A-4FBA-8CA7-BFE50D07E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70358EC0-2D5E-411E-AC38-DB278E79B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00e85f8a14b66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676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16CFC919-0105-4752-BF05-F77D0555E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c834982564e8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435D55ED-3A17-476C-AD95-9D613DDAA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d298b670e4911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Cleo plate">
            <a:extLst xmlns:a="http://schemas.openxmlformats.org/drawingml/2006/main">
              <a:ext uri="{FF2B5EF4-FFF2-40B4-BE49-F238E27FC236}">
                <a16:creationId xmlns:a16="http://schemas.microsoft.com/office/drawing/2014/main" id="{C56D378F-C79B-46C1-A874-81BF4FD7E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392a9676144ce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AB404255-0F7F-4725-B31E-F835392B0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8816302" y="1029349"/>
            <a:ext cx="277749" cy="137160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E36A933-3C81-4CE2-8C58-AD719759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knows he can get out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only one direction.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33A58EA1-04EF-45E4-8B2A-791230182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9db56b85c42d8"/>
          <a:stretch xmlns:a="http://schemas.openxmlformats.org/drawingml/2006/main"/>
        </p:blipFill>
        <p:spPr>
          <a:xfrm xmlns:a="http://schemas.openxmlformats.org/drawingml/2006/main">
            <a:off x="6000750" y="19050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10" name="Milo plate">
            <a:extLst xmlns:a="http://schemas.openxmlformats.org/drawingml/2006/main">
              <a:ext uri="{FF2B5EF4-FFF2-40B4-BE49-F238E27FC236}">
                <a16:creationId xmlns:a16="http://schemas.microsoft.com/office/drawing/2014/main" id="{2C1A4895-EA3B-4E8A-98F8-EAC63D940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392a9676144ce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DD1164B-31F5-4ED9-9D5A-7A28F1B9B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146EDFD-9C63-40BC-B5AA-3E96CDED2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5493738-4CF6-4934-83E2-215DB747A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D534A95-FF06-4CB5-A871-473C35A3CD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63E03F5-BA8E-4CB0-93CB-2A003C994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1C7AF3F-CEB9-437A-B05F-3C54CC0077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65C8F96-B2C9-4B7B-B175-B3B3B37BC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6B48301B-C5B4-43A3-82DD-3483DE8A8E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cd320f264716"/>
          <a:stretch xmlns:a="http://schemas.openxmlformats.org/drawingml/2006/main"/>
        </p:blipFill>
        <p:spPr>
          <a:xfrm xmlns:a="http://schemas.openxmlformats.org/drawingml/2006/main">
            <a:off x="9220162" y="1067449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676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90C08297-C0FE-4497-A38A-3C162773F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44aeb25d141e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9565EF40-DB87-432B-9297-69D1F90D0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a932dfb8d4843"/>
          <a:stretch xmlns:a="http://schemas.openxmlformats.org/drawingml/2006/main"/>
        </p:blipFill>
        <p:spPr>
          <a:xfrm xmlns:a="http://schemas.openxmlformats.org/drawingml/2006/main">
            <a:off x="5318717" y="3714809"/>
            <a:ext cx="2873833" cy="2011680"/>
          </a:xfrm>
          <a:prstGeom xmlns:a="http://schemas.openxmlformats.org/drawingml/2006/main" prst="rect">
            <a:avLst/>
          </a:prstGeom>
        </p:spPr>
      </p:pic>
      <p:pic>
        <p:nvPicPr>
          <p:cNvPr id="4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AD25E94B-4CFA-4F26-B1DB-15BA7A2E2C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7928943f4ac4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2A7EFBA0-66EA-406C-BB00-22696ADB5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646aa6584354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00A166AB-AFA5-468B-A531-D6E4BDF01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8702001" y="1029349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7" name="Cleo cookie 2">
            <a:extLst xmlns:a="http://schemas.openxmlformats.org/drawingml/2006/main">
              <a:ext uri="{FF2B5EF4-FFF2-40B4-BE49-F238E27FC236}">
                <a16:creationId xmlns:a16="http://schemas.microsoft.com/office/drawing/2014/main" id="{286F16B4-27A5-41B7-AEF7-F8929669E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9202064" y="1029349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68DC380-A311-4E9B-9647-17AB8319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Suddenly, a 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heavy box 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falls toward Finn!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2D138C79-A533-43EF-B89D-5A52CA53B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d07102f6b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8830" y="190499"/>
            <a:ext cx="1189783" cy="2324101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2B9B0327-8739-4D96-92E1-F797CC26C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646aa6584354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17FD1B2-4ECD-4020-9D70-DF00378F0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D6A0CDE-17EA-4676-90CE-972281FEC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51963C4-5D7F-4E39-BE42-24FA7ED11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C7E75DC-2C10-4266-BC5D-2081D0BA5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8345981-3D77-46C3-B5BF-47489C672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13D49B9-4D2E-4C1B-9F4F-76C5A87A0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E0FE434-776F-405C-AA3E-117B2EEC5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1330e4f840dc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50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293F533D-4617-4F5C-8F61-52629EBB7F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d7cdec3104ce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E2854060-283B-42E5-9A0C-CA8D313E16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ea9c959914d71"/>
          <a:stretch xmlns:a="http://schemas.openxmlformats.org/drawingml/2006/main"/>
        </p:blipFill>
        <p:spPr>
          <a:xfrm xmlns:a="http://schemas.openxmlformats.org/drawingml/2006/main">
            <a:off x="5318717" y="3097589"/>
            <a:ext cx="2873833" cy="2011680"/>
          </a:xfrm>
          <a:prstGeom xmlns:a="http://schemas.openxmlformats.org/drawingml/2006/main" prst="rect">
            <a:avLst/>
          </a:prstGeom>
        </p:spPr>
      </p:pic>
      <p:pic>
        <p:nvPicPr>
          <p:cNvPr id="4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A8D9CEC1-1CCC-4161-8AFC-84AEFE597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3615f8f3147df"/>
          <a:stretch xmlns:a="http://schemas.openxmlformats.org/drawingml/2006/main"/>
        </p:blipFill>
        <p:spPr>
          <a:xfrm xmlns:a="http://schemas.openxmlformats.org/drawingml/2006/main">
            <a:off x="847725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0EFAB667-3C47-46AA-9C4B-8B327C152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6d8a814c248cc"/>
          <a:stretch xmlns:a="http://schemas.openxmlformats.org/drawingml/2006/main"/>
        </p:blipFill>
        <p:spPr>
          <a:xfrm xmlns:a="http://schemas.openxmlformats.org/drawingml/2006/main">
            <a:off x="854722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Cleo cookie 1">
            <a:extLst xmlns:a="http://schemas.openxmlformats.org/drawingml/2006/main">
              <a:ext uri="{FF2B5EF4-FFF2-40B4-BE49-F238E27FC236}">
                <a16:creationId xmlns:a16="http://schemas.microsoft.com/office/drawing/2014/main" id="{7D080E6D-466F-4237-B30E-24761339A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8702001" y="1029349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7" name="Cleo cookie 2">
            <a:extLst xmlns:a="http://schemas.openxmlformats.org/drawingml/2006/main">
              <a:ext uri="{FF2B5EF4-FFF2-40B4-BE49-F238E27FC236}">
                <a16:creationId xmlns:a16="http://schemas.microsoft.com/office/drawing/2014/main" id="{8F5A837D-AAA0-4AC4-8022-41FF8FFFD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9202064" y="1029349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4EC26E8-84CF-D1DC-29C8-67370676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There is nowhere to run except into Cleo!</a:t>
            </a:r>
          </a:p>
        </p:txBody>
      </p:sp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2187A5E4-22D2-43DA-B5DC-23E461241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2c630bf2043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8830" y="190499"/>
            <a:ext cx="1189783" cy="2324101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2D83CCEC-F446-4751-B358-B374A1108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6d8a814c248cc"/>
          <a:stretch xmlns:a="http://schemas.openxmlformats.org/drawingml/2006/main"/>
        </p:blipFill>
        <p:spPr>
          <a:xfrm xmlns:a="http://schemas.openxmlformats.org/drawingml/2006/main">
            <a:off x="606656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209F444-B19E-4B76-A3E7-F61E27994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66645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5066C9C-8737-4FBD-9758-CC275F645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81885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5A714AF-3A4C-42BF-ABB9-210E93C1C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50262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BB20F09-D860-46FD-A4FF-58CCDCB80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38070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5120FD0-1A49-4948-B614-8FA908F26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22449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7223CED-9492-4F59-BE3F-949D3BE91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37689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6477A46-0D86-4D0F-8E52-00BA0B93A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6095c29740e6"/>
          <a:stretch xmlns:a="http://schemas.openxmlformats.org/drawingml/2006/main"/>
        </p:blipFill>
        <p:spPr>
          <a:xfrm xmlns:a="http://schemas.openxmlformats.org/drawingml/2006/main">
            <a:off x="657501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044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F080528A-0C14-4974-9C1D-57FCAE5F5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203d4676a4ed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Cleo dropping cookies character">
            <a:extLst xmlns:a="http://schemas.openxmlformats.org/drawingml/2006/main">
              <a:ext uri="{FF2B5EF4-FFF2-40B4-BE49-F238E27FC236}">
                <a16:creationId xmlns:a16="http://schemas.microsoft.com/office/drawing/2014/main" id="{A6F5B9AE-440F-4D03-9F83-F5D7A4924F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6c285b2bc4d94"/>
          <a:stretch xmlns:a="http://schemas.openxmlformats.org/drawingml/2006/main"/>
        </p:blipFill>
        <p:spPr>
          <a:xfrm xmlns:a="http://schemas.openxmlformats.org/drawingml/2006/main">
            <a:off x="9239250" y="95250"/>
            <a:ext cx="1303477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7E4AD307-CC4C-4CB7-A463-436827009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2e44d523b44dc"/>
          <a:stretch xmlns:a="http://schemas.openxmlformats.org/drawingml/2006/main"/>
        </p:blipFill>
        <p:spPr>
          <a:xfrm xmlns:a="http://schemas.openxmlformats.org/drawingml/2006/main" rot="1200000">
            <a:off x="10033782" y="1361487"/>
            <a:ext cx="1143000" cy="330620"/>
          </a:xfrm>
          <a:prstGeom xmlns:a="http://schemas.openxmlformats.org/drawingml/2006/main" prst="rect">
            <a:avLst/>
          </a:prstGeom>
        </p:spPr>
      </p:pic>
      <p:pic>
        <p:nvPicPr>
          <p:cNvPr id="6" name="Cleo falling cookie 1">
            <a:extLst xmlns:a="http://schemas.openxmlformats.org/drawingml/2006/main">
              <a:ext uri="{FF2B5EF4-FFF2-40B4-BE49-F238E27FC236}">
                <a16:creationId xmlns:a16="http://schemas.microsoft.com/office/drawing/2014/main" id="{C6AC96A0-6759-4932-A8D7-3AB705968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 rot="-1200000">
            <a:off x="10208895" y="2190750"/>
            <a:ext cx="361950" cy="178741"/>
          </a:xfrm>
          <a:prstGeom xmlns:a="http://schemas.openxmlformats.org/drawingml/2006/main" prst="rect">
            <a:avLst/>
          </a:prstGeom>
        </p:spPr>
      </p:pic>
      <p:pic>
        <p:nvPicPr>
          <p:cNvPr id="7" name="Cleo falling cookie 2">
            <a:extLst xmlns:a="http://schemas.openxmlformats.org/drawingml/2006/main">
              <a:ext uri="{FF2B5EF4-FFF2-40B4-BE49-F238E27FC236}">
                <a16:creationId xmlns:a16="http://schemas.microsoft.com/office/drawing/2014/main" id="{5004A782-88A2-450D-9922-FE22C1E9CB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 rot="1800000">
            <a:off x="10637520" y="2333625"/>
            <a:ext cx="361950" cy="17874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B9EC422-B2EC-4B7B-B84E-2EEFA1F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Finn runs into Cleo.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Finn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C64D7ADF-62B6-448B-9201-76505624A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be99b8850444b"/>
          <a:stretch xmlns:a="http://schemas.openxmlformats.org/drawingml/2006/main"/>
        </p:blipFill>
        <p:spPr>
          <a:xfrm xmlns:a="http://schemas.openxmlformats.org/drawingml/2006/main">
            <a:off x="8084820" y="95250"/>
            <a:ext cx="1440207" cy="2238375"/>
          </a:xfrm>
          <a:prstGeom xmlns:a="http://schemas.openxmlformats.org/drawingml/2006/main" prst="rect">
            <a:avLst/>
          </a:prstGeom>
        </p:spPr>
      </p:pic>
      <p:pic>
        <p:nvPicPr>
          <p:cNvPr id="11" name="Milo plate">
            <a:extLst xmlns:a="http://schemas.openxmlformats.org/drawingml/2006/main">
              <a:ext uri="{FF2B5EF4-FFF2-40B4-BE49-F238E27FC236}">
                <a16:creationId xmlns:a16="http://schemas.microsoft.com/office/drawing/2014/main" id="{E716BFCC-9FF9-463B-B32C-FB41F55E8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2e44d523b44dc"/>
          <a:stretch xmlns:a="http://schemas.openxmlformats.org/drawingml/2006/main"/>
        </p:blipFill>
        <p:spPr>
          <a:xfrm xmlns:a="http://schemas.openxmlformats.org/drawingml/2006/main">
            <a:off x="7952516" y="114496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A3878F3-E6DF-4A99-A055-A22E8AF89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552402" y="12064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6CDE1DB-761A-4F7B-B8E6-01811DD6F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704802" y="117599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8212D52-BEBB-49CD-83FB-39080A89A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388572" y="12369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7C5830A-B18D-4E09-8821-BE2BC2082B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266652" y="12407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CD1529E-64AF-4CBE-BFC0-18212A33F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110442" y="12331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EE6AA1F-3054-45BF-85C2-D192F6027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262842" y="11455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5D7DF87-55E2-4928-A3A1-A5F0716C3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0f9634a2b4ab9"/>
          <a:stretch xmlns:a="http://schemas.openxmlformats.org/drawingml/2006/main"/>
        </p:blipFill>
        <p:spPr>
          <a:xfrm xmlns:a="http://schemas.openxmlformats.org/drawingml/2006/main">
            <a:off x="8460962" y="11493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9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85260C67-1B79-4292-B9E5-DA0797B84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65cc0614e4b8f"/>
          <a:stretch xmlns:a="http://schemas.openxmlformats.org/drawingml/2006/main"/>
        </p:blipFill>
        <p:spPr>
          <a:xfrm xmlns:a="http://schemas.openxmlformats.org/drawingml/2006/main" rot="19772801">
            <a:off x="5466277" y="1777400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246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FEC63123-E5D6-4D5F-889E-8FE126696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f3bc9a39d41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Cleo safe character">
            <a:extLst xmlns:a="http://schemas.openxmlformats.org/drawingml/2006/main">
              <a:ext uri="{FF2B5EF4-FFF2-40B4-BE49-F238E27FC236}">
                <a16:creationId xmlns:a16="http://schemas.microsoft.com/office/drawing/2014/main" id="{CD13FF73-1FBB-4DAE-8C69-754B7ED20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7a494494c4235"/>
          <a:stretch xmlns:a="http://schemas.openxmlformats.org/drawingml/2006/main"/>
        </p:blipFill>
        <p:spPr>
          <a:xfrm xmlns:a="http://schemas.openxmlformats.org/drawingml/2006/main">
            <a:off x="9906000" y="95250"/>
            <a:ext cx="1303477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Cleo plate">
            <a:extLst xmlns:a="http://schemas.openxmlformats.org/drawingml/2006/main">
              <a:ext uri="{FF2B5EF4-FFF2-40B4-BE49-F238E27FC236}">
                <a16:creationId xmlns:a16="http://schemas.microsoft.com/office/drawing/2014/main" id="{F34EDCF2-7AB8-4B20-8A5A-C55F824D5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3877e1de54d0c"/>
          <a:stretch xmlns:a="http://schemas.openxmlformats.org/drawingml/2006/main"/>
        </p:blipFill>
        <p:spPr>
          <a:xfrm xmlns:a="http://schemas.openxmlformats.org/drawingml/2006/main" rot="480000">
            <a:off x="10615368" y="1309676"/>
            <a:ext cx="1000125" cy="289292"/>
          </a:xfrm>
          <a:prstGeom xmlns:a="http://schemas.openxmlformats.org/drawingml/2006/main" prst="rect">
            <a:avLst/>
          </a:prstGeom>
        </p:spPr>
      </p:pic>
      <p:pic>
        <p:nvPicPr>
          <p:cNvPr id="6" name="Cleo broken cookie 1">
            <a:extLst xmlns:a="http://schemas.openxmlformats.org/drawingml/2006/main">
              <a:ext uri="{FF2B5EF4-FFF2-40B4-BE49-F238E27FC236}">
                <a16:creationId xmlns:a16="http://schemas.microsoft.com/office/drawing/2014/main" id="{16AC249F-7A04-4264-ACE6-554FB4F2F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473f8f7af408d"/>
          <a:stretch xmlns:a="http://schemas.openxmlformats.org/drawingml/2006/main"/>
        </p:blipFill>
        <p:spPr>
          <a:xfrm xmlns:a="http://schemas.openxmlformats.org/drawingml/2006/main">
            <a:off x="10243185" y="243078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7" name="Cleo broken cookie 2">
            <a:extLst xmlns:a="http://schemas.openxmlformats.org/drawingml/2006/main">
              <a:ext uri="{FF2B5EF4-FFF2-40B4-BE49-F238E27FC236}">
                <a16:creationId xmlns:a16="http://schemas.microsoft.com/office/drawing/2014/main" id="{85A873A5-CB4A-4A11-888B-AB0878E30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473f8f7af408d"/>
          <a:stretch xmlns:a="http://schemas.openxmlformats.org/drawingml/2006/main"/>
        </p:blipFill>
        <p:spPr>
          <a:xfrm xmlns:a="http://schemas.openxmlformats.org/drawingml/2006/main">
            <a:off x="10719435" y="2449830"/>
            <a:ext cx="381000" cy="271146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BB29916-9C37-487B-8D0F-29CF4289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Finn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E09E2C0A-6EDD-44E1-99C1-5485DB4F4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22d2d926c4739"/>
          <a:stretch xmlns:a="http://schemas.openxmlformats.org/drawingml/2006/main"/>
        </p:blipFill>
        <p:spPr>
          <a:xfrm xmlns:a="http://schemas.openxmlformats.org/drawingml/2006/main">
            <a:off x="8530590" y="95250"/>
            <a:ext cx="1440207" cy="2238375"/>
          </a:xfrm>
          <a:prstGeom xmlns:a="http://schemas.openxmlformats.org/drawingml/2006/main" prst="rect">
            <a:avLst/>
          </a:prstGeom>
        </p:spPr>
      </p:pic>
      <p:pic>
        <p:nvPicPr>
          <p:cNvPr id="11" name="Milo plate">
            <a:extLst xmlns:a="http://schemas.openxmlformats.org/drawingml/2006/main">
              <a:ext uri="{FF2B5EF4-FFF2-40B4-BE49-F238E27FC236}">
                <a16:creationId xmlns:a16="http://schemas.microsoft.com/office/drawing/2014/main" id="{F062DF53-C592-4671-9D92-DD73474E1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3877e1de54d0c"/>
          <a:stretch xmlns:a="http://schemas.openxmlformats.org/drawingml/2006/main"/>
        </p:blipFill>
        <p:spPr>
          <a:xfrm xmlns:a="http://schemas.openxmlformats.org/drawingml/2006/main">
            <a:off x="8398286" y="114496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D653E25-4C9F-455C-9EAC-6939D9F80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998172" y="12064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BB088B2-86D1-40CB-817F-804C498E6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9150572" y="117599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A8A914C-6CA2-4D6D-8F6C-BEB52CD65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834342" y="12369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1E3D537-5D1C-415B-B1B7-20FD6452E1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712422" y="12407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D2F3F6F-65CF-497A-A9F4-BAD8A166B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556212" y="12331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9A4CD77-4706-428E-B0DB-18B855C77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708612" y="11455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D3D92BD-C1A3-42CB-BA1F-F5D9CF6EC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b08927e94c81"/>
          <a:stretch xmlns:a="http://schemas.openxmlformats.org/drawingml/2006/main"/>
        </p:blipFill>
        <p:spPr>
          <a:xfrm xmlns:a="http://schemas.openxmlformats.org/drawingml/2006/main">
            <a:off x="8906732" y="11493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9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2626300E-2039-4204-9275-EB0E3CFC12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f3f257bbe40f5"/>
          <a:stretch xmlns:a="http://schemas.openxmlformats.org/drawingml/2006/main"/>
        </p:blipFill>
        <p:spPr>
          <a:xfrm xmlns:a="http://schemas.openxmlformats.org/drawingml/2006/main" rot="18523869">
            <a:off x="5829611" y="1325844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35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ontinuous solid wall beside Finn; only Cleo passage remains">
            <a:extLst xmlns:a="http://schemas.openxmlformats.org/drawingml/2006/main">
              <a:ext uri="{FF2B5EF4-FFF2-40B4-BE49-F238E27FC236}">
                <a16:creationId xmlns:a16="http://schemas.microsoft.com/office/drawing/2014/main" id="{2DD2755E-1E6B-4B8D-97D0-D158589312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ab10e1c034a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DEDC548-7E22-4DD6-9B5E-A52553EE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  <p:pic>
        <p:nvPicPr>
          <p:cNvPr id="16" name="Cleo character">
            <a:extLst xmlns:a="http://schemas.openxmlformats.org/drawingml/2006/main">
              <a:ext uri="{FF2B5EF4-FFF2-40B4-BE49-F238E27FC236}">
                <a16:creationId xmlns:a16="http://schemas.microsoft.com/office/drawing/2014/main" id="{51582477-04F0-464F-9EE1-E5426B311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80f7a72a64c0f"/>
          <a:stretch xmlns:a="http://schemas.openxmlformats.org/drawingml/2006/main"/>
        </p:blipFill>
        <p:spPr>
          <a:xfrm xmlns:a="http://schemas.openxmlformats.org/drawingml/2006/main">
            <a:off x="10066020" y="95250"/>
            <a:ext cx="1330565" cy="2095500"/>
          </a:xfrm>
          <a:prstGeom xmlns:a="http://schemas.openxmlformats.org/drawingml/2006/main" prst="rect">
            <a:avLst/>
          </a:prstGeom>
        </p:spPr>
      </p:pic>
      <p:pic>
        <p:nvPicPr>
          <p:cNvPr id="17" name="Cleo plate">
            <a:extLst xmlns:a="http://schemas.openxmlformats.org/drawingml/2006/main">
              <a:ext uri="{FF2B5EF4-FFF2-40B4-BE49-F238E27FC236}">
                <a16:creationId xmlns:a16="http://schemas.microsoft.com/office/drawing/2014/main" id="{120E865D-A1CB-42D5-A33E-145D8183F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4dd7592d041e3"/>
          <a:stretch xmlns:a="http://schemas.openxmlformats.org/drawingml/2006/main"/>
        </p:blipFill>
        <p:spPr>
          <a:xfrm xmlns:a="http://schemas.openxmlformats.org/drawingml/2006/main">
            <a:off x="10135990" y="970802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20" name="Cleo broken cookie 1">
            <a:extLst xmlns:a="http://schemas.openxmlformats.org/drawingml/2006/main">
              <a:ext uri="{FF2B5EF4-FFF2-40B4-BE49-F238E27FC236}">
                <a16:creationId xmlns:a16="http://schemas.microsoft.com/office/drawing/2014/main" id="{27BD8283-AD2D-4884-AC57-AE7B70A5A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d8e09dcd4247"/>
          <a:stretch xmlns:a="http://schemas.openxmlformats.org/drawingml/2006/main"/>
        </p:blipFill>
        <p:spPr>
          <a:xfrm xmlns:a="http://schemas.openxmlformats.org/drawingml/2006/main">
            <a:off x="10243185" y="243078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21" name="Cleo broken cookie 2">
            <a:extLst xmlns:a="http://schemas.openxmlformats.org/drawingml/2006/main">
              <a:ext uri="{FF2B5EF4-FFF2-40B4-BE49-F238E27FC236}">
                <a16:creationId xmlns:a16="http://schemas.microsoft.com/office/drawing/2014/main" id="{477DB609-F4B2-4208-A2A4-D5ADCD8BA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bd8e09dcd4247"/>
          <a:stretch xmlns:a="http://schemas.openxmlformats.org/drawingml/2006/main"/>
        </p:blipFill>
        <p:spPr>
          <a:xfrm xmlns:a="http://schemas.openxmlformats.org/drawingml/2006/main">
            <a:off x="10719435" y="244983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22" name="Finn character">
            <a:extLst xmlns:a="http://schemas.openxmlformats.org/drawingml/2006/main">
              <a:ext uri="{FF2B5EF4-FFF2-40B4-BE49-F238E27FC236}">
                <a16:creationId xmlns:a16="http://schemas.microsoft.com/office/drawing/2014/main" id="{E5BDA342-FE50-4A77-AA95-ADD7D46A9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0fe55ea084961"/>
          <a:stretch xmlns:a="http://schemas.openxmlformats.org/drawingml/2006/main"/>
        </p:blipFill>
        <p:spPr>
          <a:xfrm xmlns:a="http://schemas.openxmlformats.org/drawingml/2006/main">
            <a:off x="8892540" y="-26670"/>
            <a:ext cx="1186091" cy="2238375"/>
          </a:xfrm>
          <a:prstGeom xmlns:a="http://schemas.openxmlformats.org/drawingml/2006/main" prst="rect">
            <a:avLst/>
          </a:prstGeom>
        </p:spPr>
      </p:pic>
      <p:pic>
        <p:nvPicPr>
          <p:cNvPr id="23" name="Milo plate">
            <a:extLst xmlns:a="http://schemas.openxmlformats.org/drawingml/2006/main">
              <a:ext uri="{FF2B5EF4-FFF2-40B4-BE49-F238E27FC236}">
                <a16:creationId xmlns:a16="http://schemas.microsoft.com/office/drawing/2014/main" id="{DE71362B-CF17-4E8F-9553-E057391D2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4dd7592d041e3"/>
          <a:stretch xmlns:a="http://schemas.openxmlformats.org/drawingml/2006/main"/>
        </p:blipFill>
        <p:spPr>
          <a:xfrm xmlns:a="http://schemas.openxmlformats.org/drawingml/2006/main">
            <a:off x="8958356" y="106495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8630DBF-7F51-4594-8618-D8604D324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558242" y="112646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8CC80F0-C5F6-486D-9DF1-0C4CB58CC0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710642" y="10959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CC221CC-9E4F-4338-B4EA-94ED21EF4A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394412" y="115694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7D766F4-C5B3-40D7-81F7-6F1074C07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272492" y="11607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B1AE7F2-0911-4629-8EFF-EE7A3CEA3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116282" y="11531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4D20B42-D803-4B16-90E3-22C96ECD3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268682" y="10655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3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5EA17C6-3473-4E5B-86CC-FE8E90CF3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3718f6cf340a7"/>
          <a:stretch xmlns:a="http://schemas.openxmlformats.org/drawingml/2006/main"/>
        </p:blipFill>
        <p:spPr>
          <a:xfrm xmlns:a="http://schemas.openxmlformats.org/drawingml/2006/main">
            <a:off x="9466802" y="10693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31" name="Heavy box tumbling down stairs">
            <a:extLst xmlns:a="http://schemas.openxmlformats.org/drawingml/2006/main">
              <a:ext uri="{FF2B5EF4-FFF2-40B4-BE49-F238E27FC236}">
                <a16:creationId xmlns:a16="http://schemas.microsoft.com/office/drawing/2014/main" id="{AC59E0EE-CC7F-41F4-91F0-2501B5BE8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991398e4148c6"/>
          <a:stretch xmlns:a="http://schemas.openxmlformats.org/drawingml/2006/main"/>
        </p:blipFill>
        <p:spPr>
          <a:xfrm xmlns:a="http://schemas.openxmlformats.org/drawingml/2006/main" rot="17367135">
            <a:off x="5829611" y="662904"/>
            <a:ext cx="2873833" cy="2011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21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2026-10-27T16:40:46.3160000Z</dcterms:created>
  <dcterms:modified xsi:type="dcterms:W3CDTF">2026-10-27T16:40:46.3160000Z</dcterms:modified>
</coreProperties>
</file>