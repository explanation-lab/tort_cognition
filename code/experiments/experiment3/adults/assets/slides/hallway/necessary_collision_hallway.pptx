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71" r:id="rId8"/>
    <p:sldId id="266" r:id="rId9"/>
    <p:sldId id="268" r:id="rId10"/>
    <p:sldId id="269" r:id="rId11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8"/>
  </p:normalViewPr>
  <p:slideViewPr>
    <p:cSldViewPr snapToGrid="0">
      <p:cViewPr varScale="1">
        <p:scale>
          <a:sx n="112" d="100"/>
          <a:sy n="112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3EDB1-FB69-3691-DFFB-6AA754A50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752153-76B8-E5DC-CF12-4E8C19BC6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6CF76-9982-41DA-594E-0E31922FD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B284E-D88B-3F1F-FBD2-1E7181B1223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8000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EBA73AB-51F9-4D5B-A5FA-8C283132A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7B0DAE0-2529-4CD4-B302-EAA4F9040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128C8F1-94B5-4D12-830C-482A87378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121DF7-35B3-4FEA-8B00-6857F2EC6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8D6B1F7-339D-4876-9216-E1FC90A0C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8B3489-A2AC-4A9F-8F6A-9E0D5B5D5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14D2DAF-785D-4C84-A82A-A8EB6A96D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46CBEA3-1659-4CF5-8391-9D7F5CBB0C7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AA6D56-01C2-44CD-B79B-1FAA87843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A033B53-A84D-4DFE-A30E-356949DC5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1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 shaped hallway" descr="L shaped hallway">
            <a:extLst>
              <a:ext uri="{FF2B5EF4-FFF2-40B4-BE49-F238E27FC236}">
                <a16:creationId xmlns:a16="http://schemas.microsoft.com/office/drawing/2014/main" id="{89AC6114-6AEA-4863-BB8B-ACC0ADA0FC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Milo character" descr="Milo character">
            <a:extLst>
              <a:ext uri="{FF2B5EF4-FFF2-40B4-BE49-F238E27FC236}">
                <a16:creationId xmlns:a16="http://schemas.microsoft.com/office/drawing/2014/main" id="{0B373A66-7442-4FEF-9D57-B5E7B76DC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15000" y="190500"/>
            <a:ext cx="1310483" cy="2238375"/>
          </a:xfrm>
          <a:prstGeom prst="rect">
            <a:avLst/>
          </a:prstGeom>
        </p:spPr>
      </p:pic>
      <p:sp>
        <p:nvSpPr>
          <p:cNvPr id="3" name="Study story caption">
            <a:extLst>
              <a:ext uri="{FF2B5EF4-FFF2-40B4-BE49-F238E27FC236}">
                <a16:creationId xmlns:a16="http://schemas.microsoft.com/office/drawing/2014/main" id="{4F648F22-1CC7-46D3-9B73-FF0641558B7C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Milo.</a:t>
            </a:r>
          </a:p>
        </p:txBody>
      </p:sp>
    </p:spTree>
    <p:extLst>
      <p:ext uri="{BB962C8B-B14F-4D97-AF65-F5344CB8AC3E}">
        <p14:creationId xmlns:p14="http://schemas.microsoft.com/office/powerpoint/2010/main" val="850511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L shaped hallway" descr="L shaped hallway">
            <a:extLst>
              <a:ext uri="{FF2B5EF4-FFF2-40B4-BE49-F238E27FC236}">
                <a16:creationId xmlns:a16="http://schemas.microsoft.com/office/drawing/2014/main" id="{46100237-420E-4E8B-B780-7C1D4DE8F6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Milo character" descr="Milo character">
            <a:extLst>
              <a:ext uri="{FF2B5EF4-FFF2-40B4-BE49-F238E27FC236}">
                <a16:creationId xmlns:a16="http://schemas.microsoft.com/office/drawing/2014/main" id="{4F8411A3-4B8A-4828-A6A2-CB34275FC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15000" y="190500"/>
            <a:ext cx="1113661" cy="2238375"/>
          </a:xfrm>
          <a:prstGeom prst="rect">
            <a:avLst/>
          </a:prstGeom>
        </p:spPr>
      </p:pic>
      <p:pic>
        <p:nvPicPr>
          <p:cNvPr id="3" name="Milo plate" descr="Milo plate">
            <a:extLst>
              <a:ext uri="{FF2B5EF4-FFF2-40B4-BE49-F238E27FC236}">
                <a16:creationId xmlns:a16="http://schemas.microsoft.com/office/drawing/2014/main" id="{21BB8EDF-56EC-4BAE-914B-C1BE685205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712236" y="1282124"/>
            <a:ext cx="1119187" cy="323732"/>
          </a:xfrm>
          <a:prstGeom prst="rect">
            <a:avLst/>
          </a:prstGeom>
        </p:spPr>
      </p:pic>
      <p:sp>
        <p:nvSpPr>
          <p:cNvPr id="12" name="Study story caption">
            <a:extLst>
              <a:ext uri="{FF2B5EF4-FFF2-40B4-BE49-F238E27FC236}">
                <a16:creationId xmlns:a16="http://schemas.microsoft.com/office/drawing/2014/main" id="{03A60323-27BF-4C86-95B5-FEA67AF79741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has 8 cookies.</a:t>
            </a:r>
          </a:p>
        </p:txBody>
      </p:sp>
      <p:pic>
        <p:nvPicPr>
          <p:cNvPr id="14" name="Milo cookie 3" descr="Milo cookie 3">
            <a:extLst>
              <a:ext uri="{FF2B5EF4-FFF2-40B4-BE49-F238E27FC236}">
                <a16:creationId xmlns:a16="http://schemas.microsoft.com/office/drawing/2014/main" id="{284ADD35-8626-B0A1-8CEB-5981E1AB9B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312122" y="1343633"/>
            <a:ext cx="277749" cy="137160"/>
          </a:xfrm>
          <a:prstGeom prst="rect">
            <a:avLst/>
          </a:prstGeom>
        </p:spPr>
      </p:pic>
      <p:pic>
        <p:nvPicPr>
          <p:cNvPr id="15" name="Milo cookie 3" descr="Milo cookie 3">
            <a:extLst>
              <a:ext uri="{FF2B5EF4-FFF2-40B4-BE49-F238E27FC236}">
                <a16:creationId xmlns:a16="http://schemas.microsoft.com/office/drawing/2014/main" id="{3221E644-E35B-DED3-1189-C1009DA5B4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464522" y="1313153"/>
            <a:ext cx="277749" cy="137160"/>
          </a:xfrm>
          <a:prstGeom prst="rect">
            <a:avLst/>
          </a:prstGeom>
        </p:spPr>
      </p:pic>
      <p:pic>
        <p:nvPicPr>
          <p:cNvPr id="16" name="Milo cookie 3" descr="Milo cookie 3">
            <a:extLst>
              <a:ext uri="{FF2B5EF4-FFF2-40B4-BE49-F238E27FC236}">
                <a16:creationId xmlns:a16="http://schemas.microsoft.com/office/drawing/2014/main" id="{D1971380-9B7C-9C0B-2C13-83BC38EAD4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148292" y="1374113"/>
            <a:ext cx="277749" cy="137160"/>
          </a:xfrm>
          <a:prstGeom prst="rect">
            <a:avLst/>
          </a:prstGeom>
        </p:spPr>
      </p:pic>
      <p:pic>
        <p:nvPicPr>
          <p:cNvPr id="17" name="Milo cookie 3" descr="Milo cookie 3">
            <a:extLst>
              <a:ext uri="{FF2B5EF4-FFF2-40B4-BE49-F238E27FC236}">
                <a16:creationId xmlns:a16="http://schemas.microsoft.com/office/drawing/2014/main" id="{31C97D38-E58D-8541-E723-040BDE28A2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26372" y="1377923"/>
            <a:ext cx="277749" cy="137160"/>
          </a:xfrm>
          <a:prstGeom prst="rect">
            <a:avLst/>
          </a:prstGeom>
        </p:spPr>
      </p:pic>
      <p:pic>
        <p:nvPicPr>
          <p:cNvPr id="18" name="Milo cookie 3" descr="Milo cookie 3">
            <a:extLst>
              <a:ext uri="{FF2B5EF4-FFF2-40B4-BE49-F238E27FC236}">
                <a16:creationId xmlns:a16="http://schemas.microsoft.com/office/drawing/2014/main" id="{80317199-4C94-36F7-D065-A346A945C9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870162" y="1370303"/>
            <a:ext cx="277749" cy="137160"/>
          </a:xfrm>
          <a:prstGeom prst="rect">
            <a:avLst/>
          </a:prstGeom>
        </p:spPr>
      </p:pic>
      <p:pic>
        <p:nvPicPr>
          <p:cNvPr id="19" name="Milo cookie 3" descr="Milo cookie 3">
            <a:extLst>
              <a:ext uri="{FF2B5EF4-FFF2-40B4-BE49-F238E27FC236}">
                <a16:creationId xmlns:a16="http://schemas.microsoft.com/office/drawing/2014/main" id="{DB7204BE-71A8-71B3-4155-302D27F4A6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22562" y="1282673"/>
            <a:ext cx="277749" cy="137160"/>
          </a:xfrm>
          <a:prstGeom prst="rect">
            <a:avLst/>
          </a:prstGeom>
        </p:spPr>
      </p:pic>
      <p:pic>
        <p:nvPicPr>
          <p:cNvPr id="20" name="Milo cookie 3" descr="Milo cookie 3">
            <a:extLst>
              <a:ext uri="{FF2B5EF4-FFF2-40B4-BE49-F238E27FC236}">
                <a16:creationId xmlns:a16="http://schemas.microsoft.com/office/drawing/2014/main" id="{DCB06D16-6D61-5470-9EB2-C52C058944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220682" y="1286483"/>
            <a:ext cx="277749" cy="1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918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 shaped hallway" descr="L shaped hallway">
            <a:extLst>
              <a:ext uri="{FF2B5EF4-FFF2-40B4-BE49-F238E27FC236}">
                <a16:creationId xmlns:a16="http://schemas.microsoft.com/office/drawing/2014/main" id="{8D127C1C-AE19-469E-BCE8-09457CC35F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Sasha character" descr="Sasha character">
            <a:extLst>
              <a:ext uri="{FF2B5EF4-FFF2-40B4-BE49-F238E27FC236}">
                <a16:creationId xmlns:a16="http://schemas.microsoft.com/office/drawing/2014/main" id="{8FCBFF01-D9BF-482E-8960-D8F22807B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43875" y="381000"/>
            <a:ext cx="1079676" cy="2095500"/>
          </a:xfrm>
          <a:prstGeom prst="rect">
            <a:avLst/>
          </a:prstGeom>
        </p:spPr>
      </p:pic>
      <p:sp>
        <p:nvSpPr>
          <p:cNvPr id="3" name="Study story caption">
            <a:extLst>
              <a:ext uri="{FF2B5EF4-FFF2-40B4-BE49-F238E27FC236}">
                <a16:creationId xmlns:a16="http://schemas.microsoft.com/office/drawing/2014/main" id="{7BD27511-253C-417E-AA6C-78957819A2CE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Sasha.</a:t>
            </a:r>
          </a:p>
        </p:txBody>
      </p:sp>
    </p:spTree>
    <p:extLst>
      <p:ext uri="{BB962C8B-B14F-4D97-AF65-F5344CB8AC3E}">
        <p14:creationId xmlns:p14="http://schemas.microsoft.com/office/powerpoint/2010/main" val="99934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 shaped hallway" descr="L shaped hallway">
            <a:extLst>
              <a:ext uri="{FF2B5EF4-FFF2-40B4-BE49-F238E27FC236}">
                <a16:creationId xmlns:a16="http://schemas.microsoft.com/office/drawing/2014/main" id="{A05AC392-4EB9-408F-97AB-DBB1C61BFD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Sasha character" descr="Sasha character">
            <a:extLst>
              <a:ext uri="{FF2B5EF4-FFF2-40B4-BE49-F238E27FC236}">
                <a16:creationId xmlns:a16="http://schemas.microsoft.com/office/drawing/2014/main" id="{D9301030-E2D7-424E-97E5-1F4DF156F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43875" y="381000"/>
            <a:ext cx="1016952" cy="2095500"/>
          </a:xfrm>
          <a:prstGeom prst="rect">
            <a:avLst/>
          </a:prstGeom>
        </p:spPr>
      </p:pic>
      <p:sp>
        <p:nvSpPr>
          <p:cNvPr id="6" name="Study story caption">
            <a:extLst>
              <a:ext uri="{FF2B5EF4-FFF2-40B4-BE49-F238E27FC236}">
                <a16:creationId xmlns:a16="http://schemas.microsoft.com/office/drawing/2014/main" id="{1CF99DC5-882F-4C8D-B60F-B9B2FB215C25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Sasha has 2 cookies.</a:t>
            </a:r>
          </a:p>
        </p:txBody>
      </p:sp>
      <p:pic>
        <p:nvPicPr>
          <p:cNvPr id="8" name="Sasha plate" descr="Sasha plate">
            <a:extLst>
              <a:ext uri="{FF2B5EF4-FFF2-40B4-BE49-F238E27FC236}">
                <a16:creationId xmlns:a16="http://schemas.microsoft.com/office/drawing/2014/main" id="{E7529E79-5653-6F4A-2542-63C621BAA9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057038" y="1361327"/>
            <a:ext cx="1190625" cy="344396"/>
          </a:xfrm>
          <a:prstGeom prst="rect">
            <a:avLst/>
          </a:prstGeom>
        </p:spPr>
      </p:pic>
      <p:pic>
        <p:nvPicPr>
          <p:cNvPr id="9" name="Sasha cookie 1" descr="Sasha cookie 1">
            <a:extLst>
              <a:ext uri="{FF2B5EF4-FFF2-40B4-BE49-F238E27FC236}">
                <a16:creationId xmlns:a16="http://schemas.microsoft.com/office/drawing/2014/main" id="{998D32AA-459E-A464-927C-F985F24E5B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211820" y="1419874"/>
            <a:ext cx="381000" cy="188148"/>
          </a:xfrm>
          <a:prstGeom prst="rect">
            <a:avLst/>
          </a:prstGeom>
        </p:spPr>
      </p:pic>
      <p:pic>
        <p:nvPicPr>
          <p:cNvPr id="10" name="Sasha cookie 2" descr="Sasha cookie 2">
            <a:extLst>
              <a:ext uri="{FF2B5EF4-FFF2-40B4-BE49-F238E27FC236}">
                <a16:creationId xmlns:a16="http://schemas.microsoft.com/office/drawing/2014/main" id="{EAB90629-63B6-D379-0868-6A476F0BBA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711882" y="1419874"/>
            <a:ext cx="381000" cy="18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266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 shaped confined space" descr="L shaped confined space">
            <a:extLst>
              <a:ext uri="{FF2B5EF4-FFF2-40B4-BE49-F238E27FC236}">
                <a16:creationId xmlns:a16="http://schemas.microsoft.com/office/drawing/2014/main" id="{0F9555F7-2C31-4BC2-B355-0452E4F39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asha character" descr="Sasha character">
            <a:extLst>
              <a:ext uri="{FF2B5EF4-FFF2-40B4-BE49-F238E27FC236}">
                <a16:creationId xmlns:a16="http://schemas.microsoft.com/office/drawing/2014/main" id="{DA234043-499E-4CAB-A518-1CDD8CA10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43875" y="381000"/>
            <a:ext cx="1016952" cy="2095500"/>
          </a:xfrm>
          <a:prstGeom prst="rect">
            <a:avLst/>
          </a:prstGeom>
        </p:spPr>
      </p:pic>
      <p:pic>
        <p:nvPicPr>
          <p:cNvPr id="4" name="Sasha plate" descr="Sasha plate">
            <a:extLst>
              <a:ext uri="{FF2B5EF4-FFF2-40B4-BE49-F238E27FC236}">
                <a16:creationId xmlns:a16="http://schemas.microsoft.com/office/drawing/2014/main" id="{BD281D29-983C-4E5E-8D37-ECD0299DE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057038" y="1361327"/>
            <a:ext cx="1190625" cy="344396"/>
          </a:xfrm>
          <a:prstGeom prst="rect">
            <a:avLst/>
          </a:prstGeom>
        </p:spPr>
      </p:pic>
      <p:pic>
        <p:nvPicPr>
          <p:cNvPr id="5" name="Sasha cookie 1" descr="Sasha cookie 1">
            <a:extLst>
              <a:ext uri="{FF2B5EF4-FFF2-40B4-BE49-F238E27FC236}">
                <a16:creationId xmlns:a16="http://schemas.microsoft.com/office/drawing/2014/main" id="{DE123821-6A16-4FC8-A5A7-42C9287376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211820" y="1419874"/>
            <a:ext cx="381000" cy="188148"/>
          </a:xfrm>
          <a:prstGeom prst="rect">
            <a:avLst/>
          </a:prstGeom>
        </p:spPr>
      </p:pic>
      <p:pic>
        <p:nvPicPr>
          <p:cNvPr id="6" name="Sasha cookie 2" descr="Sasha cookie 2">
            <a:extLst>
              <a:ext uri="{FF2B5EF4-FFF2-40B4-BE49-F238E27FC236}">
                <a16:creationId xmlns:a16="http://schemas.microsoft.com/office/drawing/2014/main" id="{535E984F-0A77-48DE-BFBD-0C351372F0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711882" y="1419874"/>
            <a:ext cx="381000" cy="188148"/>
          </a:xfrm>
          <a:prstGeom prst="rect">
            <a:avLst/>
          </a:prstGeom>
        </p:spPr>
      </p:pic>
      <p:sp>
        <p:nvSpPr>
          <p:cNvPr id="7" name="Study story caption">
            <a:extLst>
              <a:ext uri="{FF2B5EF4-FFF2-40B4-BE49-F238E27FC236}">
                <a16:creationId xmlns:a16="http://schemas.microsoft.com/office/drawing/2014/main" id="{5ABEE19D-CE47-42A2-912E-5CDC69584ECC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and Sasha are talking about school.</a:t>
            </a:r>
            <a:endParaRPr sz="300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" name="Milo character" descr="Milo character">
            <a:extLst>
              <a:ext uri="{FF2B5EF4-FFF2-40B4-BE49-F238E27FC236}">
                <a16:creationId xmlns:a16="http://schemas.microsoft.com/office/drawing/2014/main" id="{4F73FD49-1E65-59BB-7D85-7C7DF421DD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715000" y="190500"/>
            <a:ext cx="1113661" cy="2238375"/>
          </a:xfrm>
          <a:prstGeom prst="rect">
            <a:avLst/>
          </a:prstGeom>
        </p:spPr>
      </p:pic>
      <p:pic>
        <p:nvPicPr>
          <p:cNvPr id="10" name="Milo plate" descr="Milo plate">
            <a:extLst>
              <a:ext uri="{FF2B5EF4-FFF2-40B4-BE49-F238E27FC236}">
                <a16:creationId xmlns:a16="http://schemas.microsoft.com/office/drawing/2014/main" id="{714B13B1-8F56-A9A1-FF27-EF2EA9C93B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712236" y="1282124"/>
            <a:ext cx="1119187" cy="323732"/>
          </a:xfrm>
          <a:prstGeom prst="rect">
            <a:avLst/>
          </a:prstGeom>
        </p:spPr>
      </p:pic>
      <p:pic>
        <p:nvPicPr>
          <p:cNvPr id="11" name="Milo cookie 3" descr="Milo cookie 3">
            <a:extLst>
              <a:ext uri="{FF2B5EF4-FFF2-40B4-BE49-F238E27FC236}">
                <a16:creationId xmlns:a16="http://schemas.microsoft.com/office/drawing/2014/main" id="{4B08B2A9-4E0E-6C26-5511-83E8234C52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312122" y="1343633"/>
            <a:ext cx="277749" cy="137160"/>
          </a:xfrm>
          <a:prstGeom prst="rect">
            <a:avLst/>
          </a:prstGeom>
        </p:spPr>
      </p:pic>
      <p:pic>
        <p:nvPicPr>
          <p:cNvPr id="12" name="Milo cookie 3" descr="Milo cookie 3">
            <a:extLst>
              <a:ext uri="{FF2B5EF4-FFF2-40B4-BE49-F238E27FC236}">
                <a16:creationId xmlns:a16="http://schemas.microsoft.com/office/drawing/2014/main" id="{E40C6128-82C9-3B18-5546-E480746017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464522" y="1313153"/>
            <a:ext cx="277749" cy="137160"/>
          </a:xfrm>
          <a:prstGeom prst="rect">
            <a:avLst/>
          </a:prstGeom>
        </p:spPr>
      </p:pic>
      <p:pic>
        <p:nvPicPr>
          <p:cNvPr id="13" name="Milo cookie 3" descr="Milo cookie 3">
            <a:extLst>
              <a:ext uri="{FF2B5EF4-FFF2-40B4-BE49-F238E27FC236}">
                <a16:creationId xmlns:a16="http://schemas.microsoft.com/office/drawing/2014/main" id="{1F9E78E5-1EE3-36D7-D8A6-9C6B52B96A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148292" y="1374113"/>
            <a:ext cx="277749" cy="137160"/>
          </a:xfrm>
          <a:prstGeom prst="rect">
            <a:avLst/>
          </a:prstGeom>
        </p:spPr>
      </p:pic>
      <p:pic>
        <p:nvPicPr>
          <p:cNvPr id="14" name="Milo cookie 3" descr="Milo cookie 3">
            <a:extLst>
              <a:ext uri="{FF2B5EF4-FFF2-40B4-BE49-F238E27FC236}">
                <a16:creationId xmlns:a16="http://schemas.microsoft.com/office/drawing/2014/main" id="{5AE9EBAD-E6FE-4E99-1633-7040507D1F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26372" y="1377923"/>
            <a:ext cx="277749" cy="137160"/>
          </a:xfrm>
          <a:prstGeom prst="rect">
            <a:avLst/>
          </a:prstGeom>
        </p:spPr>
      </p:pic>
      <p:pic>
        <p:nvPicPr>
          <p:cNvPr id="15" name="Milo cookie 3" descr="Milo cookie 3">
            <a:extLst>
              <a:ext uri="{FF2B5EF4-FFF2-40B4-BE49-F238E27FC236}">
                <a16:creationId xmlns:a16="http://schemas.microsoft.com/office/drawing/2014/main" id="{B39DBE44-B4E5-4A8E-7AE3-9115B2F93D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870162" y="1370303"/>
            <a:ext cx="277749" cy="137160"/>
          </a:xfrm>
          <a:prstGeom prst="rect">
            <a:avLst/>
          </a:prstGeom>
        </p:spPr>
      </p:pic>
      <p:pic>
        <p:nvPicPr>
          <p:cNvPr id="16" name="Milo cookie 3" descr="Milo cookie 3">
            <a:extLst>
              <a:ext uri="{FF2B5EF4-FFF2-40B4-BE49-F238E27FC236}">
                <a16:creationId xmlns:a16="http://schemas.microsoft.com/office/drawing/2014/main" id="{94D9A472-BA40-EE3B-733C-17DAD3CBCB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22562" y="1282673"/>
            <a:ext cx="277749" cy="137160"/>
          </a:xfrm>
          <a:prstGeom prst="rect">
            <a:avLst/>
          </a:prstGeom>
        </p:spPr>
      </p:pic>
      <p:pic>
        <p:nvPicPr>
          <p:cNvPr id="17" name="Milo cookie 3" descr="Milo cookie 3">
            <a:extLst>
              <a:ext uri="{FF2B5EF4-FFF2-40B4-BE49-F238E27FC236}">
                <a16:creationId xmlns:a16="http://schemas.microsoft.com/office/drawing/2014/main" id="{29E11A73-8063-09E9-FF96-0D450A08FE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220682" y="1286483"/>
            <a:ext cx="277749" cy="1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395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 shaped confined space" descr="L shaped confined space">
            <a:extLst>
              <a:ext uri="{FF2B5EF4-FFF2-40B4-BE49-F238E27FC236}">
                <a16:creationId xmlns:a16="http://schemas.microsoft.com/office/drawing/2014/main" id="{8F6D9408-2CBA-4D8B-86C5-2E00A9B30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asha character" descr="Sasha character">
            <a:extLst>
              <a:ext uri="{FF2B5EF4-FFF2-40B4-BE49-F238E27FC236}">
                <a16:creationId xmlns:a16="http://schemas.microsoft.com/office/drawing/2014/main" id="{5BE9FF87-F0EE-4236-8924-FDDE41E2F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43875" y="381000"/>
            <a:ext cx="1016952" cy="2095500"/>
          </a:xfrm>
          <a:prstGeom prst="rect">
            <a:avLst/>
          </a:prstGeom>
        </p:spPr>
      </p:pic>
      <p:pic>
        <p:nvPicPr>
          <p:cNvPr id="5" name="Sasha plate" descr="Sasha plate">
            <a:extLst>
              <a:ext uri="{FF2B5EF4-FFF2-40B4-BE49-F238E27FC236}">
                <a16:creationId xmlns:a16="http://schemas.microsoft.com/office/drawing/2014/main" id="{1A844C55-2A7D-449D-B402-127055B2B9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057038" y="1361327"/>
            <a:ext cx="1190625" cy="344396"/>
          </a:xfrm>
          <a:prstGeom prst="rect">
            <a:avLst/>
          </a:prstGeom>
        </p:spPr>
      </p:pic>
      <p:pic>
        <p:nvPicPr>
          <p:cNvPr id="6" name="Sasha cookie 1" descr="Sasha cookie 1">
            <a:extLst>
              <a:ext uri="{FF2B5EF4-FFF2-40B4-BE49-F238E27FC236}">
                <a16:creationId xmlns:a16="http://schemas.microsoft.com/office/drawing/2014/main" id="{ACD01AF9-0F47-433F-82DB-02ADDD35B2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211820" y="1419874"/>
            <a:ext cx="381000" cy="188148"/>
          </a:xfrm>
          <a:prstGeom prst="rect">
            <a:avLst/>
          </a:prstGeom>
        </p:spPr>
      </p:pic>
      <p:pic>
        <p:nvPicPr>
          <p:cNvPr id="7" name="Sasha cookie 2" descr="Sasha cookie 2">
            <a:extLst>
              <a:ext uri="{FF2B5EF4-FFF2-40B4-BE49-F238E27FC236}">
                <a16:creationId xmlns:a16="http://schemas.microsoft.com/office/drawing/2014/main" id="{D98B25FA-3E9F-43C5-8A93-F2853A1A73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711882" y="1419874"/>
            <a:ext cx="381000" cy="188148"/>
          </a:xfrm>
          <a:prstGeom prst="rect">
            <a:avLst/>
          </a:prstGeom>
        </p:spPr>
      </p:pic>
      <p:sp>
        <p:nvSpPr>
          <p:cNvPr id="8" name="Study story caption">
            <a:extLst>
              <a:ext uri="{FF2B5EF4-FFF2-40B4-BE49-F238E27FC236}">
                <a16:creationId xmlns:a16="http://schemas.microsoft.com/office/drawing/2014/main" id="{BCF45126-9755-4C37-954A-6C7FC3233FB4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Suddenly, a</a:t>
            </a:r>
            <a:r>
              <a:rPr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heavy floor cleaner rolls toward Milo!</a:t>
            </a:r>
          </a:p>
        </p:txBody>
      </p:sp>
      <p:pic>
        <p:nvPicPr>
          <p:cNvPr id="18" name="Approaching heavy floor cleaner" descr="Approaching heavy floor cleaner">
            <a:extLst>
              <a:ext uri="{FF2B5EF4-FFF2-40B4-BE49-F238E27FC236}">
                <a16:creationId xmlns:a16="http://schemas.microsoft.com/office/drawing/2014/main" id="{87E5BBEF-0855-2DA5-692A-306D60C3D96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182291" y="3238500"/>
            <a:ext cx="2821578" cy="24688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464A056-8A62-D4EF-2271-BC455D1965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9610" y="190500"/>
            <a:ext cx="1113214" cy="2286000"/>
          </a:xfrm>
          <a:prstGeom prst="rect">
            <a:avLst/>
          </a:prstGeom>
        </p:spPr>
      </p:pic>
      <p:pic>
        <p:nvPicPr>
          <p:cNvPr id="19" name="Milo plate" descr="Milo plate">
            <a:extLst>
              <a:ext uri="{FF2B5EF4-FFF2-40B4-BE49-F238E27FC236}">
                <a16:creationId xmlns:a16="http://schemas.microsoft.com/office/drawing/2014/main" id="{2462E0D6-42D8-7C7F-4D65-79EBEE88C9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712236" y="1282124"/>
            <a:ext cx="1119187" cy="323732"/>
          </a:xfrm>
          <a:prstGeom prst="rect">
            <a:avLst/>
          </a:prstGeom>
        </p:spPr>
      </p:pic>
      <p:pic>
        <p:nvPicPr>
          <p:cNvPr id="20" name="Milo cookie 3" descr="Milo cookie 3">
            <a:extLst>
              <a:ext uri="{FF2B5EF4-FFF2-40B4-BE49-F238E27FC236}">
                <a16:creationId xmlns:a16="http://schemas.microsoft.com/office/drawing/2014/main" id="{9F10D068-F8C9-78BC-1280-3BCBDF636D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312122" y="1343633"/>
            <a:ext cx="277749" cy="137160"/>
          </a:xfrm>
          <a:prstGeom prst="rect">
            <a:avLst/>
          </a:prstGeom>
        </p:spPr>
      </p:pic>
      <p:pic>
        <p:nvPicPr>
          <p:cNvPr id="21" name="Milo cookie 3" descr="Milo cookie 3">
            <a:extLst>
              <a:ext uri="{FF2B5EF4-FFF2-40B4-BE49-F238E27FC236}">
                <a16:creationId xmlns:a16="http://schemas.microsoft.com/office/drawing/2014/main" id="{1089D2B5-48B8-0B5A-16D8-E7516A8F9C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464522" y="1313153"/>
            <a:ext cx="277749" cy="137160"/>
          </a:xfrm>
          <a:prstGeom prst="rect">
            <a:avLst/>
          </a:prstGeom>
        </p:spPr>
      </p:pic>
      <p:pic>
        <p:nvPicPr>
          <p:cNvPr id="22" name="Milo cookie 3" descr="Milo cookie 3">
            <a:extLst>
              <a:ext uri="{FF2B5EF4-FFF2-40B4-BE49-F238E27FC236}">
                <a16:creationId xmlns:a16="http://schemas.microsoft.com/office/drawing/2014/main" id="{705C5EFD-0E19-E25D-88C6-62ACEE807D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148292" y="1374113"/>
            <a:ext cx="277749" cy="137160"/>
          </a:xfrm>
          <a:prstGeom prst="rect">
            <a:avLst/>
          </a:prstGeom>
        </p:spPr>
      </p:pic>
      <p:pic>
        <p:nvPicPr>
          <p:cNvPr id="23" name="Milo cookie 3" descr="Milo cookie 3">
            <a:extLst>
              <a:ext uri="{FF2B5EF4-FFF2-40B4-BE49-F238E27FC236}">
                <a16:creationId xmlns:a16="http://schemas.microsoft.com/office/drawing/2014/main" id="{4CA9759A-1EE3-69A8-36D8-D22B316D85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26372" y="1377923"/>
            <a:ext cx="277749" cy="137160"/>
          </a:xfrm>
          <a:prstGeom prst="rect">
            <a:avLst/>
          </a:prstGeom>
        </p:spPr>
      </p:pic>
      <p:pic>
        <p:nvPicPr>
          <p:cNvPr id="24" name="Milo cookie 3" descr="Milo cookie 3">
            <a:extLst>
              <a:ext uri="{FF2B5EF4-FFF2-40B4-BE49-F238E27FC236}">
                <a16:creationId xmlns:a16="http://schemas.microsoft.com/office/drawing/2014/main" id="{496B3440-8788-8A26-243A-B2DA578110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870162" y="1370303"/>
            <a:ext cx="277749" cy="137160"/>
          </a:xfrm>
          <a:prstGeom prst="rect">
            <a:avLst/>
          </a:prstGeom>
        </p:spPr>
      </p:pic>
      <p:pic>
        <p:nvPicPr>
          <p:cNvPr id="25" name="Milo cookie 3" descr="Milo cookie 3">
            <a:extLst>
              <a:ext uri="{FF2B5EF4-FFF2-40B4-BE49-F238E27FC236}">
                <a16:creationId xmlns:a16="http://schemas.microsoft.com/office/drawing/2014/main" id="{B109B693-7D7D-11DA-8FC1-DEB8D7248D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22562" y="1282673"/>
            <a:ext cx="277749" cy="137160"/>
          </a:xfrm>
          <a:prstGeom prst="rect">
            <a:avLst/>
          </a:prstGeom>
        </p:spPr>
      </p:pic>
      <p:pic>
        <p:nvPicPr>
          <p:cNvPr id="26" name="Milo cookie 3" descr="Milo cookie 3">
            <a:extLst>
              <a:ext uri="{FF2B5EF4-FFF2-40B4-BE49-F238E27FC236}">
                <a16:creationId xmlns:a16="http://schemas.microsoft.com/office/drawing/2014/main" id="{2C7D04AA-DED5-B472-8CD3-EAACF1912D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220682" y="1286483"/>
            <a:ext cx="277749" cy="1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872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F1E9F-EF9A-65C9-1689-7DFD3B502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 shaped confined space" descr="L shaped confined space">
            <a:extLst>
              <a:ext uri="{FF2B5EF4-FFF2-40B4-BE49-F238E27FC236}">
                <a16:creationId xmlns:a16="http://schemas.microsoft.com/office/drawing/2014/main" id="{C233F5D0-8C6C-86D0-73F4-5B340BC4D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asha character" descr="Sasha character">
            <a:extLst>
              <a:ext uri="{FF2B5EF4-FFF2-40B4-BE49-F238E27FC236}">
                <a16:creationId xmlns:a16="http://schemas.microsoft.com/office/drawing/2014/main" id="{8436A1DD-5B39-C927-90AD-DFA00553D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43875" y="381000"/>
            <a:ext cx="1016952" cy="2095500"/>
          </a:xfrm>
          <a:prstGeom prst="rect">
            <a:avLst/>
          </a:prstGeom>
        </p:spPr>
      </p:pic>
      <p:pic>
        <p:nvPicPr>
          <p:cNvPr id="5" name="Sasha plate" descr="Sasha plate">
            <a:extLst>
              <a:ext uri="{FF2B5EF4-FFF2-40B4-BE49-F238E27FC236}">
                <a16:creationId xmlns:a16="http://schemas.microsoft.com/office/drawing/2014/main" id="{2C126D9D-3872-212C-64B1-0859DA9CDF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057038" y="1361327"/>
            <a:ext cx="1190625" cy="344396"/>
          </a:xfrm>
          <a:prstGeom prst="rect">
            <a:avLst/>
          </a:prstGeom>
        </p:spPr>
      </p:pic>
      <p:pic>
        <p:nvPicPr>
          <p:cNvPr id="6" name="Sasha cookie 1" descr="Sasha cookie 1">
            <a:extLst>
              <a:ext uri="{FF2B5EF4-FFF2-40B4-BE49-F238E27FC236}">
                <a16:creationId xmlns:a16="http://schemas.microsoft.com/office/drawing/2014/main" id="{17307AB0-8B86-FC0A-F5A1-EEB43811B1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211820" y="1419874"/>
            <a:ext cx="381000" cy="188148"/>
          </a:xfrm>
          <a:prstGeom prst="rect">
            <a:avLst/>
          </a:prstGeom>
        </p:spPr>
      </p:pic>
      <p:pic>
        <p:nvPicPr>
          <p:cNvPr id="7" name="Sasha cookie 2" descr="Sasha cookie 2">
            <a:extLst>
              <a:ext uri="{FF2B5EF4-FFF2-40B4-BE49-F238E27FC236}">
                <a16:creationId xmlns:a16="http://schemas.microsoft.com/office/drawing/2014/main" id="{EA0C87A8-850D-B55A-9AF1-88E331C701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711882" y="1419874"/>
            <a:ext cx="381000" cy="188148"/>
          </a:xfrm>
          <a:prstGeom prst="rect">
            <a:avLst/>
          </a:prstGeom>
        </p:spPr>
      </p:pic>
      <p:sp>
        <p:nvSpPr>
          <p:cNvPr id="8" name="Study story caption">
            <a:extLst>
              <a:ext uri="{FF2B5EF4-FFF2-40B4-BE49-F238E27FC236}">
                <a16:creationId xmlns:a16="http://schemas.microsoft.com/office/drawing/2014/main" id="{EBD85FA0-B755-8A2A-A06E-AC92CBEE715B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There is nowhere to run except into Sasha</a:t>
            </a:r>
            <a:r>
              <a:rPr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pic>
        <p:nvPicPr>
          <p:cNvPr id="18" name="Approaching heavy floor cleaner" descr="Approaching heavy floor cleaner">
            <a:extLst>
              <a:ext uri="{FF2B5EF4-FFF2-40B4-BE49-F238E27FC236}">
                <a16:creationId xmlns:a16="http://schemas.microsoft.com/office/drawing/2014/main" id="{1E731322-C88D-BDDE-60A1-E91F4660B7D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182291" y="2712720"/>
            <a:ext cx="2821578" cy="24688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F85E33B-505F-2A2B-0ACD-F9C949A685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9610" y="190500"/>
            <a:ext cx="1113214" cy="2286000"/>
          </a:xfrm>
          <a:prstGeom prst="rect">
            <a:avLst/>
          </a:prstGeom>
        </p:spPr>
      </p:pic>
      <p:pic>
        <p:nvPicPr>
          <p:cNvPr id="19" name="Milo plate" descr="Milo plate">
            <a:extLst>
              <a:ext uri="{FF2B5EF4-FFF2-40B4-BE49-F238E27FC236}">
                <a16:creationId xmlns:a16="http://schemas.microsoft.com/office/drawing/2014/main" id="{0933BBEC-E9D6-00A9-9874-6A2F7B05F7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712236" y="1282124"/>
            <a:ext cx="1119187" cy="323732"/>
          </a:xfrm>
          <a:prstGeom prst="rect">
            <a:avLst/>
          </a:prstGeom>
        </p:spPr>
      </p:pic>
      <p:pic>
        <p:nvPicPr>
          <p:cNvPr id="20" name="Milo cookie 3" descr="Milo cookie 3">
            <a:extLst>
              <a:ext uri="{FF2B5EF4-FFF2-40B4-BE49-F238E27FC236}">
                <a16:creationId xmlns:a16="http://schemas.microsoft.com/office/drawing/2014/main" id="{BDF58AAD-A19F-FA88-B19C-A8BAF26EEE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312122" y="1343633"/>
            <a:ext cx="277749" cy="137160"/>
          </a:xfrm>
          <a:prstGeom prst="rect">
            <a:avLst/>
          </a:prstGeom>
        </p:spPr>
      </p:pic>
      <p:pic>
        <p:nvPicPr>
          <p:cNvPr id="21" name="Milo cookie 3" descr="Milo cookie 3">
            <a:extLst>
              <a:ext uri="{FF2B5EF4-FFF2-40B4-BE49-F238E27FC236}">
                <a16:creationId xmlns:a16="http://schemas.microsoft.com/office/drawing/2014/main" id="{344B989F-6AF2-1310-0DFF-03C2FE86AF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464522" y="1313153"/>
            <a:ext cx="277749" cy="137160"/>
          </a:xfrm>
          <a:prstGeom prst="rect">
            <a:avLst/>
          </a:prstGeom>
        </p:spPr>
      </p:pic>
      <p:pic>
        <p:nvPicPr>
          <p:cNvPr id="22" name="Milo cookie 3" descr="Milo cookie 3">
            <a:extLst>
              <a:ext uri="{FF2B5EF4-FFF2-40B4-BE49-F238E27FC236}">
                <a16:creationId xmlns:a16="http://schemas.microsoft.com/office/drawing/2014/main" id="{15A14BFD-2687-FF8E-E7FB-82809C4617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148292" y="1374113"/>
            <a:ext cx="277749" cy="137160"/>
          </a:xfrm>
          <a:prstGeom prst="rect">
            <a:avLst/>
          </a:prstGeom>
        </p:spPr>
      </p:pic>
      <p:pic>
        <p:nvPicPr>
          <p:cNvPr id="23" name="Milo cookie 3" descr="Milo cookie 3">
            <a:extLst>
              <a:ext uri="{FF2B5EF4-FFF2-40B4-BE49-F238E27FC236}">
                <a16:creationId xmlns:a16="http://schemas.microsoft.com/office/drawing/2014/main" id="{64B1521B-9C8C-5A46-B431-A495AFD977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26372" y="1377923"/>
            <a:ext cx="277749" cy="137160"/>
          </a:xfrm>
          <a:prstGeom prst="rect">
            <a:avLst/>
          </a:prstGeom>
        </p:spPr>
      </p:pic>
      <p:pic>
        <p:nvPicPr>
          <p:cNvPr id="24" name="Milo cookie 3" descr="Milo cookie 3">
            <a:extLst>
              <a:ext uri="{FF2B5EF4-FFF2-40B4-BE49-F238E27FC236}">
                <a16:creationId xmlns:a16="http://schemas.microsoft.com/office/drawing/2014/main" id="{85AC07F5-E895-6F2B-6DCB-FDB8D768AC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870162" y="1370303"/>
            <a:ext cx="277749" cy="137160"/>
          </a:xfrm>
          <a:prstGeom prst="rect">
            <a:avLst/>
          </a:prstGeom>
        </p:spPr>
      </p:pic>
      <p:pic>
        <p:nvPicPr>
          <p:cNvPr id="25" name="Milo cookie 3" descr="Milo cookie 3">
            <a:extLst>
              <a:ext uri="{FF2B5EF4-FFF2-40B4-BE49-F238E27FC236}">
                <a16:creationId xmlns:a16="http://schemas.microsoft.com/office/drawing/2014/main" id="{09E302E5-ACD9-ECEC-A5BD-17A3622B1C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22562" y="1282673"/>
            <a:ext cx="277749" cy="137160"/>
          </a:xfrm>
          <a:prstGeom prst="rect">
            <a:avLst/>
          </a:prstGeom>
        </p:spPr>
      </p:pic>
      <p:pic>
        <p:nvPicPr>
          <p:cNvPr id="26" name="Milo cookie 3" descr="Milo cookie 3">
            <a:extLst>
              <a:ext uri="{FF2B5EF4-FFF2-40B4-BE49-F238E27FC236}">
                <a16:creationId xmlns:a16="http://schemas.microsoft.com/office/drawing/2014/main" id="{EA0DEF9E-D45A-F5DC-221B-C8F306FD23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220682" y="1286483"/>
            <a:ext cx="277749" cy="1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59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 shaped confined space" descr="L shaped confined space">
            <a:extLst>
              <a:ext uri="{FF2B5EF4-FFF2-40B4-BE49-F238E27FC236}">
                <a16:creationId xmlns:a16="http://schemas.microsoft.com/office/drawing/2014/main" id="{83D492B7-D857-4766-952C-E3C7BB8FB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ilo intentionally colliding character" descr="Milo intentionally colliding character">
            <a:extLst>
              <a:ext uri="{FF2B5EF4-FFF2-40B4-BE49-F238E27FC236}">
                <a16:creationId xmlns:a16="http://schemas.microsoft.com/office/drawing/2014/main" id="{F77F0557-4D8C-4DCF-82F3-D34DFE33D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77125" y="238125"/>
            <a:ext cx="1313798" cy="2238375"/>
          </a:xfrm>
          <a:prstGeom prst="rect">
            <a:avLst/>
          </a:prstGeom>
        </p:spPr>
      </p:pic>
      <p:pic>
        <p:nvPicPr>
          <p:cNvPr id="4" name="Sasha bumped character" descr="Sasha bumped character">
            <a:extLst>
              <a:ext uri="{FF2B5EF4-FFF2-40B4-BE49-F238E27FC236}">
                <a16:creationId xmlns:a16="http://schemas.microsoft.com/office/drawing/2014/main" id="{9CAF6699-5398-4A84-9F1A-694C4126C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334375" y="381000"/>
            <a:ext cx="1133759" cy="2095500"/>
          </a:xfrm>
          <a:prstGeom prst="rect">
            <a:avLst/>
          </a:prstGeom>
        </p:spPr>
      </p:pic>
      <p:pic>
        <p:nvPicPr>
          <p:cNvPr id="5" name="Sasha plate" descr="Sasha plate">
            <a:extLst>
              <a:ext uri="{FF2B5EF4-FFF2-40B4-BE49-F238E27FC236}">
                <a16:creationId xmlns:a16="http://schemas.microsoft.com/office/drawing/2014/main" id="{1CF83C3F-C336-4934-9824-A19321F1DA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 rot="900000">
            <a:off x="9334500" y="1596815"/>
            <a:ext cx="1143000" cy="330620"/>
          </a:xfrm>
          <a:prstGeom prst="rect">
            <a:avLst/>
          </a:prstGeom>
        </p:spPr>
      </p:pic>
      <p:pic>
        <p:nvPicPr>
          <p:cNvPr id="6" name="Sasha falling cookie 1" descr="Sasha falling cookie 1">
            <a:extLst>
              <a:ext uri="{FF2B5EF4-FFF2-40B4-BE49-F238E27FC236}">
                <a16:creationId xmlns:a16="http://schemas.microsoft.com/office/drawing/2014/main" id="{E370844E-47C5-42C3-BD41-C6C2E189F0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 rot="-900000">
            <a:off x="9715500" y="1952625"/>
            <a:ext cx="361950" cy="178741"/>
          </a:xfrm>
          <a:prstGeom prst="rect">
            <a:avLst/>
          </a:prstGeom>
        </p:spPr>
      </p:pic>
      <p:pic>
        <p:nvPicPr>
          <p:cNvPr id="7" name="Sasha falling cookie 2" descr="Sasha falling cookie 2">
            <a:extLst>
              <a:ext uri="{FF2B5EF4-FFF2-40B4-BE49-F238E27FC236}">
                <a16:creationId xmlns:a16="http://schemas.microsoft.com/office/drawing/2014/main" id="{53C17C1F-8BBA-428B-BC7B-AE23606FEB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 rot="1200000">
            <a:off x="10191750" y="2095500"/>
            <a:ext cx="361950" cy="178741"/>
          </a:xfrm>
          <a:prstGeom prst="rect">
            <a:avLst/>
          </a:prstGeom>
        </p:spPr>
      </p:pic>
      <p:sp>
        <p:nvSpPr>
          <p:cNvPr id="8" name="Study story caption">
            <a:extLst>
              <a:ext uri="{FF2B5EF4-FFF2-40B4-BE49-F238E27FC236}">
                <a16:creationId xmlns:a16="http://schemas.microsoft.com/office/drawing/2014/main" id="{FDC86E57-98EB-4139-89BA-862F5131C89F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Milo runs into Sasha!</a:t>
            </a:r>
            <a:endParaRPr sz="300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" name="Milo plate" descr="Milo plate">
            <a:extLst>
              <a:ext uri="{FF2B5EF4-FFF2-40B4-BE49-F238E27FC236}">
                <a16:creationId xmlns:a16="http://schemas.microsoft.com/office/drawing/2014/main" id="{0CA1F717-2C22-959F-38F9-A4D90E4488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69536" y="1282124"/>
            <a:ext cx="1119187" cy="323732"/>
          </a:xfrm>
          <a:prstGeom prst="rect">
            <a:avLst/>
          </a:prstGeom>
        </p:spPr>
      </p:pic>
      <p:pic>
        <p:nvPicPr>
          <p:cNvPr id="11" name="Milo cookie 3" descr="Milo cookie 3">
            <a:extLst>
              <a:ext uri="{FF2B5EF4-FFF2-40B4-BE49-F238E27FC236}">
                <a16:creationId xmlns:a16="http://schemas.microsoft.com/office/drawing/2014/main" id="{995A59E9-4035-A151-6E15-0BF2B90398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569422" y="1343633"/>
            <a:ext cx="277749" cy="137160"/>
          </a:xfrm>
          <a:prstGeom prst="rect">
            <a:avLst/>
          </a:prstGeom>
        </p:spPr>
      </p:pic>
      <p:pic>
        <p:nvPicPr>
          <p:cNvPr id="12" name="Milo cookie 3" descr="Milo cookie 3">
            <a:extLst>
              <a:ext uri="{FF2B5EF4-FFF2-40B4-BE49-F238E27FC236}">
                <a16:creationId xmlns:a16="http://schemas.microsoft.com/office/drawing/2014/main" id="{062F2FDD-272E-9745-638F-1E0E3FC97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721822" y="1313153"/>
            <a:ext cx="277749" cy="137160"/>
          </a:xfrm>
          <a:prstGeom prst="rect">
            <a:avLst/>
          </a:prstGeom>
        </p:spPr>
      </p:pic>
      <p:pic>
        <p:nvPicPr>
          <p:cNvPr id="13" name="Milo cookie 3" descr="Milo cookie 3">
            <a:extLst>
              <a:ext uri="{FF2B5EF4-FFF2-40B4-BE49-F238E27FC236}">
                <a16:creationId xmlns:a16="http://schemas.microsoft.com/office/drawing/2014/main" id="{23971D36-DCCA-5370-28DA-24BF85315D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405592" y="1374113"/>
            <a:ext cx="277749" cy="137160"/>
          </a:xfrm>
          <a:prstGeom prst="rect">
            <a:avLst/>
          </a:prstGeom>
        </p:spPr>
      </p:pic>
      <p:pic>
        <p:nvPicPr>
          <p:cNvPr id="14" name="Milo cookie 3" descr="Milo cookie 3">
            <a:extLst>
              <a:ext uri="{FF2B5EF4-FFF2-40B4-BE49-F238E27FC236}">
                <a16:creationId xmlns:a16="http://schemas.microsoft.com/office/drawing/2014/main" id="{F7483FFA-6323-AC80-7509-91B38A5C14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283672" y="1377923"/>
            <a:ext cx="277749" cy="137160"/>
          </a:xfrm>
          <a:prstGeom prst="rect">
            <a:avLst/>
          </a:prstGeom>
        </p:spPr>
      </p:pic>
      <p:pic>
        <p:nvPicPr>
          <p:cNvPr id="15" name="Milo cookie 3" descr="Milo cookie 3">
            <a:extLst>
              <a:ext uri="{FF2B5EF4-FFF2-40B4-BE49-F238E27FC236}">
                <a16:creationId xmlns:a16="http://schemas.microsoft.com/office/drawing/2014/main" id="{F00DFF91-3721-E4CC-0F57-A72CB2EEC4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127462" y="1370303"/>
            <a:ext cx="277749" cy="137160"/>
          </a:xfrm>
          <a:prstGeom prst="rect">
            <a:avLst/>
          </a:prstGeom>
        </p:spPr>
      </p:pic>
      <p:pic>
        <p:nvPicPr>
          <p:cNvPr id="16" name="Milo cookie 3" descr="Milo cookie 3">
            <a:extLst>
              <a:ext uri="{FF2B5EF4-FFF2-40B4-BE49-F238E27FC236}">
                <a16:creationId xmlns:a16="http://schemas.microsoft.com/office/drawing/2014/main" id="{E5D133F7-0A8E-F0A4-A88B-7028FFB255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279862" y="1282673"/>
            <a:ext cx="277749" cy="137160"/>
          </a:xfrm>
          <a:prstGeom prst="rect">
            <a:avLst/>
          </a:prstGeom>
        </p:spPr>
      </p:pic>
      <p:pic>
        <p:nvPicPr>
          <p:cNvPr id="17" name="Milo cookie 3" descr="Milo cookie 3">
            <a:extLst>
              <a:ext uri="{FF2B5EF4-FFF2-40B4-BE49-F238E27FC236}">
                <a16:creationId xmlns:a16="http://schemas.microsoft.com/office/drawing/2014/main" id="{7F54952D-F833-1AC2-9FAF-CB96177BAB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477982" y="1286483"/>
            <a:ext cx="277749" cy="137160"/>
          </a:xfrm>
          <a:prstGeom prst="rect">
            <a:avLst/>
          </a:prstGeom>
        </p:spPr>
      </p:pic>
      <p:pic>
        <p:nvPicPr>
          <p:cNvPr id="19" name="Approaching heavy floor cleaner" descr="Approaching heavy floor cleaner">
            <a:extLst>
              <a:ext uri="{FF2B5EF4-FFF2-40B4-BE49-F238E27FC236}">
                <a16:creationId xmlns:a16="http://schemas.microsoft.com/office/drawing/2014/main" id="{263B1665-F5C9-5E0E-FF0C-52DBE920ACE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182291" y="1352550"/>
            <a:ext cx="2821578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974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 shaped confined space" descr="L shaped confined space">
            <a:extLst>
              <a:ext uri="{FF2B5EF4-FFF2-40B4-BE49-F238E27FC236}">
                <a16:creationId xmlns:a16="http://schemas.microsoft.com/office/drawing/2014/main" id="{2262412E-EF64-427D-8040-E52018183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asha safe character" descr="Sasha safe character">
            <a:extLst>
              <a:ext uri="{FF2B5EF4-FFF2-40B4-BE49-F238E27FC236}">
                <a16:creationId xmlns:a16="http://schemas.microsoft.com/office/drawing/2014/main" id="{5CB8CA6A-FF2D-4E52-9EE4-9BCD92F14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381000"/>
            <a:ext cx="1133759" cy="2095500"/>
          </a:xfrm>
          <a:prstGeom prst="rect">
            <a:avLst/>
          </a:prstGeom>
        </p:spPr>
      </p:pic>
      <p:pic>
        <p:nvPicPr>
          <p:cNvPr id="5" name="Sasha plate" descr="Sasha plate">
            <a:extLst>
              <a:ext uri="{FF2B5EF4-FFF2-40B4-BE49-F238E27FC236}">
                <a16:creationId xmlns:a16="http://schemas.microsoft.com/office/drawing/2014/main" id="{A919D91E-0A96-4125-8261-AC0A84AEEA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 rot="480000">
            <a:off x="10024369" y="1496936"/>
            <a:ext cx="1000125" cy="289292"/>
          </a:xfrm>
          <a:prstGeom prst="rect">
            <a:avLst/>
          </a:prstGeom>
        </p:spPr>
      </p:pic>
      <p:pic>
        <p:nvPicPr>
          <p:cNvPr id="6" name="Sasha broken cookie 1" descr="Sasha broken cookie 1">
            <a:extLst>
              <a:ext uri="{FF2B5EF4-FFF2-40B4-BE49-F238E27FC236}">
                <a16:creationId xmlns:a16="http://schemas.microsoft.com/office/drawing/2014/main" id="{560F6EF1-7C9E-49B8-8615-8B7FAE73AC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378440" y="2442210"/>
            <a:ext cx="381000" cy="271146"/>
          </a:xfrm>
          <a:prstGeom prst="rect">
            <a:avLst/>
          </a:prstGeom>
        </p:spPr>
      </p:pic>
      <p:pic>
        <p:nvPicPr>
          <p:cNvPr id="7" name="Sasha broken cookie 2" descr="Sasha broken cookie 2">
            <a:extLst>
              <a:ext uri="{FF2B5EF4-FFF2-40B4-BE49-F238E27FC236}">
                <a16:creationId xmlns:a16="http://schemas.microsoft.com/office/drawing/2014/main" id="{8A6A4729-8E45-4C2E-8CDA-FEE78089C4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798493" y="2436177"/>
            <a:ext cx="381000" cy="271146"/>
          </a:xfrm>
          <a:prstGeom prst="rect">
            <a:avLst/>
          </a:prstGeom>
        </p:spPr>
      </p:pic>
      <p:sp>
        <p:nvSpPr>
          <p:cNvPr id="8" name="Study story caption">
            <a:extLst>
              <a:ext uri="{FF2B5EF4-FFF2-40B4-BE49-F238E27FC236}">
                <a16:creationId xmlns:a16="http://schemas.microsoft.com/office/drawing/2014/main" id="{573E5DB4-0967-4706-9607-45F9D6B0175F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90000"/>
              </a:lnSpc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2 of Sasha’s cookies fall!</a:t>
            </a:r>
          </a:p>
        </p:txBody>
      </p:sp>
      <p:pic>
        <p:nvPicPr>
          <p:cNvPr id="10" name="Milo intentionally colliding character" descr="Milo intentionally colliding character">
            <a:extLst>
              <a:ext uri="{FF2B5EF4-FFF2-40B4-BE49-F238E27FC236}">
                <a16:creationId xmlns:a16="http://schemas.microsoft.com/office/drawing/2014/main" id="{4FAEBABE-DFFF-2F06-7D77-AB8617866D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888605" y="238125"/>
            <a:ext cx="1313798" cy="2238375"/>
          </a:xfrm>
          <a:prstGeom prst="rect">
            <a:avLst/>
          </a:prstGeom>
        </p:spPr>
      </p:pic>
      <p:pic>
        <p:nvPicPr>
          <p:cNvPr id="11" name="Milo plate" descr="Milo plate">
            <a:extLst>
              <a:ext uri="{FF2B5EF4-FFF2-40B4-BE49-F238E27FC236}">
                <a16:creationId xmlns:a16="http://schemas.microsoft.com/office/drawing/2014/main" id="{E8C2AE5A-784E-084A-3997-1173AC488C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381016" y="1282124"/>
            <a:ext cx="1119187" cy="323732"/>
          </a:xfrm>
          <a:prstGeom prst="rect">
            <a:avLst/>
          </a:prstGeom>
        </p:spPr>
      </p:pic>
      <p:pic>
        <p:nvPicPr>
          <p:cNvPr id="12" name="Milo cookie 3" descr="Milo cookie 3">
            <a:extLst>
              <a:ext uri="{FF2B5EF4-FFF2-40B4-BE49-F238E27FC236}">
                <a16:creationId xmlns:a16="http://schemas.microsoft.com/office/drawing/2014/main" id="{AE577779-05C4-3E20-3ABF-9E83FEAD7A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980902" y="1343633"/>
            <a:ext cx="277749" cy="137160"/>
          </a:xfrm>
          <a:prstGeom prst="rect">
            <a:avLst/>
          </a:prstGeom>
        </p:spPr>
      </p:pic>
      <p:pic>
        <p:nvPicPr>
          <p:cNvPr id="13" name="Milo cookie 3" descr="Milo cookie 3">
            <a:extLst>
              <a:ext uri="{FF2B5EF4-FFF2-40B4-BE49-F238E27FC236}">
                <a16:creationId xmlns:a16="http://schemas.microsoft.com/office/drawing/2014/main" id="{BFD3E57B-4576-572A-64D0-57711D86D1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133302" y="1313153"/>
            <a:ext cx="277749" cy="137160"/>
          </a:xfrm>
          <a:prstGeom prst="rect">
            <a:avLst/>
          </a:prstGeom>
        </p:spPr>
      </p:pic>
      <p:pic>
        <p:nvPicPr>
          <p:cNvPr id="14" name="Milo cookie 3" descr="Milo cookie 3">
            <a:extLst>
              <a:ext uri="{FF2B5EF4-FFF2-40B4-BE49-F238E27FC236}">
                <a16:creationId xmlns:a16="http://schemas.microsoft.com/office/drawing/2014/main" id="{CD27D48A-EE96-22A7-6C29-868560B5FE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817072" y="1374113"/>
            <a:ext cx="277749" cy="137160"/>
          </a:xfrm>
          <a:prstGeom prst="rect">
            <a:avLst/>
          </a:prstGeom>
        </p:spPr>
      </p:pic>
      <p:pic>
        <p:nvPicPr>
          <p:cNvPr id="15" name="Milo cookie 3" descr="Milo cookie 3">
            <a:extLst>
              <a:ext uri="{FF2B5EF4-FFF2-40B4-BE49-F238E27FC236}">
                <a16:creationId xmlns:a16="http://schemas.microsoft.com/office/drawing/2014/main" id="{9EDE7C40-D660-31FD-9180-5F95E12B21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695152" y="1377923"/>
            <a:ext cx="277749" cy="137160"/>
          </a:xfrm>
          <a:prstGeom prst="rect">
            <a:avLst/>
          </a:prstGeom>
        </p:spPr>
      </p:pic>
      <p:pic>
        <p:nvPicPr>
          <p:cNvPr id="16" name="Milo cookie 3" descr="Milo cookie 3">
            <a:extLst>
              <a:ext uri="{FF2B5EF4-FFF2-40B4-BE49-F238E27FC236}">
                <a16:creationId xmlns:a16="http://schemas.microsoft.com/office/drawing/2014/main" id="{A1C82098-C808-050B-8AEC-F3CB0B7463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538942" y="1370303"/>
            <a:ext cx="277749" cy="137160"/>
          </a:xfrm>
          <a:prstGeom prst="rect">
            <a:avLst/>
          </a:prstGeom>
        </p:spPr>
      </p:pic>
      <p:pic>
        <p:nvPicPr>
          <p:cNvPr id="17" name="Milo cookie 3" descr="Milo cookie 3">
            <a:extLst>
              <a:ext uri="{FF2B5EF4-FFF2-40B4-BE49-F238E27FC236}">
                <a16:creationId xmlns:a16="http://schemas.microsoft.com/office/drawing/2014/main" id="{381C3173-052D-ADCF-BB35-8091216665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691342" y="1282673"/>
            <a:ext cx="277749" cy="137160"/>
          </a:xfrm>
          <a:prstGeom prst="rect">
            <a:avLst/>
          </a:prstGeom>
        </p:spPr>
      </p:pic>
      <p:pic>
        <p:nvPicPr>
          <p:cNvPr id="18" name="Milo cookie 3" descr="Milo cookie 3">
            <a:extLst>
              <a:ext uri="{FF2B5EF4-FFF2-40B4-BE49-F238E27FC236}">
                <a16:creationId xmlns:a16="http://schemas.microsoft.com/office/drawing/2014/main" id="{4E759B9C-59BA-56D2-3D6F-14EEA17EC4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889462" y="1286483"/>
            <a:ext cx="277749" cy="137160"/>
          </a:xfrm>
          <a:prstGeom prst="rect">
            <a:avLst/>
          </a:prstGeom>
        </p:spPr>
      </p:pic>
      <p:pic>
        <p:nvPicPr>
          <p:cNvPr id="20" name="Approaching heavy floor cleaner" descr="Approaching heavy floor cleaner">
            <a:extLst>
              <a:ext uri="{FF2B5EF4-FFF2-40B4-BE49-F238E27FC236}">
                <a16:creationId xmlns:a16="http://schemas.microsoft.com/office/drawing/2014/main" id="{74509623-AE3B-5488-4D5F-1F8AE3670CD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182291" y="518160"/>
            <a:ext cx="2821578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609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L shaped hallway" descr="L shaped hallway">
            <a:extLst>
              <a:ext uri="{FF2B5EF4-FFF2-40B4-BE49-F238E27FC236}">
                <a16:creationId xmlns:a16="http://schemas.microsoft.com/office/drawing/2014/main" id="{BF71378C-595D-4F47-8465-16ABC1386A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Sasha character" descr="Sasha character">
            <a:extLst>
              <a:ext uri="{FF2B5EF4-FFF2-40B4-BE49-F238E27FC236}">
                <a16:creationId xmlns:a16="http://schemas.microsoft.com/office/drawing/2014/main" id="{6BA2FC36-B998-43EC-B3A3-15071E4177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26955" y="381000"/>
            <a:ext cx="1016952" cy="2095500"/>
          </a:xfrm>
          <a:prstGeom prst="rect">
            <a:avLst/>
          </a:prstGeom>
        </p:spPr>
      </p:pic>
      <p:pic>
        <p:nvPicPr>
          <p:cNvPr id="13" name="Sasha plate" descr="Sasha plate">
            <a:extLst>
              <a:ext uri="{FF2B5EF4-FFF2-40B4-BE49-F238E27FC236}">
                <a16:creationId xmlns:a16="http://schemas.microsoft.com/office/drawing/2014/main" id="{671D0B2C-556D-4753-91D9-0EDCF74FCB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986395" y="1403639"/>
            <a:ext cx="898071" cy="259773"/>
          </a:xfrm>
          <a:prstGeom prst="rect">
            <a:avLst/>
          </a:prstGeom>
        </p:spPr>
      </p:pic>
      <p:sp>
        <p:nvSpPr>
          <p:cNvPr id="14" name="Study story caption">
            <a:extLst>
              <a:ext uri="{FF2B5EF4-FFF2-40B4-BE49-F238E27FC236}">
                <a16:creationId xmlns:a16="http://schemas.microsoft.com/office/drawing/2014/main" id="{72F57F8E-EBD8-4403-9376-61BD50B53B14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still has 8 cookies. Sasha now has 0 cookies.</a:t>
            </a:r>
          </a:p>
        </p:txBody>
      </p:sp>
      <p:pic>
        <p:nvPicPr>
          <p:cNvPr id="17" name="Milo character" descr="Milo character">
            <a:extLst>
              <a:ext uri="{FF2B5EF4-FFF2-40B4-BE49-F238E27FC236}">
                <a16:creationId xmlns:a16="http://schemas.microsoft.com/office/drawing/2014/main" id="{40F2FB1F-25BF-60E5-D4AE-894F7B512A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332470" y="190500"/>
            <a:ext cx="1113661" cy="2238375"/>
          </a:xfrm>
          <a:prstGeom prst="rect">
            <a:avLst/>
          </a:prstGeom>
        </p:spPr>
      </p:pic>
      <p:pic>
        <p:nvPicPr>
          <p:cNvPr id="18" name="Milo plate" descr="Milo plate">
            <a:extLst>
              <a:ext uri="{FF2B5EF4-FFF2-40B4-BE49-F238E27FC236}">
                <a16:creationId xmlns:a16="http://schemas.microsoft.com/office/drawing/2014/main" id="{6A4E1056-A911-411D-5B2F-A92A758A5F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329706" y="1282124"/>
            <a:ext cx="1119187" cy="323732"/>
          </a:xfrm>
          <a:prstGeom prst="rect">
            <a:avLst/>
          </a:prstGeom>
        </p:spPr>
      </p:pic>
      <p:pic>
        <p:nvPicPr>
          <p:cNvPr id="19" name="Milo cookie 3" descr="Milo cookie 3">
            <a:extLst>
              <a:ext uri="{FF2B5EF4-FFF2-40B4-BE49-F238E27FC236}">
                <a16:creationId xmlns:a16="http://schemas.microsoft.com/office/drawing/2014/main" id="{49B67E9B-998B-C3C0-2B32-A1ACE310CD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929592" y="1343633"/>
            <a:ext cx="277749" cy="137160"/>
          </a:xfrm>
          <a:prstGeom prst="rect">
            <a:avLst/>
          </a:prstGeom>
        </p:spPr>
      </p:pic>
      <p:pic>
        <p:nvPicPr>
          <p:cNvPr id="20" name="Milo cookie 3" descr="Milo cookie 3">
            <a:extLst>
              <a:ext uri="{FF2B5EF4-FFF2-40B4-BE49-F238E27FC236}">
                <a16:creationId xmlns:a16="http://schemas.microsoft.com/office/drawing/2014/main" id="{ED24DED0-4767-F6B2-D8BB-F3981A0F07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081992" y="1313153"/>
            <a:ext cx="277749" cy="137160"/>
          </a:xfrm>
          <a:prstGeom prst="rect">
            <a:avLst/>
          </a:prstGeom>
        </p:spPr>
      </p:pic>
      <p:pic>
        <p:nvPicPr>
          <p:cNvPr id="21" name="Milo cookie 3" descr="Milo cookie 3">
            <a:extLst>
              <a:ext uri="{FF2B5EF4-FFF2-40B4-BE49-F238E27FC236}">
                <a16:creationId xmlns:a16="http://schemas.microsoft.com/office/drawing/2014/main" id="{86E0ABEB-47C8-3124-AB2F-2BEE197955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765762" y="1374113"/>
            <a:ext cx="277749" cy="137160"/>
          </a:xfrm>
          <a:prstGeom prst="rect">
            <a:avLst/>
          </a:prstGeom>
        </p:spPr>
      </p:pic>
      <p:pic>
        <p:nvPicPr>
          <p:cNvPr id="22" name="Milo cookie 3" descr="Milo cookie 3">
            <a:extLst>
              <a:ext uri="{FF2B5EF4-FFF2-40B4-BE49-F238E27FC236}">
                <a16:creationId xmlns:a16="http://schemas.microsoft.com/office/drawing/2014/main" id="{54E88F10-5AE3-C7DC-468E-0B6AF07CB4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643842" y="1377923"/>
            <a:ext cx="277749" cy="137160"/>
          </a:xfrm>
          <a:prstGeom prst="rect">
            <a:avLst/>
          </a:prstGeom>
        </p:spPr>
      </p:pic>
      <p:pic>
        <p:nvPicPr>
          <p:cNvPr id="23" name="Milo cookie 3" descr="Milo cookie 3">
            <a:extLst>
              <a:ext uri="{FF2B5EF4-FFF2-40B4-BE49-F238E27FC236}">
                <a16:creationId xmlns:a16="http://schemas.microsoft.com/office/drawing/2014/main" id="{4EE09382-6EA1-1E94-08A9-891355806F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487632" y="1370303"/>
            <a:ext cx="277749" cy="137160"/>
          </a:xfrm>
          <a:prstGeom prst="rect">
            <a:avLst/>
          </a:prstGeom>
        </p:spPr>
      </p:pic>
      <p:pic>
        <p:nvPicPr>
          <p:cNvPr id="24" name="Milo cookie 3" descr="Milo cookie 3">
            <a:extLst>
              <a:ext uri="{FF2B5EF4-FFF2-40B4-BE49-F238E27FC236}">
                <a16:creationId xmlns:a16="http://schemas.microsoft.com/office/drawing/2014/main" id="{7C2145F1-DA4B-0C20-32F1-5E7BAA0A3A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640032" y="1282673"/>
            <a:ext cx="277749" cy="137160"/>
          </a:xfrm>
          <a:prstGeom prst="rect">
            <a:avLst/>
          </a:prstGeom>
        </p:spPr>
      </p:pic>
      <p:pic>
        <p:nvPicPr>
          <p:cNvPr id="25" name="Milo cookie 3" descr="Milo cookie 3">
            <a:extLst>
              <a:ext uri="{FF2B5EF4-FFF2-40B4-BE49-F238E27FC236}">
                <a16:creationId xmlns:a16="http://schemas.microsoft.com/office/drawing/2014/main" id="{530741E7-8E05-6547-D1C1-FA3FFEB1E1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838152" y="1286483"/>
            <a:ext cx="277749" cy="137160"/>
          </a:xfrm>
          <a:prstGeom prst="rect">
            <a:avLst/>
          </a:prstGeom>
        </p:spPr>
      </p:pic>
      <p:pic>
        <p:nvPicPr>
          <p:cNvPr id="26" name="Sasha broken cookie 1" descr="Sasha broken cookie 1">
            <a:extLst>
              <a:ext uri="{FF2B5EF4-FFF2-40B4-BE49-F238E27FC236}">
                <a16:creationId xmlns:a16="http://schemas.microsoft.com/office/drawing/2014/main" id="{9A6316E9-0613-CEFE-74F9-7AC1E1EBC2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0378440" y="2442210"/>
            <a:ext cx="381000" cy="271146"/>
          </a:xfrm>
          <a:prstGeom prst="rect">
            <a:avLst/>
          </a:prstGeom>
        </p:spPr>
      </p:pic>
      <p:pic>
        <p:nvPicPr>
          <p:cNvPr id="27" name="Sasha broken cookie 2" descr="Sasha broken cookie 2">
            <a:extLst>
              <a:ext uri="{FF2B5EF4-FFF2-40B4-BE49-F238E27FC236}">
                <a16:creationId xmlns:a16="http://schemas.microsoft.com/office/drawing/2014/main" id="{3E4413D1-598A-1E9F-2050-65667C88B1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0798493" y="2436177"/>
            <a:ext cx="381000" cy="271146"/>
          </a:xfrm>
          <a:prstGeom prst="rect">
            <a:avLst/>
          </a:prstGeom>
        </p:spPr>
      </p:pic>
      <p:pic>
        <p:nvPicPr>
          <p:cNvPr id="28" name="Approaching heavy floor cleaner" descr="Approaching heavy floor cleaner">
            <a:extLst>
              <a:ext uri="{FF2B5EF4-FFF2-40B4-BE49-F238E27FC236}">
                <a16:creationId xmlns:a16="http://schemas.microsoft.com/office/drawing/2014/main" id="{4C07745D-DD90-18E3-B504-27E0A6DB29F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182291" y="518160"/>
            <a:ext cx="2821578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3775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71</Words>
  <Application>Microsoft Macintosh PowerPoint</Application>
  <DocSecurity>0</DocSecurity>
  <PresentationFormat>Widescreen</PresentationFormat>
  <Paragraphs>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David Rose</cp:lastModifiedBy>
  <cp:revision>4</cp:revision>
  <dcterms:created xsi:type="dcterms:W3CDTF">2026-10-25T14:48:41Z</dcterms:created>
  <dcterms:modified xsi:type="dcterms:W3CDTF">2026-10-26T17:31:14Z</dcterms:modified>
</cp:coreProperties>
</file>