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80" r:id="rId8"/>
    <p:sldId id="277" r:id="rId9"/>
    <p:sldId id="278" r:id="rId10"/>
    <p:sldId id="279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AF6D943D-5D8A-89C6-1E32-92012D99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lo character" descr="Milo character">
            <a:extLst>
              <a:ext uri="{FF2B5EF4-FFF2-40B4-BE49-F238E27FC236}">
                <a16:creationId xmlns:a16="http://schemas.microsoft.com/office/drawing/2014/main" id="{1C083CBE-7755-E909-553A-C8B8AC6A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0" y="190500"/>
            <a:ext cx="1310483" cy="2238375"/>
          </a:xfrm>
          <a:prstGeom prst="rect">
            <a:avLst/>
          </a:prstGeom>
        </p:spPr>
      </p:pic>
      <p:sp>
        <p:nvSpPr>
          <p:cNvPr id="4" name="Study story caption">
            <a:extLst>
              <a:ext uri="{FF2B5EF4-FFF2-40B4-BE49-F238E27FC236}">
                <a16:creationId xmlns:a16="http://schemas.microsoft.com/office/drawing/2014/main" id="{A59C7494-92C3-3038-B55F-CC2ABCAE2E5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410336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DF5A9-4C3B-563C-F15F-C6D14016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81E9CCC1-F9FD-5B5D-40E0-7DCADEDD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lo character" descr="Milo character">
            <a:extLst>
              <a:ext uri="{FF2B5EF4-FFF2-40B4-BE49-F238E27FC236}">
                <a16:creationId xmlns:a16="http://schemas.microsoft.com/office/drawing/2014/main" id="{0549642A-DC78-4052-C6D9-C83EFA57A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0" y="190500"/>
            <a:ext cx="1113661" cy="2238375"/>
          </a:xfrm>
          <a:prstGeom prst="rect">
            <a:avLst/>
          </a:prstGeom>
        </p:spPr>
      </p:pic>
      <p:pic>
        <p:nvPicPr>
          <p:cNvPr id="4" name="Milo plate" descr="Milo plate">
            <a:extLst>
              <a:ext uri="{FF2B5EF4-FFF2-40B4-BE49-F238E27FC236}">
                <a16:creationId xmlns:a16="http://schemas.microsoft.com/office/drawing/2014/main" id="{03692818-8128-39CA-716E-C51A9413C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CDAF06F2-2A0C-CD9F-E02D-488D3552A3F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  <p:pic>
        <p:nvPicPr>
          <p:cNvPr id="6" name="Milo cookie 3" descr="Milo cookie 3">
            <a:extLst>
              <a:ext uri="{FF2B5EF4-FFF2-40B4-BE49-F238E27FC236}">
                <a16:creationId xmlns:a16="http://schemas.microsoft.com/office/drawing/2014/main" id="{10127187-989D-5579-5F67-9FD5BF0F2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7" name="Milo cookie 3" descr="Milo cookie 3">
            <a:extLst>
              <a:ext uri="{FF2B5EF4-FFF2-40B4-BE49-F238E27FC236}">
                <a16:creationId xmlns:a16="http://schemas.microsoft.com/office/drawing/2014/main" id="{2FB9EE35-A570-D87E-FC97-B62F7F8AC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8" name="Milo cookie 3" descr="Milo cookie 3">
            <a:extLst>
              <a:ext uri="{FF2B5EF4-FFF2-40B4-BE49-F238E27FC236}">
                <a16:creationId xmlns:a16="http://schemas.microsoft.com/office/drawing/2014/main" id="{938B3828-0923-0125-856B-F4BF2B8C1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9" name="Milo cookie 3" descr="Milo cookie 3">
            <a:extLst>
              <a:ext uri="{FF2B5EF4-FFF2-40B4-BE49-F238E27FC236}">
                <a16:creationId xmlns:a16="http://schemas.microsoft.com/office/drawing/2014/main" id="{5362B1A4-0451-1AD3-F1FD-3E52B52F8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E95857F4-A07A-3F3A-49E2-2F474A2E0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16F4DDC9-47D0-3508-2268-6602B861B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3CC0BA55-991E-DE93-6C35-2D2BA049E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3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DF59-5A7F-AFFA-C345-F1C0F194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AD2F4E4B-6E79-A0B2-CE3F-26EEDF0D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asha character" descr="Sasha character">
            <a:extLst>
              <a:ext uri="{FF2B5EF4-FFF2-40B4-BE49-F238E27FC236}">
                <a16:creationId xmlns:a16="http://schemas.microsoft.com/office/drawing/2014/main" id="{E11AD073-CE0B-A845-D5F4-1FC6E56CD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381000"/>
            <a:ext cx="1079676" cy="2095500"/>
          </a:xfrm>
          <a:prstGeom prst="rect">
            <a:avLst/>
          </a:prstGeom>
        </p:spPr>
      </p:pic>
      <p:sp>
        <p:nvSpPr>
          <p:cNvPr id="4" name="Study story caption">
            <a:extLst>
              <a:ext uri="{FF2B5EF4-FFF2-40B4-BE49-F238E27FC236}">
                <a16:creationId xmlns:a16="http://schemas.microsoft.com/office/drawing/2014/main" id="{EC7C1704-8DDD-8AF3-8EC4-489A927B411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201617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FD98-B192-B238-3C66-5822BFEE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14A7D937-7221-CC68-E374-7A64292CC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Sasha character" descr="Sasha character">
            <a:extLst>
              <a:ext uri="{FF2B5EF4-FFF2-40B4-BE49-F238E27FC236}">
                <a16:creationId xmlns:a16="http://schemas.microsoft.com/office/drawing/2014/main" id="{345E316B-6E58-EB96-5ACF-D4B2581C3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sp>
        <p:nvSpPr>
          <p:cNvPr id="10" name="Study story caption">
            <a:extLst>
              <a:ext uri="{FF2B5EF4-FFF2-40B4-BE49-F238E27FC236}">
                <a16:creationId xmlns:a16="http://schemas.microsoft.com/office/drawing/2014/main" id="{A30887CB-D9A8-F847-4F79-F6E9BE16366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  <p:pic>
        <p:nvPicPr>
          <p:cNvPr id="11" name="Sasha plate" descr="Sasha plate">
            <a:extLst>
              <a:ext uri="{FF2B5EF4-FFF2-40B4-BE49-F238E27FC236}">
                <a16:creationId xmlns:a16="http://schemas.microsoft.com/office/drawing/2014/main" id="{6D3CE3C4-334A-D10A-DF6F-572D04A04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12" name="Sasha cookie 1" descr="Sasha cookie 1">
            <a:extLst>
              <a:ext uri="{FF2B5EF4-FFF2-40B4-BE49-F238E27FC236}">
                <a16:creationId xmlns:a16="http://schemas.microsoft.com/office/drawing/2014/main" id="{89FA528C-1A29-0237-6636-A4232507D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13" name="Sasha cookie 2" descr="Sasha cookie 2">
            <a:extLst>
              <a:ext uri="{FF2B5EF4-FFF2-40B4-BE49-F238E27FC236}">
                <a16:creationId xmlns:a16="http://schemas.microsoft.com/office/drawing/2014/main" id="{EE8521DF-F470-F411-A454-34712459D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4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6724-E09A-CC34-7B56-531A34E0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05D8BC0C-0823-C2FF-00FB-AA697C3E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asha character" descr="Sasha character">
            <a:extLst>
              <a:ext uri="{FF2B5EF4-FFF2-40B4-BE49-F238E27FC236}">
                <a16:creationId xmlns:a16="http://schemas.microsoft.com/office/drawing/2014/main" id="{21E1C074-C314-260E-E40C-72893C44B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4" name="Sasha plate" descr="Sasha plate">
            <a:extLst>
              <a:ext uri="{FF2B5EF4-FFF2-40B4-BE49-F238E27FC236}">
                <a16:creationId xmlns:a16="http://schemas.microsoft.com/office/drawing/2014/main" id="{DAC3A3A7-280E-BEC4-536C-BD6386BB8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5" name="Sasha cookie 1" descr="Sasha cookie 1">
            <a:extLst>
              <a:ext uri="{FF2B5EF4-FFF2-40B4-BE49-F238E27FC236}">
                <a16:creationId xmlns:a16="http://schemas.microsoft.com/office/drawing/2014/main" id="{CE5C6394-AB99-26EF-84B2-755535AEE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6" name="Sasha cookie 2" descr="Sasha cookie 2">
            <a:extLst>
              <a:ext uri="{FF2B5EF4-FFF2-40B4-BE49-F238E27FC236}">
                <a16:creationId xmlns:a16="http://schemas.microsoft.com/office/drawing/2014/main" id="{38DF5F7B-1391-8D65-6CE6-CFC45C84B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BAC889E9-35A9-5A78-8650-3E0F067CA5F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and Sasha are talking about school.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Milo character" descr="Milo character">
            <a:extLst>
              <a:ext uri="{FF2B5EF4-FFF2-40B4-BE49-F238E27FC236}">
                <a16:creationId xmlns:a16="http://schemas.microsoft.com/office/drawing/2014/main" id="{3D9F7D37-5D2A-ED6F-F8D4-9416B4096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15000" y="190500"/>
            <a:ext cx="1113661" cy="2238375"/>
          </a:xfrm>
          <a:prstGeom prst="rect">
            <a:avLst/>
          </a:prstGeom>
        </p:spPr>
      </p:pic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C1C0D8D0-36BC-27F9-6B47-9DD737502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72876CA1-8FC6-03F6-E649-AD7CDF1F0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1F9085BC-A259-DB15-E40E-AA29003F9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C4586A58-B11B-3114-FA2B-38F70E50A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A7D7F70D-6A13-54A0-CAA2-5D054C249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E011D4C3-B713-80BA-8ECB-DDD44A742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A55ABEBE-EF6D-E370-3A95-3ACF93B8F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9CA78338-DD2D-2991-B6C1-E77EBC7DD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28E3-E723-CB8D-10FA-587C3601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90AC6598-56BE-1274-378C-51386490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asha character" descr="Sasha character">
            <a:extLst>
              <a:ext uri="{FF2B5EF4-FFF2-40B4-BE49-F238E27FC236}">
                <a16:creationId xmlns:a16="http://schemas.microsoft.com/office/drawing/2014/main" id="{3C779FEA-AD3B-385A-1ED0-4FFFBCF7C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6" name="Sasha plate" descr="Sasha plate">
            <a:extLst>
              <a:ext uri="{FF2B5EF4-FFF2-40B4-BE49-F238E27FC236}">
                <a16:creationId xmlns:a16="http://schemas.microsoft.com/office/drawing/2014/main" id="{F065F1BE-EEFF-B94F-F24E-ACEE547CC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7" name="Sasha cookie 1" descr="Sasha cookie 1">
            <a:extLst>
              <a:ext uri="{FF2B5EF4-FFF2-40B4-BE49-F238E27FC236}">
                <a16:creationId xmlns:a16="http://schemas.microsoft.com/office/drawing/2014/main" id="{5806E23D-BA9B-4AE0-7B2E-8D53D60B9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8" name="Sasha cookie 2" descr="Sasha cookie 2">
            <a:extLst>
              <a:ext uri="{FF2B5EF4-FFF2-40B4-BE49-F238E27FC236}">
                <a16:creationId xmlns:a16="http://schemas.microsoft.com/office/drawing/2014/main" id="{418FF88D-04B5-BE3F-E514-09573B196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0452825D-F5E3-5C93-0291-626BED498AB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Suddenly, a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heavy floor cleaner rolls toward Milo!</a:t>
            </a:r>
          </a:p>
        </p:txBody>
      </p:sp>
      <p:pic>
        <p:nvPicPr>
          <p:cNvPr id="19" name="Approaching heavy floor cleaner" descr="Approaching heavy floor cleaner">
            <a:extLst>
              <a:ext uri="{FF2B5EF4-FFF2-40B4-BE49-F238E27FC236}">
                <a16:creationId xmlns:a16="http://schemas.microsoft.com/office/drawing/2014/main" id="{F969256D-33F7-97C0-53B2-586D712F19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5191" y="3261360"/>
            <a:ext cx="2821578" cy="246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9B5E89-CA25-D562-C823-203A50A66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610" y="190500"/>
            <a:ext cx="1113214" cy="2286000"/>
          </a:xfrm>
          <a:prstGeom prst="rect">
            <a:avLst/>
          </a:prstGeom>
        </p:spPr>
      </p:pic>
      <p:pic>
        <p:nvPicPr>
          <p:cNvPr id="18" name="Milo plate" descr="Milo plate">
            <a:extLst>
              <a:ext uri="{FF2B5EF4-FFF2-40B4-BE49-F238E27FC236}">
                <a16:creationId xmlns:a16="http://schemas.microsoft.com/office/drawing/2014/main" id="{01624053-CF45-59C5-F9A8-CC704DBF3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BF60EE82-AF8C-2F76-8750-D1BC9A5E2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B043410F-8AD0-B9F7-FA39-707C4547B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5466DA36-D829-CD40-600B-926217C75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192AA805-BBF4-90AC-C5A0-1DCA57B8E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1A5A14D7-E80D-C6C5-A093-A45EF840C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A44692C5-0B66-493A-F897-1D234CF69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76CEFC6F-051E-3D7A-23FF-C5691495F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6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9E3C-63F7-2EFA-906B-7A7DC232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3AC25DE5-64BF-2EA2-0D2C-FD032B5D4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asha character" descr="Sasha character">
            <a:extLst>
              <a:ext uri="{FF2B5EF4-FFF2-40B4-BE49-F238E27FC236}">
                <a16:creationId xmlns:a16="http://schemas.microsoft.com/office/drawing/2014/main" id="{42DFCF31-25DF-D990-017D-5F9B2BFBD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43875" y="381000"/>
            <a:ext cx="1016952" cy="2095500"/>
          </a:xfrm>
          <a:prstGeom prst="rect">
            <a:avLst/>
          </a:prstGeom>
        </p:spPr>
      </p:pic>
      <p:pic>
        <p:nvPicPr>
          <p:cNvPr id="6" name="Sasha plate" descr="Sasha plate">
            <a:extLst>
              <a:ext uri="{FF2B5EF4-FFF2-40B4-BE49-F238E27FC236}">
                <a16:creationId xmlns:a16="http://schemas.microsoft.com/office/drawing/2014/main" id="{3806BB0A-CE46-75E7-3356-FFBF8B9FC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57038" y="1361327"/>
            <a:ext cx="1190625" cy="344396"/>
          </a:xfrm>
          <a:prstGeom prst="rect">
            <a:avLst/>
          </a:prstGeom>
        </p:spPr>
      </p:pic>
      <p:pic>
        <p:nvPicPr>
          <p:cNvPr id="7" name="Sasha cookie 1" descr="Sasha cookie 1">
            <a:extLst>
              <a:ext uri="{FF2B5EF4-FFF2-40B4-BE49-F238E27FC236}">
                <a16:creationId xmlns:a16="http://schemas.microsoft.com/office/drawing/2014/main" id="{CBF2DB7B-01F3-13EB-C2C1-82CF834CC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1820" y="1419874"/>
            <a:ext cx="381000" cy="188148"/>
          </a:xfrm>
          <a:prstGeom prst="rect">
            <a:avLst/>
          </a:prstGeom>
        </p:spPr>
      </p:pic>
      <p:pic>
        <p:nvPicPr>
          <p:cNvPr id="8" name="Sasha cookie 2" descr="Sasha cookie 2">
            <a:extLst>
              <a:ext uri="{FF2B5EF4-FFF2-40B4-BE49-F238E27FC236}">
                <a16:creationId xmlns:a16="http://schemas.microsoft.com/office/drawing/2014/main" id="{344E03C5-C5D8-681A-3992-015CCB972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11882" y="1419874"/>
            <a:ext cx="381000" cy="1881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589B15D9-CD19-B109-437D-8B82F0F333D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Milo has to run one way or the other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3" name="Approaching heavy floor cleaner" descr="Approaching heavy floor cleaner">
            <a:extLst>
              <a:ext uri="{FF2B5EF4-FFF2-40B4-BE49-F238E27FC236}">
                <a16:creationId xmlns:a16="http://schemas.microsoft.com/office/drawing/2014/main" id="{8ED35E19-B693-3A22-C85D-98B6E9A381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82291" y="2712720"/>
            <a:ext cx="2821578" cy="24688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39774-41E0-8F20-7119-F4A69DE2C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610" y="190500"/>
            <a:ext cx="1113214" cy="2286000"/>
          </a:xfrm>
          <a:prstGeom prst="rect">
            <a:avLst/>
          </a:prstGeom>
        </p:spPr>
      </p:pic>
      <p:pic>
        <p:nvPicPr>
          <p:cNvPr id="20" name="Milo plate" descr="Milo plate">
            <a:extLst>
              <a:ext uri="{FF2B5EF4-FFF2-40B4-BE49-F238E27FC236}">
                <a16:creationId xmlns:a16="http://schemas.microsoft.com/office/drawing/2014/main" id="{22764566-23A1-E94C-D7F2-190F6CEC5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2236" y="1282124"/>
            <a:ext cx="1119187" cy="323732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E8429FAF-C4CB-7933-9A29-6702B6E3D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12122" y="134363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84A436A8-3C76-7234-FCE4-4745B6347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64522" y="131315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4B62FE94-440F-B06C-CC44-7E93A8D83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48292" y="137411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5515C2FA-5547-8AE7-0A6F-9DDAFECDA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6372" y="137792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000946A6-876A-8E06-1562-F9A341714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70162" y="137030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78213498-07BC-E27B-92B2-32E60A077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22562" y="1282673"/>
            <a:ext cx="277749" cy="137160"/>
          </a:xfrm>
          <a:prstGeom prst="rect">
            <a:avLst/>
          </a:prstGeom>
        </p:spPr>
      </p:pic>
      <p:pic>
        <p:nvPicPr>
          <p:cNvPr id="27" name="Milo cookie 3" descr="Milo cookie 3">
            <a:extLst>
              <a:ext uri="{FF2B5EF4-FFF2-40B4-BE49-F238E27FC236}">
                <a16:creationId xmlns:a16="http://schemas.microsoft.com/office/drawing/2014/main" id="{2D5937B7-DF5C-2F20-F042-E83BA67AB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068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D4D09-AE8E-0FEF-CCA1-70205B55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0412B74A-069A-05D4-6F32-D249A0E4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lo intentionally colliding character" descr="Milo intentionally colliding character">
            <a:extLst>
              <a:ext uri="{FF2B5EF4-FFF2-40B4-BE49-F238E27FC236}">
                <a16:creationId xmlns:a16="http://schemas.microsoft.com/office/drawing/2014/main" id="{CA2C215F-61C9-97C5-63F0-30406ECE0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77125" y="238125"/>
            <a:ext cx="1313798" cy="2238375"/>
          </a:xfrm>
          <a:prstGeom prst="rect">
            <a:avLst/>
          </a:prstGeom>
        </p:spPr>
      </p:pic>
      <p:pic>
        <p:nvPicPr>
          <p:cNvPr id="4" name="Sasha bumped character" descr="Sasha bumped character">
            <a:extLst>
              <a:ext uri="{FF2B5EF4-FFF2-40B4-BE49-F238E27FC236}">
                <a16:creationId xmlns:a16="http://schemas.microsoft.com/office/drawing/2014/main" id="{91ABF029-0F1A-F32F-DFCF-521E94031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34375" y="381000"/>
            <a:ext cx="1133759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81D78B2E-8847-8F7A-CFB0-BE739FAC8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900000">
            <a:off x="9334500" y="1596815"/>
            <a:ext cx="1143000" cy="330620"/>
          </a:xfrm>
          <a:prstGeom prst="rect">
            <a:avLst/>
          </a:prstGeom>
        </p:spPr>
      </p:pic>
      <p:pic>
        <p:nvPicPr>
          <p:cNvPr id="6" name="Sasha falling cookie 1" descr="Sasha falling cookie 1">
            <a:extLst>
              <a:ext uri="{FF2B5EF4-FFF2-40B4-BE49-F238E27FC236}">
                <a16:creationId xmlns:a16="http://schemas.microsoft.com/office/drawing/2014/main" id="{6383F5DA-60EC-FC84-64DC-8E0226912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rot="-900000">
            <a:off x="9715500" y="1952625"/>
            <a:ext cx="361950" cy="178741"/>
          </a:xfrm>
          <a:prstGeom prst="rect">
            <a:avLst/>
          </a:prstGeom>
        </p:spPr>
      </p:pic>
      <p:pic>
        <p:nvPicPr>
          <p:cNvPr id="7" name="Sasha falling cookie 2" descr="Sasha falling cookie 2">
            <a:extLst>
              <a:ext uri="{FF2B5EF4-FFF2-40B4-BE49-F238E27FC236}">
                <a16:creationId xmlns:a16="http://schemas.microsoft.com/office/drawing/2014/main" id="{EF399A4D-A452-2BBA-DC5A-D717C6339C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rot="1200000">
            <a:off x="10191750" y="2095500"/>
            <a:ext cx="361950" cy="178741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1A87B366-794D-3A12-950D-EB8E039E44D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Milo runs into Sasha!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9E2BA839-211F-B709-AA0B-08324047D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969536" y="128212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112E3362-84F2-AC16-BE60-E8F0857F6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569422" y="134363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98CC50AE-CFAE-3F69-E7AD-3E5F3B9944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721822" y="131315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31731D2B-A1D9-0BFF-35E9-35DBC179D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05592" y="137411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DCC6D26B-7C9E-E3A9-CF2C-79FFAB01C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83672" y="137792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12E2EE76-D9B8-14C8-9CA6-D4ACA0032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27462" y="137030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8E129753-2692-BC4B-248B-DEA6F1168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79862" y="128267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C92C9F60-EB28-479D-84DE-BAC882E477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77982" y="1286483"/>
            <a:ext cx="277749" cy="137160"/>
          </a:xfrm>
          <a:prstGeom prst="rect">
            <a:avLst/>
          </a:prstGeom>
        </p:spPr>
      </p:pic>
      <p:pic>
        <p:nvPicPr>
          <p:cNvPr id="18" name="Approaching heavy floor cleaner" descr="Approaching heavy floor cleaner">
            <a:extLst>
              <a:ext uri="{FF2B5EF4-FFF2-40B4-BE49-F238E27FC236}">
                <a16:creationId xmlns:a16="http://schemas.microsoft.com/office/drawing/2014/main" id="{56DA3D0F-08CD-A45B-BF60-1483BB045D5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5191" y="1078230"/>
            <a:ext cx="28215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4FE-997B-5DD0-C51C-CC05FFA9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B2064AF8-9246-ABF2-3049-1D7507FF2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ilo intentionally colliding character" descr="Milo intentionally colliding character">
            <a:extLst>
              <a:ext uri="{FF2B5EF4-FFF2-40B4-BE49-F238E27FC236}">
                <a16:creationId xmlns:a16="http://schemas.microsoft.com/office/drawing/2014/main" id="{28D63D2F-2E69-31AA-16C7-B0A12A3C6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77125" y="238125"/>
            <a:ext cx="1313798" cy="2238375"/>
          </a:xfrm>
          <a:prstGeom prst="rect">
            <a:avLst/>
          </a:prstGeom>
        </p:spPr>
      </p:pic>
      <p:pic>
        <p:nvPicPr>
          <p:cNvPr id="4" name="Sasha bumped character" descr="Sasha bumped character">
            <a:extLst>
              <a:ext uri="{FF2B5EF4-FFF2-40B4-BE49-F238E27FC236}">
                <a16:creationId xmlns:a16="http://schemas.microsoft.com/office/drawing/2014/main" id="{E807DB6D-A64D-2D46-F7C7-7EAA08FCC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34375" y="381000"/>
            <a:ext cx="1133759" cy="2095500"/>
          </a:xfrm>
          <a:prstGeom prst="rect">
            <a:avLst/>
          </a:prstGeom>
        </p:spPr>
      </p:pic>
      <p:pic>
        <p:nvPicPr>
          <p:cNvPr id="5" name="Sasha plate" descr="Sasha plate">
            <a:extLst>
              <a:ext uri="{FF2B5EF4-FFF2-40B4-BE49-F238E27FC236}">
                <a16:creationId xmlns:a16="http://schemas.microsoft.com/office/drawing/2014/main" id="{F6F4FC6E-506C-D2F2-1EF0-8742EE596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900000">
            <a:off x="9334500" y="1596815"/>
            <a:ext cx="1143000" cy="330620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06FE4624-6604-D77D-9418-32D0C6AD035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2 of Sasha’s cookies fall!</a:t>
            </a:r>
          </a:p>
        </p:txBody>
      </p:sp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B192FDA4-D6A5-AFE7-B054-739A6FA9F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969536" y="128212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CC433ED5-7C51-07C8-15D3-DE752F915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569422" y="134363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251D3D34-14EE-AF8D-C783-C83B3491C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721822" y="131315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CBFF32C0-2BFA-BAB7-BC6F-8DDD71AE3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05592" y="137411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18042204-B92C-2CF5-7A7B-E75410CAD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83672" y="137792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FDDA7C65-E121-D943-A59C-961477758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27462" y="137030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98451CAA-13D7-2151-479F-62B3CFC4D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79862" y="128267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A915CAEB-AFAB-F386-DBD6-B0BCCF0E0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77982" y="1286483"/>
            <a:ext cx="277749" cy="137160"/>
          </a:xfrm>
          <a:prstGeom prst="rect">
            <a:avLst/>
          </a:prstGeom>
        </p:spPr>
      </p:pic>
      <p:pic>
        <p:nvPicPr>
          <p:cNvPr id="18" name="Approaching heavy floor cleaner" descr="Approaching heavy floor cleaner">
            <a:extLst>
              <a:ext uri="{FF2B5EF4-FFF2-40B4-BE49-F238E27FC236}">
                <a16:creationId xmlns:a16="http://schemas.microsoft.com/office/drawing/2014/main" id="{26128B87-598B-F52D-4656-D01E7ED6C1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5191" y="598170"/>
            <a:ext cx="2821578" cy="2468880"/>
          </a:xfrm>
          <a:prstGeom prst="rect">
            <a:avLst/>
          </a:prstGeom>
        </p:spPr>
      </p:pic>
      <p:pic>
        <p:nvPicPr>
          <p:cNvPr id="17" name="Sasha broken cookie 1" descr="Sasha broken cookie 1">
            <a:extLst>
              <a:ext uri="{FF2B5EF4-FFF2-40B4-BE49-F238E27FC236}">
                <a16:creationId xmlns:a16="http://schemas.microsoft.com/office/drawing/2014/main" id="{3D7075F1-FBC4-5320-327B-859F4DC1F7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378440" y="2442210"/>
            <a:ext cx="381000" cy="271146"/>
          </a:xfrm>
          <a:prstGeom prst="rect">
            <a:avLst/>
          </a:prstGeom>
        </p:spPr>
      </p:pic>
      <p:pic>
        <p:nvPicPr>
          <p:cNvPr id="19" name="Sasha broken cookie 2" descr="Sasha broken cookie 2">
            <a:extLst>
              <a:ext uri="{FF2B5EF4-FFF2-40B4-BE49-F238E27FC236}">
                <a16:creationId xmlns:a16="http://schemas.microsoft.com/office/drawing/2014/main" id="{F3BD8F00-089E-AF27-C335-6730F5533D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798493" y="2436177"/>
            <a:ext cx="381000" cy="27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6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063C-7C30-59BA-2FCE-B11B3461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hallway" descr="T shaped hallway">
            <a:extLst>
              <a:ext uri="{FF2B5EF4-FFF2-40B4-BE49-F238E27FC236}">
                <a16:creationId xmlns:a16="http://schemas.microsoft.com/office/drawing/2014/main" id="{F2F2E78F-F542-B2E7-4248-D63FD5FF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asha character" descr="Sasha character">
            <a:extLst>
              <a:ext uri="{FF2B5EF4-FFF2-40B4-BE49-F238E27FC236}">
                <a16:creationId xmlns:a16="http://schemas.microsoft.com/office/drawing/2014/main" id="{941983C8-339F-3384-624D-B067DF480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6955" y="381000"/>
            <a:ext cx="1016952" cy="2095500"/>
          </a:xfrm>
          <a:prstGeom prst="rect">
            <a:avLst/>
          </a:prstGeom>
        </p:spPr>
      </p:pic>
      <p:pic>
        <p:nvPicPr>
          <p:cNvPr id="4" name="Sasha plate" descr="Sasha plate">
            <a:extLst>
              <a:ext uri="{FF2B5EF4-FFF2-40B4-BE49-F238E27FC236}">
                <a16:creationId xmlns:a16="http://schemas.microsoft.com/office/drawing/2014/main" id="{95FB93B6-3172-1901-FF22-AB6C046B0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86395" y="1403639"/>
            <a:ext cx="898071" cy="259773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E952CAC2-E3A3-59D2-47BD-C3CA23D3CE3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  <p:pic>
        <p:nvPicPr>
          <p:cNvPr id="7" name="Milo character" descr="Milo character">
            <a:extLst>
              <a:ext uri="{FF2B5EF4-FFF2-40B4-BE49-F238E27FC236}">
                <a16:creationId xmlns:a16="http://schemas.microsoft.com/office/drawing/2014/main" id="{DB3354CF-17C7-DF0E-35BF-A6D3E1BAD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32470" y="190500"/>
            <a:ext cx="1113661" cy="2238375"/>
          </a:xfrm>
          <a:prstGeom prst="rect">
            <a:avLst/>
          </a:prstGeom>
        </p:spPr>
      </p:pic>
      <p:pic>
        <p:nvPicPr>
          <p:cNvPr id="8" name="Milo plate" descr="Milo plate">
            <a:extLst>
              <a:ext uri="{FF2B5EF4-FFF2-40B4-BE49-F238E27FC236}">
                <a16:creationId xmlns:a16="http://schemas.microsoft.com/office/drawing/2014/main" id="{F52C63F8-CFCE-2510-4427-EB85B189D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29706" y="1282124"/>
            <a:ext cx="1119187" cy="323732"/>
          </a:xfrm>
          <a:prstGeom prst="rect">
            <a:avLst/>
          </a:prstGeom>
        </p:spPr>
      </p:pic>
      <p:pic>
        <p:nvPicPr>
          <p:cNvPr id="9" name="Milo cookie 3" descr="Milo cookie 3">
            <a:extLst>
              <a:ext uri="{FF2B5EF4-FFF2-40B4-BE49-F238E27FC236}">
                <a16:creationId xmlns:a16="http://schemas.microsoft.com/office/drawing/2014/main" id="{16E0E47F-A990-DDCB-0BAB-B23457368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929592" y="1343633"/>
            <a:ext cx="277749" cy="137160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0A641848-A3A9-241B-B943-E484FA0DE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81992" y="131315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CE1ADD09-B5BF-77A9-B043-9A15A8F95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65762" y="137411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2C8DA0A7-27FC-B97B-2667-F0D60505F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43842" y="137792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FFD99145-477C-D280-F3E0-6465D12B4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487632" y="137030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B96DABA7-B2E8-3E12-8202-B4B11F1C9D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40032" y="128267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02ED0981-A45E-99C7-C2AC-9F224E300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38152" y="1286483"/>
            <a:ext cx="277749" cy="137160"/>
          </a:xfrm>
          <a:prstGeom prst="rect">
            <a:avLst/>
          </a:prstGeom>
        </p:spPr>
      </p:pic>
      <p:pic>
        <p:nvPicPr>
          <p:cNvPr id="16" name="Sasha broken cookie 1" descr="Sasha broken cookie 1">
            <a:extLst>
              <a:ext uri="{FF2B5EF4-FFF2-40B4-BE49-F238E27FC236}">
                <a16:creationId xmlns:a16="http://schemas.microsoft.com/office/drawing/2014/main" id="{36E147D4-539A-4E38-E651-B930B5848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378440" y="2442210"/>
            <a:ext cx="381000" cy="271146"/>
          </a:xfrm>
          <a:prstGeom prst="rect">
            <a:avLst/>
          </a:prstGeom>
        </p:spPr>
      </p:pic>
      <p:pic>
        <p:nvPicPr>
          <p:cNvPr id="17" name="Sasha broken cookie 2" descr="Sasha broken cookie 2">
            <a:extLst>
              <a:ext uri="{FF2B5EF4-FFF2-40B4-BE49-F238E27FC236}">
                <a16:creationId xmlns:a16="http://schemas.microsoft.com/office/drawing/2014/main" id="{F1239CFD-E9A2-B5FB-19DF-7B562C2C9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798493" y="2436177"/>
            <a:ext cx="381000" cy="271146"/>
          </a:xfrm>
          <a:prstGeom prst="rect">
            <a:avLst/>
          </a:prstGeom>
        </p:spPr>
      </p:pic>
      <p:pic>
        <p:nvPicPr>
          <p:cNvPr id="18" name="Approaching heavy floor cleaner" descr="Approaching heavy floor cleaner">
            <a:extLst>
              <a:ext uri="{FF2B5EF4-FFF2-40B4-BE49-F238E27FC236}">
                <a16:creationId xmlns:a16="http://schemas.microsoft.com/office/drawing/2014/main" id="{1FA926DA-AA36-0D66-FA95-7691D77B6E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25191" y="598170"/>
            <a:ext cx="2821578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708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72</Words>
  <Application>Microsoft Macintosh PowerPoint</Application>
  <DocSecurity>0</DocSecurity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3</cp:revision>
  <dcterms:created xsi:type="dcterms:W3CDTF">2026-10-25T14:48:42Z</dcterms:created>
  <dcterms:modified xsi:type="dcterms:W3CDTF">2026-10-26T17:31:54Z</dcterms:modified>
</cp:coreProperties>
</file>