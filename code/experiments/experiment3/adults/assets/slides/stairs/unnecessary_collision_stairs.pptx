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80" r:id="rId8"/>
    <p:sldId id="277" r:id="rId9"/>
    <p:sldId id="278" r:id="rId10"/>
    <p:sldId id="279" r:id="rId11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48"/>
  </p:normalViewPr>
  <p:slideViewPr>
    <p:cSldViewPr snapToGrid="0">
      <p:cViewPr varScale="1">
        <p:scale>
          <a:sx n="112" d="100"/>
          <a:sy n="112" d="100"/>
        </p:scale>
        <p:origin x="7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EBA73AB-51F9-4D5B-A5FA-8C283132A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7B0DAE0-2529-4CD4-B302-EAA4F90405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0128C8F1-94B5-4D12-830C-482A87378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0D121DF7-35B3-4FEA-8B00-6857F2EC6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8D6B1F7-339D-4876-9216-E1FC90A0C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608B3489-A2AC-4A9F-8F6A-9E0D5B5D5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14D2DAF-785D-4C84-A82A-A8EB6A96D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46CBEA3-1659-4CF5-8391-9D7F5CBB0C7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0AA6D56-01C2-44CD-B79B-1FAA87843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A033B53-A84D-4DFE-A30E-356949DC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04D5CC72-2B2D-A9D7-BF82-8AC4ACF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nn character" descr="Finn character">
            <a:extLst>
              <a:ext uri="{FF2B5EF4-FFF2-40B4-BE49-F238E27FC236}">
                <a16:creationId xmlns:a16="http://schemas.microsoft.com/office/drawing/2014/main" id="{619DDEAE-4E17-2616-36D4-4162F7094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190500"/>
            <a:ext cx="1150104" cy="2238375"/>
          </a:xfrm>
          <a:prstGeom prst="rect">
            <a:avLst/>
          </a:prstGeom>
        </p:spPr>
      </p:pic>
      <p:sp>
        <p:nvSpPr>
          <p:cNvPr id="4" name="Study story caption">
            <a:extLst>
              <a:ext uri="{FF2B5EF4-FFF2-40B4-BE49-F238E27FC236}">
                <a16:creationId xmlns:a16="http://schemas.microsoft.com/office/drawing/2014/main" id="{F50FDACB-8DCB-7674-C7B4-4A4A3071C44B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Finn.</a:t>
            </a:r>
          </a:p>
        </p:txBody>
      </p:sp>
    </p:spTree>
    <p:extLst>
      <p:ext uri="{BB962C8B-B14F-4D97-AF65-F5344CB8AC3E}">
        <p14:creationId xmlns:p14="http://schemas.microsoft.com/office/powerpoint/2010/main" val="2866302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EE459-2831-FDB5-E0F0-F64FB613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5B64BA5A-6B3C-4B5A-E861-B2482465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Finn character" descr="Finn character">
            <a:extLst>
              <a:ext uri="{FF2B5EF4-FFF2-40B4-BE49-F238E27FC236}">
                <a16:creationId xmlns:a16="http://schemas.microsoft.com/office/drawing/2014/main" id="{D16E002A-F3D1-8C3C-CB60-B0D689A96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0" y="190500"/>
            <a:ext cx="1186091" cy="2238375"/>
          </a:xfrm>
          <a:prstGeom prst="rect">
            <a:avLst/>
          </a:prstGeom>
        </p:spPr>
      </p:pic>
      <p:sp>
        <p:nvSpPr>
          <p:cNvPr id="4" name="Study story caption">
            <a:extLst>
              <a:ext uri="{FF2B5EF4-FFF2-40B4-BE49-F238E27FC236}">
                <a16:creationId xmlns:a16="http://schemas.microsoft.com/office/drawing/2014/main" id="{1558B131-8E0A-0628-00C2-206F79FE288A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has 8 cookies.</a:t>
            </a:r>
          </a:p>
        </p:txBody>
      </p:sp>
      <p:pic>
        <p:nvPicPr>
          <p:cNvPr id="5" name="Milo plate" descr="Milo plate">
            <a:extLst>
              <a:ext uri="{FF2B5EF4-FFF2-40B4-BE49-F238E27FC236}">
                <a16:creationId xmlns:a16="http://schemas.microsoft.com/office/drawing/2014/main" id="{F6EE7586-A348-6EB5-8998-75C27D07F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6" name="Milo cookie 3" descr="Milo cookie 3">
            <a:extLst>
              <a:ext uri="{FF2B5EF4-FFF2-40B4-BE49-F238E27FC236}">
                <a16:creationId xmlns:a16="http://schemas.microsoft.com/office/drawing/2014/main" id="{733DAF94-5EB5-5633-73A1-9986BB3BCA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7" name="Milo cookie 3" descr="Milo cookie 3">
            <a:extLst>
              <a:ext uri="{FF2B5EF4-FFF2-40B4-BE49-F238E27FC236}">
                <a16:creationId xmlns:a16="http://schemas.microsoft.com/office/drawing/2014/main" id="{DCBB6A19-C7B1-0D4C-C38E-BEC704F3F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8" name="Milo cookie 3" descr="Milo cookie 3">
            <a:extLst>
              <a:ext uri="{FF2B5EF4-FFF2-40B4-BE49-F238E27FC236}">
                <a16:creationId xmlns:a16="http://schemas.microsoft.com/office/drawing/2014/main" id="{F8380349-78E9-E461-BFCF-4D315FA87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9" name="Milo cookie 3" descr="Milo cookie 3">
            <a:extLst>
              <a:ext uri="{FF2B5EF4-FFF2-40B4-BE49-F238E27FC236}">
                <a16:creationId xmlns:a16="http://schemas.microsoft.com/office/drawing/2014/main" id="{13F9D271-CD50-66E1-ED79-8C458E99B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47A8DDBF-DEC6-DE76-F97A-8B9A392073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25CF42D6-830E-55D3-095B-E39C4394B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F27C1DDA-361D-2A78-55B7-C84EF7807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837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CF649-9124-6A1F-A8F6-F44FE56D6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0392017F-5578-20B7-50FF-ACD2D174D6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Cleo character" descr="Cleo character">
            <a:extLst>
              <a:ext uri="{FF2B5EF4-FFF2-40B4-BE49-F238E27FC236}">
                <a16:creationId xmlns:a16="http://schemas.microsoft.com/office/drawing/2014/main" id="{34685BC0-51AD-DA5F-61AC-8A4836A72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95250"/>
            <a:ext cx="1226931" cy="2095500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AE09BF4B-FCDC-E0EC-0F90-5AF2F0FF5AB6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is Cleo.</a:t>
            </a:r>
          </a:p>
        </p:txBody>
      </p:sp>
    </p:spTree>
    <p:extLst>
      <p:ext uri="{BB962C8B-B14F-4D97-AF65-F5344CB8AC3E}">
        <p14:creationId xmlns:p14="http://schemas.microsoft.com/office/powerpoint/2010/main" val="3764571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218A6-2120-BB93-9BF6-4ED7DF3B9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888237FC-C7AF-B4D1-90C2-119666B545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eo character" descr="Cleo character">
            <a:extLst>
              <a:ext uri="{FF2B5EF4-FFF2-40B4-BE49-F238E27FC236}">
                <a16:creationId xmlns:a16="http://schemas.microsoft.com/office/drawing/2014/main" id="{55D21C65-A676-E317-CF23-39019AA23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sp>
        <p:nvSpPr>
          <p:cNvPr id="4" name="Study story caption">
            <a:extLst>
              <a:ext uri="{FF2B5EF4-FFF2-40B4-BE49-F238E27FC236}">
                <a16:creationId xmlns:a16="http://schemas.microsoft.com/office/drawing/2014/main" id="{8B709ADA-F0D2-DBA5-A6FB-9565671B2AEE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Cleo has 2 cookies.</a:t>
            </a:r>
          </a:p>
        </p:txBody>
      </p:sp>
      <p:pic>
        <p:nvPicPr>
          <p:cNvPr id="5" name="Cleo plate" descr="Cleo plate">
            <a:extLst>
              <a:ext uri="{FF2B5EF4-FFF2-40B4-BE49-F238E27FC236}">
                <a16:creationId xmlns:a16="http://schemas.microsoft.com/office/drawing/2014/main" id="{85628FDF-80B6-EB0B-2A58-44F89CB416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6" name="Cleo cookie 1" descr="Cleo cookie 1">
            <a:extLst>
              <a:ext uri="{FF2B5EF4-FFF2-40B4-BE49-F238E27FC236}">
                <a16:creationId xmlns:a16="http://schemas.microsoft.com/office/drawing/2014/main" id="{8A3C5A36-F2D8-E42A-C1B8-4D3420719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16302" y="1029349"/>
            <a:ext cx="277749" cy="137160"/>
          </a:xfrm>
          <a:prstGeom prst="rect">
            <a:avLst/>
          </a:prstGeom>
        </p:spPr>
      </p:pic>
      <p:pic>
        <p:nvPicPr>
          <p:cNvPr id="7" name="Cleo cookie 1" descr="Cleo cookie 1">
            <a:extLst>
              <a:ext uri="{FF2B5EF4-FFF2-40B4-BE49-F238E27FC236}">
                <a16:creationId xmlns:a16="http://schemas.microsoft.com/office/drawing/2014/main" id="{AA4CA9B1-563F-1EE2-A3E1-16C9B22348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20162" y="1067449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5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2048-E2A3-41B8-C1BE-816840E76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49556218-2E60-C4D0-C42A-DC17C5E3E4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eo character" descr="Cleo character">
            <a:extLst>
              <a:ext uri="{FF2B5EF4-FFF2-40B4-BE49-F238E27FC236}">
                <a16:creationId xmlns:a16="http://schemas.microsoft.com/office/drawing/2014/main" id="{AF7AF89D-9B1B-DEC1-8A87-F61E888788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pic>
        <p:nvPicPr>
          <p:cNvPr id="4" name="Cleo plate" descr="Cleo plate">
            <a:extLst>
              <a:ext uri="{FF2B5EF4-FFF2-40B4-BE49-F238E27FC236}">
                <a16:creationId xmlns:a16="http://schemas.microsoft.com/office/drawing/2014/main" id="{1B498055-8A8D-2D7C-515B-683CB265E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5" name="Cleo cookie 1" descr="Cleo cookie 1">
            <a:extLst>
              <a:ext uri="{FF2B5EF4-FFF2-40B4-BE49-F238E27FC236}">
                <a16:creationId xmlns:a16="http://schemas.microsoft.com/office/drawing/2014/main" id="{1BC8A6D4-EEC9-E39C-4D0C-156BB25A1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816302" y="1029349"/>
            <a:ext cx="277749" cy="137160"/>
          </a:xfrm>
          <a:prstGeom prst="rect">
            <a:avLst/>
          </a:prstGeom>
        </p:spPr>
      </p:pic>
      <p:sp>
        <p:nvSpPr>
          <p:cNvPr id="6" name="Study story caption">
            <a:extLst>
              <a:ext uri="{FF2B5EF4-FFF2-40B4-BE49-F238E27FC236}">
                <a16:creationId xmlns:a16="http://schemas.microsoft.com/office/drawing/2014/main" id="{6D2CF4F9-2CDC-44BF-CD9B-2C2202DA92D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and Cleo are talking about toys. 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" name="Finn character" descr="Finn character">
            <a:extLst>
              <a:ext uri="{FF2B5EF4-FFF2-40B4-BE49-F238E27FC236}">
                <a16:creationId xmlns:a16="http://schemas.microsoft.com/office/drawing/2014/main" id="{FA62CFB8-6055-CD6E-34D3-65FFAE6B1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000750" y="190500"/>
            <a:ext cx="1186091" cy="2238375"/>
          </a:xfrm>
          <a:prstGeom prst="rect">
            <a:avLst/>
          </a:prstGeom>
        </p:spPr>
      </p:pic>
      <p:pic>
        <p:nvPicPr>
          <p:cNvPr id="8" name="Milo plate" descr="Milo plate">
            <a:extLst>
              <a:ext uri="{FF2B5EF4-FFF2-40B4-BE49-F238E27FC236}">
                <a16:creationId xmlns:a16="http://schemas.microsoft.com/office/drawing/2014/main" id="{C86A22C1-6087-CF36-561C-8813B15C0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9" name="Milo cookie 3" descr="Milo cookie 3">
            <a:extLst>
              <a:ext uri="{FF2B5EF4-FFF2-40B4-BE49-F238E27FC236}">
                <a16:creationId xmlns:a16="http://schemas.microsoft.com/office/drawing/2014/main" id="{09AA7C28-58C4-C961-263A-29FAD6C2D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1BAC86CB-E2D3-DC1D-2FA0-1CE14EA22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163EE5C2-C316-089C-6D17-36ADB7CD92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537C101A-F9FD-4762-E5AB-4015586D4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2832053A-CA0B-82AF-AA0C-73895438C4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E043989F-61BD-F5A3-A070-6546449C8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4C470755-B2B3-048A-A20F-07546DF827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  <p:pic>
        <p:nvPicPr>
          <p:cNvPr id="16" name="Cleo cookie 1" descr="Cleo cookie 1">
            <a:extLst>
              <a:ext uri="{FF2B5EF4-FFF2-40B4-BE49-F238E27FC236}">
                <a16:creationId xmlns:a16="http://schemas.microsoft.com/office/drawing/2014/main" id="{9089323C-E6B7-390E-1D1F-17B2A6174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20162" y="1067449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1775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2F587-B461-770D-D8ED-987FCC042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47EFB181-D2C1-30CA-494F-C54D16A588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Heavy box tumbling down stairs" descr="Heavy box tumbling down stairs">
            <a:extLst>
              <a:ext uri="{FF2B5EF4-FFF2-40B4-BE49-F238E27FC236}">
                <a16:creationId xmlns:a16="http://schemas.microsoft.com/office/drawing/2014/main" id="{80111363-73A8-C0A4-6073-BF3F77680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318717" y="3714809"/>
            <a:ext cx="2873833" cy="2011680"/>
          </a:xfrm>
          <a:prstGeom prst="rect">
            <a:avLst/>
          </a:prstGeom>
        </p:spPr>
      </p:pic>
      <p:pic>
        <p:nvPicPr>
          <p:cNvPr id="5" name="Cleo character" descr="Cleo character">
            <a:extLst>
              <a:ext uri="{FF2B5EF4-FFF2-40B4-BE49-F238E27FC236}">
                <a16:creationId xmlns:a16="http://schemas.microsoft.com/office/drawing/2014/main" id="{5C974E24-9719-C23D-505E-9D1422780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pic>
        <p:nvPicPr>
          <p:cNvPr id="6" name="Cleo plate" descr="Cleo plate">
            <a:extLst>
              <a:ext uri="{FF2B5EF4-FFF2-40B4-BE49-F238E27FC236}">
                <a16:creationId xmlns:a16="http://schemas.microsoft.com/office/drawing/2014/main" id="{8E19920B-739A-FCD4-25CC-B6B7097564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7" name="Cleo cookie 1" descr="Cleo cookie 1">
            <a:extLst>
              <a:ext uri="{FF2B5EF4-FFF2-40B4-BE49-F238E27FC236}">
                <a16:creationId xmlns:a16="http://schemas.microsoft.com/office/drawing/2014/main" id="{DDB416C2-1EFC-BFAF-0D3B-02851210E6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702001" y="1029349"/>
            <a:ext cx="381000" cy="188148"/>
          </a:xfrm>
          <a:prstGeom prst="rect">
            <a:avLst/>
          </a:prstGeom>
        </p:spPr>
      </p:pic>
      <p:pic>
        <p:nvPicPr>
          <p:cNvPr id="8" name="Cleo cookie 2" descr="Cleo cookie 2">
            <a:extLst>
              <a:ext uri="{FF2B5EF4-FFF2-40B4-BE49-F238E27FC236}">
                <a16:creationId xmlns:a16="http://schemas.microsoft.com/office/drawing/2014/main" id="{005E9C73-F763-1814-EEB1-1C0541972D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02064" y="1029349"/>
            <a:ext cx="381000" cy="188148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9C383BDD-76DB-ADF7-6365-DC9F9D0F455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Suddenly, a </a:t>
            </a: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heavy box </a:t>
            </a: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falls toward Finn!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65020F2-E0FC-FBB2-B8EE-795E8497D3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8830" y="190499"/>
            <a:ext cx="1189783" cy="2324101"/>
          </a:xfrm>
          <a:prstGeom prst="rect">
            <a:avLst/>
          </a:prstGeom>
        </p:spPr>
      </p:pic>
      <p:pic>
        <p:nvPicPr>
          <p:cNvPr id="19" name="Milo plate" descr="Milo plate">
            <a:extLst>
              <a:ext uri="{FF2B5EF4-FFF2-40B4-BE49-F238E27FC236}">
                <a16:creationId xmlns:a16="http://schemas.microsoft.com/office/drawing/2014/main" id="{38036819-4BC8-4CDE-E935-75FF1BF97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CF0F2E19-02DC-47E2-AD00-4E2D45D9A4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9EC5DF3D-3ABF-F285-85FF-AB4C53DE701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AAD833DD-2F1B-656F-C2C0-94FE0BED1A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DAA8F94B-7ABD-3627-1A27-BAE91749E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C65010EC-A1EC-1932-364A-653B7F1EDA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CE5B6C8A-DDBC-6960-7391-BDD03A0352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BB79821D-EE6C-9001-2343-4F416B660D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21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B20EF-BE6E-93F0-413E-6D4EDE362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6A76A545-849F-C4F0-6BC2-945263BD27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Cleo character" descr="Cleo character">
            <a:extLst>
              <a:ext uri="{FF2B5EF4-FFF2-40B4-BE49-F238E27FC236}">
                <a16:creationId xmlns:a16="http://schemas.microsoft.com/office/drawing/2014/main" id="{229D5D8A-6547-BEEB-1DAD-FCC383A1F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77250" y="95250"/>
            <a:ext cx="1330565" cy="2095500"/>
          </a:xfrm>
          <a:prstGeom prst="rect">
            <a:avLst/>
          </a:prstGeom>
        </p:spPr>
      </p:pic>
      <p:pic>
        <p:nvPicPr>
          <p:cNvPr id="6" name="Cleo plate" descr="Cleo plate">
            <a:extLst>
              <a:ext uri="{FF2B5EF4-FFF2-40B4-BE49-F238E27FC236}">
                <a16:creationId xmlns:a16="http://schemas.microsoft.com/office/drawing/2014/main" id="{D3B01D96-29EC-9F41-C1D0-88D82ED51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547220" y="970802"/>
            <a:ext cx="1190625" cy="344396"/>
          </a:xfrm>
          <a:prstGeom prst="rect">
            <a:avLst/>
          </a:prstGeom>
        </p:spPr>
      </p:pic>
      <p:pic>
        <p:nvPicPr>
          <p:cNvPr id="7" name="Cleo cookie 1" descr="Cleo cookie 1">
            <a:extLst>
              <a:ext uri="{FF2B5EF4-FFF2-40B4-BE49-F238E27FC236}">
                <a16:creationId xmlns:a16="http://schemas.microsoft.com/office/drawing/2014/main" id="{F1148513-593F-4D24-A960-8FFE58936A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02001" y="1029349"/>
            <a:ext cx="381000" cy="188148"/>
          </a:xfrm>
          <a:prstGeom prst="rect">
            <a:avLst/>
          </a:prstGeom>
        </p:spPr>
      </p:pic>
      <p:pic>
        <p:nvPicPr>
          <p:cNvPr id="8" name="Cleo cookie 2" descr="Cleo cookie 2">
            <a:extLst>
              <a:ext uri="{FF2B5EF4-FFF2-40B4-BE49-F238E27FC236}">
                <a16:creationId xmlns:a16="http://schemas.microsoft.com/office/drawing/2014/main" id="{2B0521AA-3397-EE0E-A961-D87338B6BF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9202064" y="1029349"/>
            <a:ext cx="381000" cy="188148"/>
          </a:xfrm>
          <a:prstGeom prst="rect">
            <a:avLst/>
          </a:prstGeom>
        </p:spPr>
      </p:pic>
      <p:sp>
        <p:nvSpPr>
          <p:cNvPr id="9" name="Study story caption">
            <a:extLst>
              <a:ext uri="{FF2B5EF4-FFF2-40B4-BE49-F238E27FC236}">
                <a16:creationId xmlns:a16="http://schemas.microsoft.com/office/drawing/2014/main" id="{6DECC5AC-7995-1D56-5A6B-E537B3DC0F99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lnSpc>
                <a:spcPct val="90000"/>
              </a:lnSpc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Finn has to run one way or the other!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D5CE74A-66DA-E8F5-F7AE-5D81B7E307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830" y="190499"/>
            <a:ext cx="1189783" cy="2324101"/>
          </a:xfrm>
          <a:prstGeom prst="rect">
            <a:avLst/>
          </a:prstGeom>
        </p:spPr>
      </p:pic>
      <p:pic>
        <p:nvPicPr>
          <p:cNvPr id="19" name="Milo plate" descr="Milo plate">
            <a:extLst>
              <a:ext uri="{FF2B5EF4-FFF2-40B4-BE49-F238E27FC236}">
                <a16:creationId xmlns:a16="http://schemas.microsoft.com/office/drawing/2014/main" id="{0A72F529-3479-25A1-76E4-801548AEF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066566" y="1282124"/>
            <a:ext cx="1119187" cy="323732"/>
          </a:xfrm>
          <a:prstGeom prst="rect">
            <a:avLst/>
          </a:prstGeom>
        </p:spPr>
      </p:pic>
      <p:pic>
        <p:nvPicPr>
          <p:cNvPr id="20" name="Milo cookie 3" descr="Milo cookie 3">
            <a:extLst>
              <a:ext uri="{FF2B5EF4-FFF2-40B4-BE49-F238E27FC236}">
                <a16:creationId xmlns:a16="http://schemas.microsoft.com/office/drawing/2014/main" id="{4B70593D-52F1-9A62-2A30-FDF7613386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666452" y="1343633"/>
            <a:ext cx="277749" cy="137160"/>
          </a:xfrm>
          <a:prstGeom prst="rect">
            <a:avLst/>
          </a:prstGeom>
        </p:spPr>
      </p:pic>
      <p:pic>
        <p:nvPicPr>
          <p:cNvPr id="21" name="Milo cookie 3" descr="Milo cookie 3">
            <a:extLst>
              <a:ext uri="{FF2B5EF4-FFF2-40B4-BE49-F238E27FC236}">
                <a16:creationId xmlns:a16="http://schemas.microsoft.com/office/drawing/2014/main" id="{327B914F-515F-B5A3-27AE-7391CE994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18852" y="1313153"/>
            <a:ext cx="277749" cy="137160"/>
          </a:xfrm>
          <a:prstGeom prst="rect">
            <a:avLst/>
          </a:prstGeom>
        </p:spPr>
      </p:pic>
      <p:pic>
        <p:nvPicPr>
          <p:cNvPr id="22" name="Milo cookie 3" descr="Milo cookie 3">
            <a:extLst>
              <a:ext uri="{FF2B5EF4-FFF2-40B4-BE49-F238E27FC236}">
                <a16:creationId xmlns:a16="http://schemas.microsoft.com/office/drawing/2014/main" id="{919687B8-8F74-6FB5-3B5F-D7DA8B57C7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02622" y="1374113"/>
            <a:ext cx="277749" cy="137160"/>
          </a:xfrm>
          <a:prstGeom prst="rect">
            <a:avLst/>
          </a:prstGeom>
        </p:spPr>
      </p:pic>
      <p:pic>
        <p:nvPicPr>
          <p:cNvPr id="23" name="Milo cookie 3" descr="Milo cookie 3">
            <a:extLst>
              <a:ext uri="{FF2B5EF4-FFF2-40B4-BE49-F238E27FC236}">
                <a16:creationId xmlns:a16="http://schemas.microsoft.com/office/drawing/2014/main" id="{914DF211-7E88-EE44-7C18-C18C538E07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0702" y="1377923"/>
            <a:ext cx="277749" cy="137160"/>
          </a:xfrm>
          <a:prstGeom prst="rect">
            <a:avLst/>
          </a:prstGeom>
        </p:spPr>
      </p:pic>
      <p:pic>
        <p:nvPicPr>
          <p:cNvPr id="24" name="Milo cookie 3" descr="Milo cookie 3">
            <a:extLst>
              <a:ext uri="{FF2B5EF4-FFF2-40B4-BE49-F238E27FC236}">
                <a16:creationId xmlns:a16="http://schemas.microsoft.com/office/drawing/2014/main" id="{20D12D1A-402B-9FBF-CF5A-43A13E189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24492" y="1370303"/>
            <a:ext cx="277749" cy="137160"/>
          </a:xfrm>
          <a:prstGeom prst="rect">
            <a:avLst/>
          </a:prstGeom>
        </p:spPr>
      </p:pic>
      <p:pic>
        <p:nvPicPr>
          <p:cNvPr id="25" name="Milo cookie 3" descr="Milo cookie 3">
            <a:extLst>
              <a:ext uri="{FF2B5EF4-FFF2-40B4-BE49-F238E27FC236}">
                <a16:creationId xmlns:a16="http://schemas.microsoft.com/office/drawing/2014/main" id="{CD7F7FAC-EF43-26C1-F52A-D468249DC2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76892" y="1282673"/>
            <a:ext cx="277749" cy="137160"/>
          </a:xfrm>
          <a:prstGeom prst="rect">
            <a:avLst/>
          </a:prstGeom>
        </p:spPr>
      </p:pic>
      <p:pic>
        <p:nvPicPr>
          <p:cNvPr id="26" name="Milo cookie 3" descr="Milo cookie 3">
            <a:extLst>
              <a:ext uri="{FF2B5EF4-FFF2-40B4-BE49-F238E27FC236}">
                <a16:creationId xmlns:a16="http://schemas.microsoft.com/office/drawing/2014/main" id="{A99BEFB7-ADFC-4C26-5881-B5FDE80EB4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575012" y="1286483"/>
            <a:ext cx="277749" cy="137160"/>
          </a:xfrm>
          <a:prstGeom prst="rect">
            <a:avLst/>
          </a:prstGeom>
        </p:spPr>
      </p:pic>
      <p:pic>
        <p:nvPicPr>
          <p:cNvPr id="4" name="Heavy box tumbling down stairs" descr="Heavy box tumbling down stairs">
            <a:extLst>
              <a:ext uri="{FF2B5EF4-FFF2-40B4-BE49-F238E27FC236}">
                <a16:creationId xmlns:a16="http://schemas.microsoft.com/office/drawing/2014/main" id="{B78415C1-D03E-5053-621C-79853A0988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318717" y="3097589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75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769AF-1269-7F7F-C72E-3136E2770D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35B0FE1F-015C-70E5-396E-B53F83EB76D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eo dropping cookies character" descr="Cleo dropping cookies character">
            <a:extLst>
              <a:ext uri="{FF2B5EF4-FFF2-40B4-BE49-F238E27FC236}">
                <a16:creationId xmlns:a16="http://schemas.microsoft.com/office/drawing/2014/main" id="{E77D2D87-875E-53E0-6C21-8A0129ED59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239250" y="95250"/>
            <a:ext cx="1303477" cy="2095500"/>
          </a:xfrm>
          <a:prstGeom prst="rect">
            <a:avLst/>
          </a:prstGeom>
        </p:spPr>
      </p:pic>
      <p:pic>
        <p:nvPicPr>
          <p:cNvPr id="4" name="Cleo plate" descr="Cleo plate">
            <a:extLst>
              <a:ext uri="{FF2B5EF4-FFF2-40B4-BE49-F238E27FC236}">
                <a16:creationId xmlns:a16="http://schemas.microsoft.com/office/drawing/2014/main" id="{D701142B-6608-E3D1-53D4-86552E22AB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 rot="1200000">
            <a:off x="10033782" y="1361487"/>
            <a:ext cx="1143000" cy="330620"/>
          </a:xfrm>
          <a:prstGeom prst="rect">
            <a:avLst/>
          </a:prstGeom>
        </p:spPr>
      </p:pic>
      <p:pic>
        <p:nvPicPr>
          <p:cNvPr id="5" name="Cleo falling cookie 1" descr="Cleo falling cookie 1">
            <a:extLst>
              <a:ext uri="{FF2B5EF4-FFF2-40B4-BE49-F238E27FC236}">
                <a16:creationId xmlns:a16="http://schemas.microsoft.com/office/drawing/2014/main" id="{9144229A-D86F-CBB2-C71F-74BA069B37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-1200000">
            <a:off x="10208895" y="2190750"/>
            <a:ext cx="361950" cy="178741"/>
          </a:xfrm>
          <a:prstGeom prst="rect">
            <a:avLst/>
          </a:prstGeom>
        </p:spPr>
      </p:pic>
      <p:pic>
        <p:nvPicPr>
          <p:cNvPr id="6" name="Cleo falling cookie 2" descr="Cleo falling cookie 2">
            <a:extLst>
              <a:ext uri="{FF2B5EF4-FFF2-40B4-BE49-F238E27FC236}">
                <a16:creationId xmlns:a16="http://schemas.microsoft.com/office/drawing/2014/main" id="{57D860A3-B635-9BA3-F40F-F139106D5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1800000">
            <a:off x="10637520" y="2333625"/>
            <a:ext cx="361950" cy="178741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4B16B3C5-C710-5027-C602-9060842CF9A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Oh no! Finn runs into Cleo.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Finn intentionally colliding character" descr="Finn intentionally colliding character">
            <a:extLst>
              <a:ext uri="{FF2B5EF4-FFF2-40B4-BE49-F238E27FC236}">
                <a16:creationId xmlns:a16="http://schemas.microsoft.com/office/drawing/2014/main" id="{0A62E1CA-AD07-C38A-200D-F5632CE84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084820" y="95250"/>
            <a:ext cx="1440207" cy="2238375"/>
          </a:xfrm>
          <a:prstGeom prst="rect">
            <a:avLst/>
          </a:prstGeom>
        </p:spPr>
      </p:pic>
      <p:pic>
        <p:nvPicPr>
          <p:cNvPr id="9" name="Milo plate" descr="Milo plate">
            <a:extLst>
              <a:ext uri="{FF2B5EF4-FFF2-40B4-BE49-F238E27FC236}">
                <a16:creationId xmlns:a16="http://schemas.microsoft.com/office/drawing/2014/main" id="{39DD9E41-1BDF-11CD-A5F6-0DFEBDEC38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952516" y="1144964"/>
            <a:ext cx="1119187" cy="323732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A9F61300-E487-E6D0-791F-FA3B70C631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552402" y="120647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D4AF68EF-2303-2B39-B60E-A41E81043B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704802" y="117599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FE3160B6-25BA-E234-8830-14DF3B428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388572" y="123695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8B0872AE-1351-8BA1-3CCB-D69F52C17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66652" y="124076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FD7D2CEE-EE94-AE7E-4BA3-B29ED76300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10442" y="123314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347E7835-EE52-20EC-F4F7-8A71AA0AA4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262842" y="114551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A2FD8998-6503-CFBC-8A17-6638AA3EC3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460962" y="1149323"/>
            <a:ext cx="277749" cy="137160"/>
          </a:xfrm>
          <a:prstGeom prst="rect">
            <a:avLst/>
          </a:prstGeom>
        </p:spPr>
      </p:pic>
      <p:pic>
        <p:nvPicPr>
          <p:cNvPr id="17" name="Heavy box tumbling down stairs" descr="Heavy box tumbling down stairs">
            <a:extLst>
              <a:ext uri="{FF2B5EF4-FFF2-40B4-BE49-F238E27FC236}">
                <a16:creationId xmlns:a16="http://schemas.microsoft.com/office/drawing/2014/main" id="{111D9F8B-3275-DA02-F2A9-67450E956E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 rot="19772801">
            <a:off x="5466277" y="1777400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63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DC50B-B7E7-28EF-BCF3-26B8231C5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A844FC06-352D-53AC-6AA2-7151B2586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Cleo safe character" descr="Cleo safe character">
            <a:extLst>
              <a:ext uri="{FF2B5EF4-FFF2-40B4-BE49-F238E27FC236}">
                <a16:creationId xmlns:a16="http://schemas.microsoft.com/office/drawing/2014/main" id="{C9A79D7E-6638-2BA5-F9D9-88DA24C1E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906000" y="95250"/>
            <a:ext cx="1303477" cy="2095500"/>
          </a:xfrm>
          <a:prstGeom prst="rect">
            <a:avLst/>
          </a:prstGeom>
        </p:spPr>
      </p:pic>
      <p:pic>
        <p:nvPicPr>
          <p:cNvPr id="4" name="Cleo plate" descr="Cleo plate">
            <a:extLst>
              <a:ext uri="{FF2B5EF4-FFF2-40B4-BE49-F238E27FC236}">
                <a16:creationId xmlns:a16="http://schemas.microsoft.com/office/drawing/2014/main" id="{4460D5AE-D355-07E6-2AD5-DFA14945F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 rot="480000">
            <a:off x="10615368" y="1309676"/>
            <a:ext cx="1000125" cy="289292"/>
          </a:xfrm>
          <a:prstGeom prst="rect">
            <a:avLst/>
          </a:prstGeom>
        </p:spPr>
      </p:pic>
      <p:pic>
        <p:nvPicPr>
          <p:cNvPr id="5" name="Cleo broken cookie 1" descr="Cleo broken cookie 1">
            <a:extLst>
              <a:ext uri="{FF2B5EF4-FFF2-40B4-BE49-F238E27FC236}">
                <a16:creationId xmlns:a16="http://schemas.microsoft.com/office/drawing/2014/main" id="{0A77FFDD-6290-F540-3D2E-2B65D061C5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43185" y="2430780"/>
            <a:ext cx="381000" cy="271146"/>
          </a:xfrm>
          <a:prstGeom prst="rect">
            <a:avLst/>
          </a:prstGeom>
        </p:spPr>
      </p:pic>
      <p:pic>
        <p:nvPicPr>
          <p:cNvPr id="6" name="Cleo broken cookie 2" descr="Cleo broken cookie 2">
            <a:extLst>
              <a:ext uri="{FF2B5EF4-FFF2-40B4-BE49-F238E27FC236}">
                <a16:creationId xmlns:a16="http://schemas.microsoft.com/office/drawing/2014/main" id="{1908944E-24D1-E97D-9065-B3EA393E1A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19435" y="2449830"/>
            <a:ext cx="381000" cy="271146"/>
          </a:xfrm>
          <a:prstGeom prst="rect">
            <a:avLst/>
          </a:prstGeom>
        </p:spPr>
      </p:pic>
      <p:sp>
        <p:nvSpPr>
          <p:cNvPr id="7" name="Study story caption">
            <a:extLst>
              <a:ext uri="{FF2B5EF4-FFF2-40B4-BE49-F238E27FC236}">
                <a16:creationId xmlns:a16="http://schemas.microsoft.com/office/drawing/2014/main" id="{222C32F9-B773-1623-7253-26E352CC8BAD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lang="en-US"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 of Cleo’s cookies fall!</a:t>
            </a:r>
            <a:endParaRPr sz="3000" b="1" dirty="0">
              <a:solidFill>
                <a:srgbClr val="111111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8" name="Finn intentionally colliding character" descr="Finn intentionally colliding character">
            <a:extLst>
              <a:ext uri="{FF2B5EF4-FFF2-40B4-BE49-F238E27FC236}">
                <a16:creationId xmlns:a16="http://schemas.microsoft.com/office/drawing/2014/main" id="{E4644DF4-E899-38D0-F21E-D1EA5BC83D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530590" y="95250"/>
            <a:ext cx="1440207" cy="2238375"/>
          </a:xfrm>
          <a:prstGeom prst="rect">
            <a:avLst/>
          </a:prstGeom>
        </p:spPr>
      </p:pic>
      <p:pic>
        <p:nvPicPr>
          <p:cNvPr id="9" name="Milo plate" descr="Milo plate">
            <a:extLst>
              <a:ext uri="{FF2B5EF4-FFF2-40B4-BE49-F238E27FC236}">
                <a16:creationId xmlns:a16="http://schemas.microsoft.com/office/drawing/2014/main" id="{FEA088DB-AA81-943C-4828-96F87065C3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398286" y="1144964"/>
            <a:ext cx="1119187" cy="323732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D837CB34-C450-CE07-290F-AFE176E9CB5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998172" y="120647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18EB4D6F-3735-EE62-FCFC-66AC489DE5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150572" y="117599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0B8F3B61-807E-5D49-311A-86D999A92C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834342" y="123695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59CC2947-C5D1-A108-4E6D-CF4BB26B82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12422" y="124076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108B47CB-CBED-0FA6-45B0-D5EF431DF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556212" y="123314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833EC192-1085-77FD-CDCA-3E2E115DFB8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708612" y="114551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7E650966-388F-2CE0-3E20-551BC356CBA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8906732" y="1149323"/>
            <a:ext cx="277749" cy="137160"/>
          </a:xfrm>
          <a:prstGeom prst="rect">
            <a:avLst/>
          </a:prstGeom>
        </p:spPr>
      </p:pic>
      <p:pic>
        <p:nvPicPr>
          <p:cNvPr id="17" name="Heavy box tumbling down stairs" descr="Heavy box tumbling down stairs">
            <a:extLst>
              <a:ext uri="{FF2B5EF4-FFF2-40B4-BE49-F238E27FC236}">
                <a16:creationId xmlns:a16="http://schemas.microsoft.com/office/drawing/2014/main" id="{E0EEE21B-F480-D422-778C-6C16423815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 rot="18523869">
            <a:off x="5829611" y="1325844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195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6A999-97B1-9396-BD23-0F843AA26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T shaped enclosed stair landing" descr="T shaped enclosed stair landing">
            <a:extLst>
              <a:ext uri="{FF2B5EF4-FFF2-40B4-BE49-F238E27FC236}">
                <a16:creationId xmlns:a16="http://schemas.microsoft.com/office/drawing/2014/main" id="{1E13C6CB-11B2-C98E-83BB-2AF1CE7CC2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tudy story caption">
            <a:extLst>
              <a:ext uri="{FF2B5EF4-FFF2-40B4-BE49-F238E27FC236}">
                <a16:creationId xmlns:a16="http://schemas.microsoft.com/office/drawing/2014/main" id="{C8099FC5-7852-E67A-8728-C091B53E6A48}"/>
              </a:ext>
            </a:extLst>
          </p:cNvPr>
          <p:cNvSpPr>
            <a:spLocks noGrp="1"/>
          </p:cNvSpPr>
          <p:nvPr/>
        </p:nvSpPr>
        <p:spPr>
          <a:xfrm>
            <a:off x="762000" y="5753100"/>
            <a:ext cx="10668000" cy="9144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wrap="square" lIns="152400" tIns="38100" rIns="152400" bIns="38100" anchor="ctr">
            <a:noAutofit/>
          </a:bodyPr>
          <a:lstStyle>
            <a:defPPr algn="ctr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 algn="ctr"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lnSpc>
                <a:spcPct val="90000"/>
              </a:lnSpc>
              <a:buNone/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Finn still has 8 cookies. Cleo now has 0 cookies.</a:t>
            </a:r>
          </a:p>
        </p:txBody>
      </p:sp>
      <p:pic>
        <p:nvPicPr>
          <p:cNvPr id="4" name="Cleo character" descr="Cleo character">
            <a:extLst>
              <a:ext uri="{FF2B5EF4-FFF2-40B4-BE49-F238E27FC236}">
                <a16:creationId xmlns:a16="http://schemas.microsoft.com/office/drawing/2014/main" id="{61D82FA9-9934-838D-F0DF-B2B7F0AA5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066020" y="95250"/>
            <a:ext cx="1330565" cy="2095500"/>
          </a:xfrm>
          <a:prstGeom prst="rect">
            <a:avLst/>
          </a:prstGeom>
        </p:spPr>
      </p:pic>
      <p:pic>
        <p:nvPicPr>
          <p:cNvPr id="5" name="Cleo plate" descr="Cleo plate">
            <a:extLst>
              <a:ext uri="{FF2B5EF4-FFF2-40B4-BE49-F238E27FC236}">
                <a16:creationId xmlns:a16="http://schemas.microsoft.com/office/drawing/2014/main" id="{08B6587F-FD3E-FCF2-489A-FF2653C66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135990" y="970802"/>
            <a:ext cx="1190625" cy="344396"/>
          </a:xfrm>
          <a:prstGeom prst="rect">
            <a:avLst/>
          </a:prstGeom>
        </p:spPr>
      </p:pic>
      <p:pic>
        <p:nvPicPr>
          <p:cNvPr id="6" name="Cleo broken cookie 1" descr="Cleo broken cookie 1">
            <a:extLst>
              <a:ext uri="{FF2B5EF4-FFF2-40B4-BE49-F238E27FC236}">
                <a16:creationId xmlns:a16="http://schemas.microsoft.com/office/drawing/2014/main" id="{29CE3A1B-5919-1564-D241-9A89E629BB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43185" y="2430780"/>
            <a:ext cx="381000" cy="271146"/>
          </a:xfrm>
          <a:prstGeom prst="rect">
            <a:avLst/>
          </a:prstGeom>
        </p:spPr>
      </p:pic>
      <p:pic>
        <p:nvPicPr>
          <p:cNvPr id="7" name="Cleo broken cookie 2" descr="Cleo broken cookie 2">
            <a:extLst>
              <a:ext uri="{FF2B5EF4-FFF2-40B4-BE49-F238E27FC236}">
                <a16:creationId xmlns:a16="http://schemas.microsoft.com/office/drawing/2014/main" id="{1F34E590-B03D-8693-BDB0-37D04D7C67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719435" y="2449830"/>
            <a:ext cx="381000" cy="271146"/>
          </a:xfrm>
          <a:prstGeom prst="rect">
            <a:avLst/>
          </a:prstGeom>
        </p:spPr>
      </p:pic>
      <p:pic>
        <p:nvPicPr>
          <p:cNvPr id="8" name="Finn character" descr="Finn character">
            <a:extLst>
              <a:ext uri="{FF2B5EF4-FFF2-40B4-BE49-F238E27FC236}">
                <a16:creationId xmlns:a16="http://schemas.microsoft.com/office/drawing/2014/main" id="{0612E810-C34D-83A0-8AB2-29E1358DC6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8892540" y="-26670"/>
            <a:ext cx="1186091" cy="2238375"/>
          </a:xfrm>
          <a:prstGeom prst="rect">
            <a:avLst/>
          </a:prstGeom>
        </p:spPr>
      </p:pic>
      <p:pic>
        <p:nvPicPr>
          <p:cNvPr id="9" name="Milo plate" descr="Milo plate">
            <a:extLst>
              <a:ext uri="{FF2B5EF4-FFF2-40B4-BE49-F238E27FC236}">
                <a16:creationId xmlns:a16="http://schemas.microsoft.com/office/drawing/2014/main" id="{9E05B1B6-987F-B945-AB02-9C4E99B99F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958356" y="1064954"/>
            <a:ext cx="1119187" cy="323732"/>
          </a:xfrm>
          <a:prstGeom prst="rect">
            <a:avLst/>
          </a:prstGeom>
        </p:spPr>
      </p:pic>
      <p:pic>
        <p:nvPicPr>
          <p:cNvPr id="10" name="Milo cookie 3" descr="Milo cookie 3">
            <a:extLst>
              <a:ext uri="{FF2B5EF4-FFF2-40B4-BE49-F238E27FC236}">
                <a16:creationId xmlns:a16="http://schemas.microsoft.com/office/drawing/2014/main" id="{A8D63B09-92CA-5DBF-7DA6-FEB89DB38E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558242" y="1126463"/>
            <a:ext cx="277749" cy="137160"/>
          </a:xfrm>
          <a:prstGeom prst="rect">
            <a:avLst/>
          </a:prstGeom>
        </p:spPr>
      </p:pic>
      <p:pic>
        <p:nvPicPr>
          <p:cNvPr id="11" name="Milo cookie 3" descr="Milo cookie 3">
            <a:extLst>
              <a:ext uri="{FF2B5EF4-FFF2-40B4-BE49-F238E27FC236}">
                <a16:creationId xmlns:a16="http://schemas.microsoft.com/office/drawing/2014/main" id="{1A97F426-AF0C-3C1C-B595-EB31D46B87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710642" y="1095983"/>
            <a:ext cx="277749" cy="137160"/>
          </a:xfrm>
          <a:prstGeom prst="rect">
            <a:avLst/>
          </a:prstGeom>
        </p:spPr>
      </p:pic>
      <p:pic>
        <p:nvPicPr>
          <p:cNvPr id="12" name="Milo cookie 3" descr="Milo cookie 3">
            <a:extLst>
              <a:ext uri="{FF2B5EF4-FFF2-40B4-BE49-F238E27FC236}">
                <a16:creationId xmlns:a16="http://schemas.microsoft.com/office/drawing/2014/main" id="{25EF75A8-F1AE-46D4-FC0B-2D0D33B7E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394412" y="1156943"/>
            <a:ext cx="277749" cy="137160"/>
          </a:xfrm>
          <a:prstGeom prst="rect">
            <a:avLst/>
          </a:prstGeom>
        </p:spPr>
      </p:pic>
      <p:pic>
        <p:nvPicPr>
          <p:cNvPr id="13" name="Milo cookie 3" descr="Milo cookie 3">
            <a:extLst>
              <a:ext uri="{FF2B5EF4-FFF2-40B4-BE49-F238E27FC236}">
                <a16:creationId xmlns:a16="http://schemas.microsoft.com/office/drawing/2014/main" id="{4BFEC9CD-50FD-E7EE-F64E-3FB20AE635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272492" y="1160753"/>
            <a:ext cx="277749" cy="137160"/>
          </a:xfrm>
          <a:prstGeom prst="rect">
            <a:avLst/>
          </a:prstGeom>
        </p:spPr>
      </p:pic>
      <p:pic>
        <p:nvPicPr>
          <p:cNvPr id="14" name="Milo cookie 3" descr="Milo cookie 3">
            <a:extLst>
              <a:ext uri="{FF2B5EF4-FFF2-40B4-BE49-F238E27FC236}">
                <a16:creationId xmlns:a16="http://schemas.microsoft.com/office/drawing/2014/main" id="{7773287D-5CF0-0127-4B9E-3CD775B16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116282" y="1153133"/>
            <a:ext cx="277749" cy="137160"/>
          </a:xfrm>
          <a:prstGeom prst="rect">
            <a:avLst/>
          </a:prstGeom>
        </p:spPr>
      </p:pic>
      <p:pic>
        <p:nvPicPr>
          <p:cNvPr id="15" name="Milo cookie 3" descr="Milo cookie 3">
            <a:extLst>
              <a:ext uri="{FF2B5EF4-FFF2-40B4-BE49-F238E27FC236}">
                <a16:creationId xmlns:a16="http://schemas.microsoft.com/office/drawing/2014/main" id="{0EA459C7-9596-2A1D-37E9-9973182F65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268682" y="1065503"/>
            <a:ext cx="277749" cy="137160"/>
          </a:xfrm>
          <a:prstGeom prst="rect">
            <a:avLst/>
          </a:prstGeom>
        </p:spPr>
      </p:pic>
      <p:pic>
        <p:nvPicPr>
          <p:cNvPr id="16" name="Milo cookie 3" descr="Milo cookie 3">
            <a:extLst>
              <a:ext uri="{FF2B5EF4-FFF2-40B4-BE49-F238E27FC236}">
                <a16:creationId xmlns:a16="http://schemas.microsoft.com/office/drawing/2014/main" id="{FDF4757D-F686-BE06-CADB-F5F845BC33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9466802" y="1069313"/>
            <a:ext cx="277749" cy="137160"/>
          </a:xfrm>
          <a:prstGeom prst="rect">
            <a:avLst/>
          </a:prstGeom>
        </p:spPr>
      </p:pic>
      <p:pic>
        <p:nvPicPr>
          <p:cNvPr id="17" name="Heavy box tumbling down stairs" descr="Heavy box tumbling down stairs">
            <a:extLst>
              <a:ext uri="{FF2B5EF4-FFF2-40B4-BE49-F238E27FC236}">
                <a16:creationId xmlns:a16="http://schemas.microsoft.com/office/drawing/2014/main" id="{AC2FB72C-D93F-9BB4-81DB-3E6ACBCE72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 rot="17367135">
            <a:off x="5829611" y="662904"/>
            <a:ext cx="2873833" cy="201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36823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</Words>
  <Application>Microsoft Macintosh PowerPoint</Application>
  <DocSecurity>0</DocSecurity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David Rose</cp:lastModifiedBy>
  <cp:revision>2</cp:revision>
  <dcterms:created xsi:type="dcterms:W3CDTF">2026-10-25T14:48:45Z</dcterms:created>
  <dcterms:modified xsi:type="dcterms:W3CDTF">2026-10-26T17:27:29Z</dcterms:modified>
</cp:coreProperties>
</file>