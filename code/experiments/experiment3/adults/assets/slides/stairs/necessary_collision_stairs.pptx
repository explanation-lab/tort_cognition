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2" r:id="rId7"/>
    <p:sldId id="270" r:id="rId8"/>
    <p:sldId id="267" r:id="rId9"/>
    <p:sldId id="268" r:id="rId10"/>
    <p:sldId id="269" r:id="rId11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8"/>
  </p:normalViewPr>
  <p:slideViewPr>
    <p:cSldViewPr snapToGrid="0">
      <p:cViewPr varScale="1">
        <p:scale>
          <a:sx n="112" d="100"/>
          <a:sy n="112" d="100"/>
        </p:scale>
        <p:origin x="7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14312-6FE0-91E7-313F-98E156D32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A0B872-B28D-C97F-918D-7FCDFB91D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6A11F1-E142-F21E-B583-9ED4B90A24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B517B-0725-0D2D-97A8-E3F98FE7254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946539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EBA73AB-51F9-4D5B-A5FA-8C283132A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7B0DAE0-2529-4CD4-B302-EAA4F90405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0128C8F1-94B5-4D12-830C-482A87378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D121DF7-35B3-4FEA-8B00-6857F2EC6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28D6B1F7-339D-4876-9216-E1FC90A0C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08B3489-A2AC-4A9F-8F6A-9E0D5B5D5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14D2DAF-785D-4C84-A82A-A8EB6A96D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46CBEA3-1659-4CF5-8391-9D7F5CBB0C7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0AA6D56-01C2-44CD-B79B-1FAA87843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A033B53-A84D-4DFE-A30E-356949DC5F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jpe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inuous solid wall beside Finn; only Cleo passage remains" descr="Continuous solid wall beside Finn; only Cleo passage remains">
            <a:extLst>
              <a:ext uri="{FF2B5EF4-FFF2-40B4-BE49-F238E27FC236}">
                <a16:creationId xmlns:a16="http://schemas.microsoft.com/office/drawing/2014/main" id="{1BB75511-0AFA-4EBA-AB71-AF739D5F4F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Finn character" descr="Finn character">
            <a:extLst>
              <a:ext uri="{FF2B5EF4-FFF2-40B4-BE49-F238E27FC236}">
                <a16:creationId xmlns:a16="http://schemas.microsoft.com/office/drawing/2014/main" id="{B6C5C84A-0F76-4130-B66D-D5FB71E8D8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00750" y="190500"/>
            <a:ext cx="1150104" cy="2238375"/>
          </a:xfrm>
          <a:prstGeom prst="rect">
            <a:avLst/>
          </a:prstGeom>
        </p:spPr>
      </p:pic>
      <p:sp>
        <p:nvSpPr>
          <p:cNvPr id="3" name="Study story caption">
            <a:extLst>
              <a:ext uri="{FF2B5EF4-FFF2-40B4-BE49-F238E27FC236}">
                <a16:creationId xmlns:a16="http://schemas.microsoft.com/office/drawing/2014/main" id="{243E8E6B-8995-4FC1-849A-6C6C133A5A52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38100" rIns="152400" bIns="381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Finn.</a:t>
            </a:r>
          </a:p>
        </p:txBody>
      </p:sp>
    </p:spTree>
    <p:extLst>
      <p:ext uri="{BB962C8B-B14F-4D97-AF65-F5344CB8AC3E}">
        <p14:creationId xmlns:p14="http://schemas.microsoft.com/office/powerpoint/2010/main" val="1385369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inuous solid wall beside Finn; only Cleo passage remains" descr="Continuous solid wall beside Finn; only Cleo passage remains">
            <a:extLst>
              <a:ext uri="{FF2B5EF4-FFF2-40B4-BE49-F238E27FC236}">
                <a16:creationId xmlns:a16="http://schemas.microsoft.com/office/drawing/2014/main" id="{3A4AC8D4-466E-4B37-87AA-57FBB9097D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Finn character" descr="Finn character">
            <a:extLst>
              <a:ext uri="{FF2B5EF4-FFF2-40B4-BE49-F238E27FC236}">
                <a16:creationId xmlns:a16="http://schemas.microsoft.com/office/drawing/2014/main" id="{74F592E3-B434-4646-810B-50320EA4B7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00750" y="190500"/>
            <a:ext cx="1186091" cy="2238375"/>
          </a:xfrm>
          <a:prstGeom prst="rect">
            <a:avLst/>
          </a:prstGeom>
        </p:spPr>
      </p:pic>
      <p:sp>
        <p:nvSpPr>
          <p:cNvPr id="12" name="Study story caption">
            <a:extLst>
              <a:ext uri="{FF2B5EF4-FFF2-40B4-BE49-F238E27FC236}">
                <a16:creationId xmlns:a16="http://schemas.microsoft.com/office/drawing/2014/main" id="{C8911F9C-AC3A-4A63-9675-CA9888EC7E28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38100" rIns="152400" bIns="381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Finn has 8 cookies.</a:t>
            </a:r>
          </a:p>
        </p:txBody>
      </p:sp>
      <p:pic>
        <p:nvPicPr>
          <p:cNvPr id="14" name="Milo plate" descr="Milo plate">
            <a:extLst>
              <a:ext uri="{FF2B5EF4-FFF2-40B4-BE49-F238E27FC236}">
                <a16:creationId xmlns:a16="http://schemas.microsoft.com/office/drawing/2014/main" id="{30DDAC9C-42BF-1014-0479-9653173897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066566" y="1282124"/>
            <a:ext cx="1119187" cy="323732"/>
          </a:xfrm>
          <a:prstGeom prst="rect">
            <a:avLst/>
          </a:prstGeom>
        </p:spPr>
      </p:pic>
      <p:pic>
        <p:nvPicPr>
          <p:cNvPr id="15" name="Milo cookie 3" descr="Milo cookie 3">
            <a:extLst>
              <a:ext uri="{FF2B5EF4-FFF2-40B4-BE49-F238E27FC236}">
                <a16:creationId xmlns:a16="http://schemas.microsoft.com/office/drawing/2014/main" id="{21D60229-7653-7AF2-90E5-A8405DA86F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666452" y="1343633"/>
            <a:ext cx="277749" cy="137160"/>
          </a:xfrm>
          <a:prstGeom prst="rect">
            <a:avLst/>
          </a:prstGeom>
        </p:spPr>
      </p:pic>
      <p:pic>
        <p:nvPicPr>
          <p:cNvPr id="16" name="Milo cookie 3" descr="Milo cookie 3">
            <a:extLst>
              <a:ext uri="{FF2B5EF4-FFF2-40B4-BE49-F238E27FC236}">
                <a16:creationId xmlns:a16="http://schemas.microsoft.com/office/drawing/2014/main" id="{70BFC156-FB80-D4BA-655C-21A2537898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818852" y="1313153"/>
            <a:ext cx="277749" cy="137160"/>
          </a:xfrm>
          <a:prstGeom prst="rect">
            <a:avLst/>
          </a:prstGeom>
        </p:spPr>
      </p:pic>
      <p:pic>
        <p:nvPicPr>
          <p:cNvPr id="17" name="Milo cookie 3" descr="Milo cookie 3">
            <a:extLst>
              <a:ext uri="{FF2B5EF4-FFF2-40B4-BE49-F238E27FC236}">
                <a16:creationId xmlns:a16="http://schemas.microsoft.com/office/drawing/2014/main" id="{334BD77A-3A06-5096-9975-3712F3E87C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502622" y="1374113"/>
            <a:ext cx="277749" cy="137160"/>
          </a:xfrm>
          <a:prstGeom prst="rect">
            <a:avLst/>
          </a:prstGeom>
        </p:spPr>
      </p:pic>
      <p:pic>
        <p:nvPicPr>
          <p:cNvPr id="18" name="Milo cookie 3" descr="Milo cookie 3">
            <a:extLst>
              <a:ext uri="{FF2B5EF4-FFF2-40B4-BE49-F238E27FC236}">
                <a16:creationId xmlns:a16="http://schemas.microsoft.com/office/drawing/2014/main" id="{ED73E597-B5AA-A25D-48B4-8185AA327E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380702" y="1377923"/>
            <a:ext cx="277749" cy="137160"/>
          </a:xfrm>
          <a:prstGeom prst="rect">
            <a:avLst/>
          </a:prstGeom>
        </p:spPr>
      </p:pic>
      <p:pic>
        <p:nvPicPr>
          <p:cNvPr id="19" name="Milo cookie 3" descr="Milo cookie 3">
            <a:extLst>
              <a:ext uri="{FF2B5EF4-FFF2-40B4-BE49-F238E27FC236}">
                <a16:creationId xmlns:a16="http://schemas.microsoft.com/office/drawing/2014/main" id="{82E1B410-29C8-78AE-BD98-E8CE2CB7A0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224492" y="1370303"/>
            <a:ext cx="277749" cy="137160"/>
          </a:xfrm>
          <a:prstGeom prst="rect">
            <a:avLst/>
          </a:prstGeom>
        </p:spPr>
      </p:pic>
      <p:pic>
        <p:nvPicPr>
          <p:cNvPr id="20" name="Milo cookie 3" descr="Milo cookie 3">
            <a:extLst>
              <a:ext uri="{FF2B5EF4-FFF2-40B4-BE49-F238E27FC236}">
                <a16:creationId xmlns:a16="http://schemas.microsoft.com/office/drawing/2014/main" id="{7E5D98C6-B06F-5069-D3FE-002B2F9D54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376892" y="1282673"/>
            <a:ext cx="277749" cy="137160"/>
          </a:xfrm>
          <a:prstGeom prst="rect">
            <a:avLst/>
          </a:prstGeom>
        </p:spPr>
      </p:pic>
      <p:pic>
        <p:nvPicPr>
          <p:cNvPr id="21" name="Milo cookie 3" descr="Milo cookie 3">
            <a:extLst>
              <a:ext uri="{FF2B5EF4-FFF2-40B4-BE49-F238E27FC236}">
                <a16:creationId xmlns:a16="http://schemas.microsoft.com/office/drawing/2014/main" id="{6D0F6F2A-0567-85AC-A1DC-3967852401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575012" y="1286483"/>
            <a:ext cx="277749" cy="13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5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inuous solid wall beside Finn; only Cleo passage remains" descr="Continuous solid wall beside Finn; only Cleo passage remains">
            <a:extLst>
              <a:ext uri="{FF2B5EF4-FFF2-40B4-BE49-F238E27FC236}">
                <a16:creationId xmlns:a16="http://schemas.microsoft.com/office/drawing/2014/main" id="{2FA018E2-C470-4995-B364-92FF79A77D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Cleo character" descr="Cleo character">
            <a:extLst>
              <a:ext uri="{FF2B5EF4-FFF2-40B4-BE49-F238E27FC236}">
                <a16:creationId xmlns:a16="http://schemas.microsoft.com/office/drawing/2014/main" id="{152BA549-C532-49A5-AF1A-4CA3287AAB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477250" y="95250"/>
            <a:ext cx="1226931" cy="2095500"/>
          </a:xfrm>
          <a:prstGeom prst="rect">
            <a:avLst/>
          </a:prstGeom>
        </p:spPr>
      </p:pic>
      <p:sp>
        <p:nvSpPr>
          <p:cNvPr id="3" name="Study story caption">
            <a:extLst>
              <a:ext uri="{FF2B5EF4-FFF2-40B4-BE49-F238E27FC236}">
                <a16:creationId xmlns:a16="http://schemas.microsoft.com/office/drawing/2014/main" id="{7D4BF8CB-DD7C-4018-991D-9A49AE40E141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38100" rIns="152400" bIns="381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Cleo.</a:t>
            </a:r>
          </a:p>
        </p:txBody>
      </p:sp>
    </p:spTree>
    <p:extLst>
      <p:ext uri="{BB962C8B-B14F-4D97-AF65-F5344CB8AC3E}">
        <p14:creationId xmlns:p14="http://schemas.microsoft.com/office/powerpoint/2010/main" val="1330126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inuous solid wall beside Finn; only Cleo passage remains" descr="Continuous solid wall beside Finn; only Cleo passage remains">
            <a:extLst>
              <a:ext uri="{FF2B5EF4-FFF2-40B4-BE49-F238E27FC236}">
                <a16:creationId xmlns:a16="http://schemas.microsoft.com/office/drawing/2014/main" id="{93511B97-8175-404C-8317-AB562190A3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Cleo character" descr="Cleo character">
            <a:extLst>
              <a:ext uri="{FF2B5EF4-FFF2-40B4-BE49-F238E27FC236}">
                <a16:creationId xmlns:a16="http://schemas.microsoft.com/office/drawing/2014/main" id="{C9A52100-AB14-481B-8273-CD9A69D456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477250" y="95250"/>
            <a:ext cx="1330565" cy="2095500"/>
          </a:xfrm>
          <a:prstGeom prst="rect">
            <a:avLst/>
          </a:prstGeom>
        </p:spPr>
      </p:pic>
      <p:sp>
        <p:nvSpPr>
          <p:cNvPr id="6" name="Study story caption">
            <a:extLst>
              <a:ext uri="{FF2B5EF4-FFF2-40B4-BE49-F238E27FC236}">
                <a16:creationId xmlns:a16="http://schemas.microsoft.com/office/drawing/2014/main" id="{D11D4F37-0AF3-4E38-8350-24BA23D026E7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38100" rIns="152400" bIns="381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Cleo has 2 cookies.</a:t>
            </a:r>
          </a:p>
        </p:txBody>
      </p:sp>
      <p:pic>
        <p:nvPicPr>
          <p:cNvPr id="11" name="Cleo plate" descr="Cleo plate">
            <a:extLst>
              <a:ext uri="{FF2B5EF4-FFF2-40B4-BE49-F238E27FC236}">
                <a16:creationId xmlns:a16="http://schemas.microsoft.com/office/drawing/2014/main" id="{96C9E3F9-9186-6624-A238-F48397587B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547220" y="970802"/>
            <a:ext cx="1190625" cy="344396"/>
          </a:xfrm>
          <a:prstGeom prst="rect">
            <a:avLst/>
          </a:prstGeom>
        </p:spPr>
      </p:pic>
      <p:pic>
        <p:nvPicPr>
          <p:cNvPr id="12" name="Cleo cookie 1" descr="Cleo cookie 1">
            <a:extLst>
              <a:ext uri="{FF2B5EF4-FFF2-40B4-BE49-F238E27FC236}">
                <a16:creationId xmlns:a16="http://schemas.microsoft.com/office/drawing/2014/main" id="{4655C6C4-2987-4C1F-CABA-B7C87291B5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816302" y="1029349"/>
            <a:ext cx="277749" cy="137160"/>
          </a:xfrm>
          <a:prstGeom prst="rect">
            <a:avLst/>
          </a:prstGeom>
        </p:spPr>
      </p:pic>
      <p:pic>
        <p:nvPicPr>
          <p:cNvPr id="13" name="Cleo cookie 1" descr="Cleo cookie 1">
            <a:extLst>
              <a:ext uri="{FF2B5EF4-FFF2-40B4-BE49-F238E27FC236}">
                <a16:creationId xmlns:a16="http://schemas.microsoft.com/office/drawing/2014/main" id="{8BF5A351-0DC7-A480-C1D3-F9EEF86275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220162" y="1067449"/>
            <a:ext cx="277749" cy="13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120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inuous solid wall beside Finn; only Cleo passage remains" descr="Continuous solid wall beside Finn; only Cleo passage remains">
            <a:extLst>
              <a:ext uri="{FF2B5EF4-FFF2-40B4-BE49-F238E27FC236}">
                <a16:creationId xmlns:a16="http://schemas.microsoft.com/office/drawing/2014/main" id="{F0BB7B15-0A1C-466F-98C9-EA4DEBD292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eo character" descr="Cleo character">
            <a:extLst>
              <a:ext uri="{FF2B5EF4-FFF2-40B4-BE49-F238E27FC236}">
                <a16:creationId xmlns:a16="http://schemas.microsoft.com/office/drawing/2014/main" id="{F0B1829F-81D6-4973-B518-02EBCF5BBD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477250" y="95250"/>
            <a:ext cx="1330565" cy="2095500"/>
          </a:xfrm>
          <a:prstGeom prst="rect">
            <a:avLst/>
          </a:prstGeom>
        </p:spPr>
      </p:pic>
      <p:pic>
        <p:nvPicPr>
          <p:cNvPr id="4" name="Cleo plate" descr="Cleo plate">
            <a:extLst>
              <a:ext uri="{FF2B5EF4-FFF2-40B4-BE49-F238E27FC236}">
                <a16:creationId xmlns:a16="http://schemas.microsoft.com/office/drawing/2014/main" id="{B5D7BFF7-D52D-4039-8239-6D163030B3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547220" y="970802"/>
            <a:ext cx="1190625" cy="344396"/>
          </a:xfrm>
          <a:prstGeom prst="rect">
            <a:avLst/>
          </a:prstGeom>
        </p:spPr>
      </p:pic>
      <p:pic>
        <p:nvPicPr>
          <p:cNvPr id="5" name="Cleo cookie 1" descr="Cleo cookie 1">
            <a:extLst>
              <a:ext uri="{FF2B5EF4-FFF2-40B4-BE49-F238E27FC236}">
                <a16:creationId xmlns:a16="http://schemas.microsoft.com/office/drawing/2014/main" id="{FE3918B1-0252-4557-BF6B-158608465B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816302" y="1029349"/>
            <a:ext cx="277749" cy="137160"/>
          </a:xfrm>
          <a:prstGeom prst="rect">
            <a:avLst/>
          </a:prstGeom>
        </p:spPr>
      </p:pic>
      <p:sp>
        <p:nvSpPr>
          <p:cNvPr id="7" name="Study story caption">
            <a:extLst>
              <a:ext uri="{FF2B5EF4-FFF2-40B4-BE49-F238E27FC236}">
                <a16:creationId xmlns:a16="http://schemas.microsoft.com/office/drawing/2014/main" id="{6F8D12EB-E035-499E-8B31-CD3FBE8183FF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38100" rIns="152400" bIns="381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US" sz="3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Finn and Cleo are talking about toys. </a:t>
            </a:r>
            <a:endParaRPr sz="3000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" name="Finn character" descr="Finn character">
            <a:extLst>
              <a:ext uri="{FF2B5EF4-FFF2-40B4-BE49-F238E27FC236}">
                <a16:creationId xmlns:a16="http://schemas.microsoft.com/office/drawing/2014/main" id="{69320E6F-BC49-8F1C-9893-3F508BB52C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6000750" y="190500"/>
            <a:ext cx="1186091" cy="2238375"/>
          </a:xfrm>
          <a:prstGeom prst="rect">
            <a:avLst/>
          </a:prstGeom>
        </p:spPr>
      </p:pic>
      <p:pic>
        <p:nvPicPr>
          <p:cNvPr id="10" name="Milo plate" descr="Milo plate">
            <a:extLst>
              <a:ext uri="{FF2B5EF4-FFF2-40B4-BE49-F238E27FC236}">
                <a16:creationId xmlns:a16="http://schemas.microsoft.com/office/drawing/2014/main" id="{6501A6F5-8571-7DB1-FAD4-992E56160E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066566" y="1282124"/>
            <a:ext cx="1119187" cy="323732"/>
          </a:xfrm>
          <a:prstGeom prst="rect">
            <a:avLst/>
          </a:prstGeom>
        </p:spPr>
      </p:pic>
      <p:pic>
        <p:nvPicPr>
          <p:cNvPr id="11" name="Milo cookie 3" descr="Milo cookie 3">
            <a:extLst>
              <a:ext uri="{FF2B5EF4-FFF2-40B4-BE49-F238E27FC236}">
                <a16:creationId xmlns:a16="http://schemas.microsoft.com/office/drawing/2014/main" id="{5D466BA6-C8A6-BC03-79A7-A1FD5D5E92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666452" y="1343633"/>
            <a:ext cx="277749" cy="137160"/>
          </a:xfrm>
          <a:prstGeom prst="rect">
            <a:avLst/>
          </a:prstGeom>
        </p:spPr>
      </p:pic>
      <p:pic>
        <p:nvPicPr>
          <p:cNvPr id="12" name="Milo cookie 3" descr="Milo cookie 3">
            <a:extLst>
              <a:ext uri="{FF2B5EF4-FFF2-40B4-BE49-F238E27FC236}">
                <a16:creationId xmlns:a16="http://schemas.microsoft.com/office/drawing/2014/main" id="{120CA170-CD1E-E0CC-E4E3-8C3A47A56C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818852" y="1313153"/>
            <a:ext cx="277749" cy="137160"/>
          </a:xfrm>
          <a:prstGeom prst="rect">
            <a:avLst/>
          </a:prstGeom>
        </p:spPr>
      </p:pic>
      <p:pic>
        <p:nvPicPr>
          <p:cNvPr id="13" name="Milo cookie 3" descr="Milo cookie 3">
            <a:extLst>
              <a:ext uri="{FF2B5EF4-FFF2-40B4-BE49-F238E27FC236}">
                <a16:creationId xmlns:a16="http://schemas.microsoft.com/office/drawing/2014/main" id="{EA192554-14E0-9385-82AB-FF401888B8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502622" y="1374113"/>
            <a:ext cx="277749" cy="137160"/>
          </a:xfrm>
          <a:prstGeom prst="rect">
            <a:avLst/>
          </a:prstGeom>
        </p:spPr>
      </p:pic>
      <p:pic>
        <p:nvPicPr>
          <p:cNvPr id="14" name="Milo cookie 3" descr="Milo cookie 3">
            <a:extLst>
              <a:ext uri="{FF2B5EF4-FFF2-40B4-BE49-F238E27FC236}">
                <a16:creationId xmlns:a16="http://schemas.microsoft.com/office/drawing/2014/main" id="{CF746F07-7C7E-B473-A24F-1DA33E8DA3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380702" y="1377923"/>
            <a:ext cx="277749" cy="137160"/>
          </a:xfrm>
          <a:prstGeom prst="rect">
            <a:avLst/>
          </a:prstGeom>
        </p:spPr>
      </p:pic>
      <p:pic>
        <p:nvPicPr>
          <p:cNvPr id="15" name="Milo cookie 3" descr="Milo cookie 3">
            <a:extLst>
              <a:ext uri="{FF2B5EF4-FFF2-40B4-BE49-F238E27FC236}">
                <a16:creationId xmlns:a16="http://schemas.microsoft.com/office/drawing/2014/main" id="{EEBD1723-09BA-4067-117A-0F2FBB2F19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224492" y="1370303"/>
            <a:ext cx="277749" cy="137160"/>
          </a:xfrm>
          <a:prstGeom prst="rect">
            <a:avLst/>
          </a:prstGeom>
        </p:spPr>
      </p:pic>
      <p:pic>
        <p:nvPicPr>
          <p:cNvPr id="16" name="Milo cookie 3" descr="Milo cookie 3">
            <a:extLst>
              <a:ext uri="{FF2B5EF4-FFF2-40B4-BE49-F238E27FC236}">
                <a16:creationId xmlns:a16="http://schemas.microsoft.com/office/drawing/2014/main" id="{0F187F72-36C0-ECB9-3B96-54A29500C5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376892" y="1282673"/>
            <a:ext cx="277749" cy="137160"/>
          </a:xfrm>
          <a:prstGeom prst="rect">
            <a:avLst/>
          </a:prstGeom>
        </p:spPr>
      </p:pic>
      <p:pic>
        <p:nvPicPr>
          <p:cNvPr id="17" name="Milo cookie 3" descr="Milo cookie 3">
            <a:extLst>
              <a:ext uri="{FF2B5EF4-FFF2-40B4-BE49-F238E27FC236}">
                <a16:creationId xmlns:a16="http://schemas.microsoft.com/office/drawing/2014/main" id="{AF5D5265-4CE3-44F2-54AE-8DD121E0C1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575012" y="1286483"/>
            <a:ext cx="277749" cy="137160"/>
          </a:xfrm>
          <a:prstGeom prst="rect">
            <a:avLst/>
          </a:prstGeom>
        </p:spPr>
      </p:pic>
      <p:pic>
        <p:nvPicPr>
          <p:cNvPr id="18" name="Cleo cookie 1" descr="Cleo cookie 1">
            <a:extLst>
              <a:ext uri="{FF2B5EF4-FFF2-40B4-BE49-F238E27FC236}">
                <a16:creationId xmlns:a16="http://schemas.microsoft.com/office/drawing/2014/main" id="{63350B4E-F543-B2DC-4E57-BF6100522A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220162" y="1067449"/>
            <a:ext cx="277749" cy="13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67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inuous solid wall beside Finn; only Cleo passage remains" descr="Continuous solid wall beside Finn; only Cleo passage remains">
            <a:extLst>
              <a:ext uri="{FF2B5EF4-FFF2-40B4-BE49-F238E27FC236}">
                <a16:creationId xmlns:a16="http://schemas.microsoft.com/office/drawing/2014/main" id="{E4F7F108-86C2-4F08-BCA5-15953EBCB1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Heavy box tumbling down stairs" descr="Heavy box tumbling down stairs">
            <a:extLst>
              <a:ext uri="{FF2B5EF4-FFF2-40B4-BE49-F238E27FC236}">
                <a16:creationId xmlns:a16="http://schemas.microsoft.com/office/drawing/2014/main" id="{3D8674A8-31C1-4643-8FF1-654798F33A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318717" y="3714809"/>
            <a:ext cx="2873833" cy="2011680"/>
          </a:xfrm>
          <a:prstGeom prst="rect">
            <a:avLst/>
          </a:prstGeom>
        </p:spPr>
      </p:pic>
      <p:pic>
        <p:nvPicPr>
          <p:cNvPr id="4" name="Cleo character" descr="Cleo character">
            <a:extLst>
              <a:ext uri="{FF2B5EF4-FFF2-40B4-BE49-F238E27FC236}">
                <a16:creationId xmlns:a16="http://schemas.microsoft.com/office/drawing/2014/main" id="{6810031D-A68E-446E-841A-FCCDFCB39B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477250" y="95250"/>
            <a:ext cx="1330565" cy="2095500"/>
          </a:xfrm>
          <a:prstGeom prst="rect">
            <a:avLst/>
          </a:prstGeom>
        </p:spPr>
      </p:pic>
      <p:pic>
        <p:nvPicPr>
          <p:cNvPr id="5" name="Cleo plate" descr="Cleo plate">
            <a:extLst>
              <a:ext uri="{FF2B5EF4-FFF2-40B4-BE49-F238E27FC236}">
                <a16:creationId xmlns:a16="http://schemas.microsoft.com/office/drawing/2014/main" id="{389DF177-574B-4819-ACA2-A6D3BB98EC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547220" y="970802"/>
            <a:ext cx="1190625" cy="344396"/>
          </a:xfrm>
          <a:prstGeom prst="rect">
            <a:avLst/>
          </a:prstGeom>
        </p:spPr>
      </p:pic>
      <p:pic>
        <p:nvPicPr>
          <p:cNvPr id="6" name="Cleo cookie 1" descr="Cleo cookie 1">
            <a:extLst>
              <a:ext uri="{FF2B5EF4-FFF2-40B4-BE49-F238E27FC236}">
                <a16:creationId xmlns:a16="http://schemas.microsoft.com/office/drawing/2014/main" id="{B4842C6F-BA33-4BAF-AC58-EF7913D136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8702001" y="1029349"/>
            <a:ext cx="381000" cy="188148"/>
          </a:xfrm>
          <a:prstGeom prst="rect">
            <a:avLst/>
          </a:prstGeom>
        </p:spPr>
      </p:pic>
      <p:pic>
        <p:nvPicPr>
          <p:cNvPr id="7" name="Cleo cookie 2" descr="Cleo cookie 2">
            <a:extLst>
              <a:ext uri="{FF2B5EF4-FFF2-40B4-BE49-F238E27FC236}">
                <a16:creationId xmlns:a16="http://schemas.microsoft.com/office/drawing/2014/main" id="{D68097EF-BFD5-48A6-AF55-4EA7EC720A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9202064" y="1029349"/>
            <a:ext cx="381000" cy="188148"/>
          </a:xfrm>
          <a:prstGeom prst="rect">
            <a:avLst/>
          </a:prstGeom>
        </p:spPr>
      </p:pic>
      <p:sp>
        <p:nvSpPr>
          <p:cNvPr id="8" name="Study story caption">
            <a:extLst>
              <a:ext uri="{FF2B5EF4-FFF2-40B4-BE49-F238E27FC236}">
                <a16:creationId xmlns:a16="http://schemas.microsoft.com/office/drawing/2014/main" id="{068DC380-A311-4E9B-9647-17AB83192BF8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38100" rIns="152400" bIns="381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US" sz="3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Suddenly, a </a:t>
            </a:r>
            <a:r>
              <a:rPr sz="3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heavy box </a:t>
            </a:r>
            <a:r>
              <a:rPr lang="en-US" sz="3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falls toward Finn!</a:t>
            </a:r>
            <a:endParaRPr sz="3000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661D5B7-3144-0274-E4FF-94149350B6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8830" y="190499"/>
            <a:ext cx="1189783" cy="2324101"/>
          </a:xfrm>
          <a:prstGeom prst="rect">
            <a:avLst/>
          </a:prstGeom>
        </p:spPr>
      </p:pic>
      <p:pic>
        <p:nvPicPr>
          <p:cNvPr id="19" name="Milo plate" descr="Milo plate">
            <a:extLst>
              <a:ext uri="{FF2B5EF4-FFF2-40B4-BE49-F238E27FC236}">
                <a16:creationId xmlns:a16="http://schemas.microsoft.com/office/drawing/2014/main" id="{58FBA093-2D98-632E-AD92-E9782FC956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066566" y="1282124"/>
            <a:ext cx="1119187" cy="323732"/>
          </a:xfrm>
          <a:prstGeom prst="rect">
            <a:avLst/>
          </a:prstGeom>
        </p:spPr>
      </p:pic>
      <p:pic>
        <p:nvPicPr>
          <p:cNvPr id="20" name="Milo cookie 3" descr="Milo cookie 3">
            <a:extLst>
              <a:ext uri="{FF2B5EF4-FFF2-40B4-BE49-F238E27FC236}">
                <a16:creationId xmlns:a16="http://schemas.microsoft.com/office/drawing/2014/main" id="{91F641B8-1061-12F4-9504-457E3CA231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6666452" y="1343633"/>
            <a:ext cx="277749" cy="137160"/>
          </a:xfrm>
          <a:prstGeom prst="rect">
            <a:avLst/>
          </a:prstGeom>
        </p:spPr>
      </p:pic>
      <p:pic>
        <p:nvPicPr>
          <p:cNvPr id="21" name="Milo cookie 3" descr="Milo cookie 3">
            <a:extLst>
              <a:ext uri="{FF2B5EF4-FFF2-40B4-BE49-F238E27FC236}">
                <a16:creationId xmlns:a16="http://schemas.microsoft.com/office/drawing/2014/main" id="{54F65561-39B6-A645-3DBC-37C6FCA0F8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6818852" y="1313153"/>
            <a:ext cx="277749" cy="137160"/>
          </a:xfrm>
          <a:prstGeom prst="rect">
            <a:avLst/>
          </a:prstGeom>
        </p:spPr>
      </p:pic>
      <p:pic>
        <p:nvPicPr>
          <p:cNvPr id="22" name="Milo cookie 3" descr="Milo cookie 3">
            <a:extLst>
              <a:ext uri="{FF2B5EF4-FFF2-40B4-BE49-F238E27FC236}">
                <a16:creationId xmlns:a16="http://schemas.microsoft.com/office/drawing/2014/main" id="{103BDE66-968E-4E1A-8C75-28DC5A22BD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6502622" y="1374113"/>
            <a:ext cx="277749" cy="137160"/>
          </a:xfrm>
          <a:prstGeom prst="rect">
            <a:avLst/>
          </a:prstGeom>
        </p:spPr>
      </p:pic>
      <p:pic>
        <p:nvPicPr>
          <p:cNvPr id="23" name="Milo cookie 3" descr="Milo cookie 3">
            <a:extLst>
              <a:ext uri="{FF2B5EF4-FFF2-40B4-BE49-F238E27FC236}">
                <a16:creationId xmlns:a16="http://schemas.microsoft.com/office/drawing/2014/main" id="{FD671561-B304-550E-266D-7ABAFA45AD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6380702" y="1377923"/>
            <a:ext cx="277749" cy="137160"/>
          </a:xfrm>
          <a:prstGeom prst="rect">
            <a:avLst/>
          </a:prstGeom>
        </p:spPr>
      </p:pic>
      <p:pic>
        <p:nvPicPr>
          <p:cNvPr id="24" name="Milo cookie 3" descr="Milo cookie 3">
            <a:extLst>
              <a:ext uri="{FF2B5EF4-FFF2-40B4-BE49-F238E27FC236}">
                <a16:creationId xmlns:a16="http://schemas.microsoft.com/office/drawing/2014/main" id="{637E4E14-58E0-E977-ADDF-0EC2EB5444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6224492" y="1370303"/>
            <a:ext cx="277749" cy="137160"/>
          </a:xfrm>
          <a:prstGeom prst="rect">
            <a:avLst/>
          </a:prstGeom>
        </p:spPr>
      </p:pic>
      <p:pic>
        <p:nvPicPr>
          <p:cNvPr id="25" name="Milo cookie 3" descr="Milo cookie 3">
            <a:extLst>
              <a:ext uri="{FF2B5EF4-FFF2-40B4-BE49-F238E27FC236}">
                <a16:creationId xmlns:a16="http://schemas.microsoft.com/office/drawing/2014/main" id="{48A13E7F-F7B4-B351-81A3-A5B1B85AD9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6376892" y="1282673"/>
            <a:ext cx="277749" cy="137160"/>
          </a:xfrm>
          <a:prstGeom prst="rect">
            <a:avLst/>
          </a:prstGeom>
        </p:spPr>
      </p:pic>
      <p:pic>
        <p:nvPicPr>
          <p:cNvPr id="26" name="Milo cookie 3" descr="Milo cookie 3">
            <a:extLst>
              <a:ext uri="{FF2B5EF4-FFF2-40B4-BE49-F238E27FC236}">
                <a16:creationId xmlns:a16="http://schemas.microsoft.com/office/drawing/2014/main" id="{7582DFC6-A0A2-F4EB-15B2-BA83485EB3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6575012" y="1286483"/>
            <a:ext cx="277749" cy="13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550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55785-2CEF-06BE-58BE-D05D8FDA5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inuous solid wall beside Finn; only Cleo passage remains" descr="Continuous solid wall beside Finn; only Cleo passage remains">
            <a:extLst>
              <a:ext uri="{FF2B5EF4-FFF2-40B4-BE49-F238E27FC236}">
                <a16:creationId xmlns:a16="http://schemas.microsoft.com/office/drawing/2014/main" id="{01F351C9-BFE1-4667-F674-FB60129D0C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Heavy box tumbling down stairs" descr="Heavy box tumbling down stairs">
            <a:extLst>
              <a:ext uri="{FF2B5EF4-FFF2-40B4-BE49-F238E27FC236}">
                <a16:creationId xmlns:a16="http://schemas.microsoft.com/office/drawing/2014/main" id="{00C56586-107A-607E-6E6F-2A307C2FC0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318717" y="3097589"/>
            <a:ext cx="2873833" cy="2011680"/>
          </a:xfrm>
          <a:prstGeom prst="rect">
            <a:avLst/>
          </a:prstGeom>
        </p:spPr>
      </p:pic>
      <p:pic>
        <p:nvPicPr>
          <p:cNvPr id="4" name="Cleo character" descr="Cleo character">
            <a:extLst>
              <a:ext uri="{FF2B5EF4-FFF2-40B4-BE49-F238E27FC236}">
                <a16:creationId xmlns:a16="http://schemas.microsoft.com/office/drawing/2014/main" id="{46FEE3BC-C925-7BFA-F20E-698F92E9E8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477250" y="95250"/>
            <a:ext cx="1330565" cy="2095500"/>
          </a:xfrm>
          <a:prstGeom prst="rect">
            <a:avLst/>
          </a:prstGeom>
        </p:spPr>
      </p:pic>
      <p:pic>
        <p:nvPicPr>
          <p:cNvPr id="5" name="Cleo plate" descr="Cleo plate">
            <a:extLst>
              <a:ext uri="{FF2B5EF4-FFF2-40B4-BE49-F238E27FC236}">
                <a16:creationId xmlns:a16="http://schemas.microsoft.com/office/drawing/2014/main" id="{778EC573-79FA-84E8-3A9A-04B8EEA94A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547220" y="970802"/>
            <a:ext cx="1190625" cy="344396"/>
          </a:xfrm>
          <a:prstGeom prst="rect">
            <a:avLst/>
          </a:prstGeom>
        </p:spPr>
      </p:pic>
      <p:pic>
        <p:nvPicPr>
          <p:cNvPr id="6" name="Cleo cookie 1" descr="Cleo cookie 1">
            <a:extLst>
              <a:ext uri="{FF2B5EF4-FFF2-40B4-BE49-F238E27FC236}">
                <a16:creationId xmlns:a16="http://schemas.microsoft.com/office/drawing/2014/main" id="{CBAAD251-D167-3BC3-A7F4-41A27DCE4A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8702001" y="1029349"/>
            <a:ext cx="381000" cy="188148"/>
          </a:xfrm>
          <a:prstGeom prst="rect">
            <a:avLst/>
          </a:prstGeom>
        </p:spPr>
      </p:pic>
      <p:pic>
        <p:nvPicPr>
          <p:cNvPr id="7" name="Cleo cookie 2" descr="Cleo cookie 2">
            <a:extLst>
              <a:ext uri="{FF2B5EF4-FFF2-40B4-BE49-F238E27FC236}">
                <a16:creationId xmlns:a16="http://schemas.microsoft.com/office/drawing/2014/main" id="{07CD0A04-0EFA-B9F9-40F9-C462F581AF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9202064" y="1029349"/>
            <a:ext cx="381000" cy="188148"/>
          </a:xfrm>
          <a:prstGeom prst="rect">
            <a:avLst/>
          </a:prstGeom>
        </p:spPr>
      </p:pic>
      <p:sp>
        <p:nvSpPr>
          <p:cNvPr id="8" name="Study story caption">
            <a:extLst>
              <a:ext uri="{FF2B5EF4-FFF2-40B4-BE49-F238E27FC236}">
                <a16:creationId xmlns:a16="http://schemas.microsoft.com/office/drawing/2014/main" id="{C4EC26E8-84CF-D1DC-29C8-673706764E6B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38100" rIns="152400" bIns="381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lnSpc>
                <a:spcPct val="90000"/>
              </a:lnSpc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US" dirty="0"/>
              <a:t>There is nowhere to run except into Cleo!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6637842-726D-2682-0EA7-3DB38163A5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8830" y="190499"/>
            <a:ext cx="1189783" cy="2324101"/>
          </a:xfrm>
          <a:prstGeom prst="rect">
            <a:avLst/>
          </a:prstGeom>
        </p:spPr>
      </p:pic>
      <p:pic>
        <p:nvPicPr>
          <p:cNvPr id="19" name="Milo plate" descr="Milo plate">
            <a:extLst>
              <a:ext uri="{FF2B5EF4-FFF2-40B4-BE49-F238E27FC236}">
                <a16:creationId xmlns:a16="http://schemas.microsoft.com/office/drawing/2014/main" id="{4ADB03D8-3F20-5F48-5B4B-DB1C3A6873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066566" y="1282124"/>
            <a:ext cx="1119187" cy="323732"/>
          </a:xfrm>
          <a:prstGeom prst="rect">
            <a:avLst/>
          </a:prstGeom>
        </p:spPr>
      </p:pic>
      <p:pic>
        <p:nvPicPr>
          <p:cNvPr id="20" name="Milo cookie 3" descr="Milo cookie 3">
            <a:extLst>
              <a:ext uri="{FF2B5EF4-FFF2-40B4-BE49-F238E27FC236}">
                <a16:creationId xmlns:a16="http://schemas.microsoft.com/office/drawing/2014/main" id="{8D7D2E3C-7C9E-37B9-FBD8-E9EE402873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6666452" y="1343633"/>
            <a:ext cx="277749" cy="137160"/>
          </a:xfrm>
          <a:prstGeom prst="rect">
            <a:avLst/>
          </a:prstGeom>
        </p:spPr>
      </p:pic>
      <p:pic>
        <p:nvPicPr>
          <p:cNvPr id="21" name="Milo cookie 3" descr="Milo cookie 3">
            <a:extLst>
              <a:ext uri="{FF2B5EF4-FFF2-40B4-BE49-F238E27FC236}">
                <a16:creationId xmlns:a16="http://schemas.microsoft.com/office/drawing/2014/main" id="{00B1FD25-180F-66E6-9CF0-337C5F8EFE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6818852" y="1313153"/>
            <a:ext cx="277749" cy="137160"/>
          </a:xfrm>
          <a:prstGeom prst="rect">
            <a:avLst/>
          </a:prstGeom>
        </p:spPr>
      </p:pic>
      <p:pic>
        <p:nvPicPr>
          <p:cNvPr id="22" name="Milo cookie 3" descr="Milo cookie 3">
            <a:extLst>
              <a:ext uri="{FF2B5EF4-FFF2-40B4-BE49-F238E27FC236}">
                <a16:creationId xmlns:a16="http://schemas.microsoft.com/office/drawing/2014/main" id="{1D252CE4-8103-83ED-C1AE-0D5E632463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6502622" y="1374113"/>
            <a:ext cx="277749" cy="137160"/>
          </a:xfrm>
          <a:prstGeom prst="rect">
            <a:avLst/>
          </a:prstGeom>
        </p:spPr>
      </p:pic>
      <p:pic>
        <p:nvPicPr>
          <p:cNvPr id="23" name="Milo cookie 3" descr="Milo cookie 3">
            <a:extLst>
              <a:ext uri="{FF2B5EF4-FFF2-40B4-BE49-F238E27FC236}">
                <a16:creationId xmlns:a16="http://schemas.microsoft.com/office/drawing/2014/main" id="{65ACAF58-0492-64AC-7E89-A9FFD8E9E0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6380702" y="1377923"/>
            <a:ext cx="277749" cy="137160"/>
          </a:xfrm>
          <a:prstGeom prst="rect">
            <a:avLst/>
          </a:prstGeom>
        </p:spPr>
      </p:pic>
      <p:pic>
        <p:nvPicPr>
          <p:cNvPr id="24" name="Milo cookie 3" descr="Milo cookie 3">
            <a:extLst>
              <a:ext uri="{FF2B5EF4-FFF2-40B4-BE49-F238E27FC236}">
                <a16:creationId xmlns:a16="http://schemas.microsoft.com/office/drawing/2014/main" id="{BF63D8AE-4141-8FE7-DE54-CEA7F445DC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6224492" y="1370303"/>
            <a:ext cx="277749" cy="137160"/>
          </a:xfrm>
          <a:prstGeom prst="rect">
            <a:avLst/>
          </a:prstGeom>
        </p:spPr>
      </p:pic>
      <p:pic>
        <p:nvPicPr>
          <p:cNvPr id="25" name="Milo cookie 3" descr="Milo cookie 3">
            <a:extLst>
              <a:ext uri="{FF2B5EF4-FFF2-40B4-BE49-F238E27FC236}">
                <a16:creationId xmlns:a16="http://schemas.microsoft.com/office/drawing/2014/main" id="{CCFF3103-9DE8-18DB-16CE-FEE59EABA2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6376892" y="1282673"/>
            <a:ext cx="277749" cy="137160"/>
          </a:xfrm>
          <a:prstGeom prst="rect">
            <a:avLst/>
          </a:prstGeom>
        </p:spPr>
      </p:pic>
      <p:pic>
        <p:nvPicPr>
          <p:cNvPr id="26" name="Milo cookie 3" descr="Milo cookie 3">
            <a:extLst>
              <a:ext uri="{FF2B5EF4-FFF2-40B4-BE49-F238E27FC236}">
                <a16:creationId xmlns:a16="http://schemas.microsoft.com/office/drawing/2014/main" id="{EA42C59A-084B-0AEF-0244-DCD8B4AA57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6575012" y="1286483"/>
            <a:ext cx="277749" cy="13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704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inuous solid wall beside Finn; only Cleo passage remains" descr="Continuous solid wall beside Finn; only Cleo passage remains">
            <a:extLst>
              <a:ext uri="{FF2B5EF4-FFF2-40B4-BE49-F238E27FC236}">
                <a16:creationId xmlns:a16="http://schemas.microsoft.com/office/drawing/2014/main" id="{9615CB0F-E294-481E-8AAB-7630AB1CB8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Cleo dropping cookies character" descr="Cleo dropping cookies character">
            <a:extLst>
              <a:ext uri="{FF2B5EF4-FFF2-40B4-BE49-F238E27FC236}">
                <a16:creationId xmlns:a16="http://schemas.microsoft.com/office/drawing/2014/main" id="{614E7915-57AB-41FB-AF20-3012C524A8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39250" y="95250"/>
            <a:ext cx="1303477" cy="2095500"/>
          </a:xfrm>
          <a:prstGeom prst="rect">
            <a:avLst/>
          </a:prstGeom>
        </p:spPr>
      </p:pic>
      <p:pic>
        <p:nvPicPr>
          <p:cNvPr id="5" name="Cleo plate" descr="Cleo plate">
            <a:extLst>
              <a:ext uri="{FF2B5EF4-FFF2-40B4-BE49-F238E27FC236}">
                <a16:creationId xmlns:a16="http://schemas.microsoft.com/office/drawing/2014/main" id="{2654C8DE-DA6F-4FCD-BD4C-3C02B02E9A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 rot="1200000">
            <a:off x="10033782" y="1361487"/>
            <a:ext cx="1143000" cy="330620"/>
          </a:xfrm>
          <a:prstGeom prst="rect">
            <a:avLst/>
          </a:prstGeom>
        </p:spPr>
      </p:pic>
      <p:pic>
        <p:nvPicPr>
          <p:cNvPr id="6" name="Cleo falling cookie 1" descr="Cleo falling cookie 1">
            <a:extLst>
              <a:ext uri="{FF2B5EF4-FFF2-40B4-BE49-F238E27FC236}">
                <a16:creationId xmlns:a16="http://schemas.microsoft.com/office/drawing/2014/main" id="{0DF9E4FD-F745-4741-833E-F8A6690014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 rot="-1200000">
            <a:off x="10208895" y="2190750"/>
            <a:ext cx="361950" cy="178741"/>
          </a:xfrm>
          <a:prstGeom prst="rect">
            <a:avLst/>
          </a:prstGeom>
        </p:spPr>
      </p:pic>
      <p:pic>
        <p:nvPicPr>
          <p:cNvPr id="7" name="Cleo falling cookie 2" descr="Cleo falling cookie 2">
            <a:extLst>
              <a:ext uri="{FF2B5EF4-FFF2-40B4-BE49-F238E27FC236}">
                <a16:creationId xmlns:a16="http://schemas.microsoft.com/office/drawing/2014/main" id="{AF62ACD4-8636-4E39-B66C-38DD388A31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 rot="1800000">
            <a:off x="10637520" y="2333625"/>
            <a:ext cx="361950" cy="178741"/>
          </a:xfrm>
          <a:prstGeom prst="rect">
            <a:avLst/>
          </a:prstGeom>
        </p:spPr>
      </p:pic>
      <p:sp>
        <p:nvSpPr>
          <p:cNvPr id="8" name="Study story caption">
            <a:extLst>
              <a:ext uri="{FF2B5EF4-FFF2-40B4-BE49-F238E27FC236}">
                <a16:creationId xmlns:a16="http://schemas.microsoft.com/office/drawing/2014/main" id="{EB9EC422-B2EC-4B7B-B84E-2EEFA1F8707E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38100" rIns="152400" bIns="381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US" sz="3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Oh no! Finn runs into Cleo.</a:t>
            </a:r>
            <a:endParaRPr sz="3000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" name="Finn intentionally colliding character" descr="Finn intentionally colliding character">
            <a:extLst>
              <a:ext uri="{FF2B5EF4-FFF2-40B4-BE49-F238E27FC236}">
                <a16:creationId xmlns:a16="http://schemas.microsoft.com/office/drawing/2014/main" id="{56BF2738-E409-F0A2-62E5-348F55E5F2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8084820" y="95250"/>
            <a:ext cx="1440207" cy="2238375"/>
          </a:xfrm>
          <a:prstGeom prst="rect">
            <a:avLst/>
          </a:prstGeom>
        </p:spPr>
      </p:pic>
      <p:pic>
        <p:nvPicPr>
          <p:cNvPr id="11" name="Milo plate" descr="Milo plate">
            <a:extLst>
              <a:ext uri="{FF2B5EF4-FFF2-40B4-BE49-F238E27FC236}">
                <a16:creationId xmlns:a16="http://schemas.microsoft.com/office/drawing/2014/main" id="{07189977-39D1-D23B-E89A-25BDD57ADF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952516" y="1144964"/>
            <a:ext cx="1119187" cy="323732"/>
          </a:xfrm>
          <a:prstGeom prst="rect">
            <a:avLst/>
          </a:prstGeom>
        </p:spPr>
      </p:pic>
      <p:pic>
        <p:nvPicPr>
          <p:cNvPr id="12" name="Milo cookie 3" descr="Milo cookie 3">
            <a:extLst>
              <a:ext uri="{FF2B5EF4-FFF2-40B4-BE49-F238E27FC236}">
                <a16:creationId xmlns:a16="http://schemas.microsoft.com/office/drawing/2014/main" id="{9EAA2621-BCCB-230A-73BA-F22E659C4B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552402" y="1206473"/>
            <a:ext cx="277749" cy="137160"/>
          </a:xfrm>
          <a:prstGeom prst="rect">
            <a:avLst/>
          </a:prstGeom>
        </p:spPr>
      </p:pic>
      <p:pic>
        <p:nvPicPr>
          <p:cNvPr id="13" name="Milo cookie 3" descr="Milo cookie 3">
            <a:extLst>
              <a:ext uri="{FF2B5EF4-FFF2-40B4-BE49-F238E27FC236}">
                <a16:creationId xmlns:a16="http://schemas.microsoft.com/office/drawing/2014/main" id="{8B2E9B66-1E13-F673-5A91-D77C6D32DA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704802" y="1175993"/>
            <a:ext cx="277749" cy="137160"/>
          </a:xfrm>
          <a:prstGeom prst="rect">
            <a:avLst/>
          </a:prstGeom>
        </p:spPr>
      </p:pic>
      <p:pic>
        <p:nvPicPr>
          <p:cNvPr id="14" name="Milo cookie 3" descr="Milo cookie 3">
            <a:extLst>
              <a:ext uri="{FF2B5EF4-FFF2-40B4-BE49-F238E27FC236}">
                <a16:creationId xmlns:a16="http://schemas.microsoft.com/office/drawing/2014/main" id="{4D3D6D48-1179-B870-5530-1860EF04EF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388572" y="1236953"/>
            <a:ext cx="277749" cy="137160"/>
          </a:xfrm>
          <a:prstGeom prst="rect">
            <a:avLst/>
          </a:prstGeom>
        </p:spPr>
      </p:pic>
      <p:pic>
        <p:nvPicPr>
          <p:cNvPr id="15" name="Milo cookie 3" descr="Milo cookie 3">
            <a:extLst>
              <a:ext uri="{FF2B5EF4-FFF2-40B4-BE49-F238E27FC236}">
                <a16:creationId xmlns:a16="http://schemas.microsoft.com/office/drawing/2014/main" id="{46D9D126-3A6D-2FB1-D240-EE6D97AD88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266652" y="1240763"/>
            <a:ext cx="277749" cy="137160"/>
          </a:xfrm>
          <a:prstGeom prst="rect">
            <a:avLst/>
          </a:prstGeom>
        </p:spPr>
      </p:pic>
      <p:pic>
        <p:nvPicPr>
          <p:cNvPr id="16" name="Milo cookie 3" descr="Milo cookie 3">
            <a:extLst>
              <a:ext uri="{FF2B5EF4-FFF2-40B4-BE49-F238E27FC236}">
                <a16:creationId xmlns:a16="http://schemas.microsoft.com/office/drawing/2014/main" id="{25F419E3-7214-28C8-03D8-6FF84150B1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110442" y="1233143"/>
            <a:ext cx="277749" cy="137160"/>
          </a:xfrm>
          <a:prstGeom prst="rect">
            <a:avLst/>
          </a:prstGeom>
        </p:spPr>
      </p:pic>
      <p:pic>
        <p:nvPicPr>
          <p:cNvPr id="17" name="Milo cookie 3" descr="Milo cookie 3">
            <a:extLst>
              <a:ext uri="{FF2B5EF4-FFF2-40B4-BE49-F238E27FC236}">
                <a16:creationId xmlns:a16="http://schemas.microsoft.com/office/drawing/2014/main" id="{4D04D39A-16C3-EB3D-35B1-B4CDA7DBEC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262842" y="1145513"/>
            <a:ext cx="277749" cy="137160"/>
          </a:xfrm>
          <a:prstGeom prst="rect">
            <a:avLst/>
          </a:prstGeom>
        </p:spPr>
      </p:pic>
      <p:pic>
        <p:nvPicPr>
          <p:cNvPr id="18" name="Milo cookie 3" descr="Milo cookie 3">
            <a:extLst>
              <a:ext uri="{FF2B5EF4-FFF2-40B4-BE49-F238E27FC236}">
                <a16:creationId xmlns:a16="http://schemas.microsoft.com/office/drawing/2014/main" id="{23CEFA55-E3A8-0E8E-FA42-0F991075CB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460962" y="1149323"/>
            <a:ext cx="277749" cy="137160"/>
          </a:xfrm>
          <a:prstGeom prst="rect">
            <a:avLst/>
          </a:prstGeom>
        </p:spPr>
      </p:pic>
      <p:pic>
        <p:nvPicPr>
          <p:cNvPr id="19" name="Heavy box tumbling down stairs" descr="Heavy box tumbling down stairs">
            <a:extLst>
              <a:ext uri="{FF2B5EF4-FFF2-40B4-BE49-F238E27FC236}">
                <a16:creationId xmlns:a16="http://schemas.microsoft.com/office/drawing/2014/main" id="{75D14BB9-D6B2-5120-DE4E-A2B35C2DFF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 rot="19772801">
            <a:off x="5466277" y="1777400"/>
            <a:ext cx="2873833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724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inuous solid wall beside Finn; only Cleo passage remains" descr="Continuous solid wall beside Finn; only Cleo passage remains">
            <a:extLst>
              <a:ext uri="{FF2B5EF4-FFF2-40B4-BE49-F238E27FC236}">
                <a16:creationId xmlns:a16="http://schemas.microsoft.com/office/drawing/2014/main" id="{FD19F4DA-58F3-4D8E-9728-4DB34E766A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Cleo safe character" descr="Cleo safe character">
            <a:extLst>
              <a:ext uri="{FF2B5EF4-FFF2-40B4-BE49-F238E27FC236}">
                <a16:creationId xmlns:a16="http://schemas.microsoft.com/office/drawing/2014/main" id="{349453AD-C177-42CA-9F8E-E2D38C5E86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906000" y="95250"/>
            <a:ext cx="1303477" cy="2095500"/>
          </a:xfrm>
          <a:prstGeom prst="rect">
            <a:avLst/>
          </a:prstGeom>
        </p:spPr>
      </p:pic>
      <p:pic>
        <p:nvPicPr>
          <p:cNvPr id="5" name="Cleo plate" descr="Cleo plate">
            <a:extLst>
              <a:ext uri="{FF2B5EF4-FFF2-40B4-BE49-F238E27FC236}">
                <a16:creationId xmlns:a16="http://schemas.microsoft.com/office/drawing/2014/main" id="{A10520CE-6F93-4BCD-87D3-3B6D74D68A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 rot="480000">
            <a:off x="10615368" y="1309676"/>
            <a:ext cx="1000125" cy="289292"/>
          </a:xfrm>
          <a:prstGeom prst="rect">
            <a:avLst/>
          </a:prstGeom>
        </p:spPr>
      </p:pic>
      <p:pic>
        <p:nvPicPr>
          <p:cNvPr id="6" name="Cleo broken cookie 1" descr="Cleo broken cookie 1">
            <a:extLst>
              <a:ext uri="{FF2B5EF4-FFF2-40B4-BE49-F238E27FC236}">
                <a16:creationId xmlns:a16="http://schemas.microsoft.com/office/drawing/2014/main" id="{837DA69E-6554-4626-80CD-076722E45B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243185" y="2430780"/>
            <a:ext cx="381000" cy="271146"/>
          </a:xfrm>
          <a:prstGeom prst="rect">
            <a:avLst/>
          </a:prstGeom>
        </p:spPr>
      </p:pic>
      <p:pic>
        <p:nvPicPr>
          <p:cNvPr id="7" name="Cleo broken cookie 2" descr="Cleo broken cookie 2">
            <a:extLst>
              <a:ext uri="{FF2B5EF4-FFF2-40B4-BE49-F238E27FC236}">
                <a16:creationId xmlns:a16="http://schemas.microsoft.com/office/drawing/2014/main" id="{A1E49579-BBEF-4A26-A07E-BA2358718E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719435" y="2449830"/>
            <a:ext cx="381000" cy="271146"/>
          </a:xfrm>
          <a:prstGeom prst="rect">
            <a:avLst/>
          </a:prstGeom>
        </p:spPr>
      </p:pic>
      <p:sp>
        <p:nvSpPr>
          <p:cNvPr id="8" name="Study story caption">
            <a:extLst>
              <a:ext uri="{FF2B5EF4-FFF2-40B4-BE49-F238E27FC236}">
                <a16:creationId xmlns:a16="http://schemas.microsoft.com/office/drawing/2014/main" id="{2BB29916-9C37-487B-8D0F-29CF4289ECC4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38100" rIns="152400" bIns="381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US" sz="3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 of Cleo’s cookies fall!</a:t>
            </a:r>
            <a:endParaRPr sz="3000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" name="Finn intentionally colliding character" descr="Finn intentionally colliding character">
            <a:extLst>
              <a:ext uri="{FF2B5EF4-FFF2-40B4-BE49-F238E27FC236}">
                <a16:creationId xmlns:a16="http://schemas.microsoft.com/office/drawing/2014/main" id="{294D1633-57A0-C56D-4FF9-3D94742AF1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8530590" y="95250"/>
            <a:ext cx="1440207" cy="2238375"/>
          </a:xfrm>
          <a:prstGeom prst="rect">
            <a:avLst/>
          </a:prstGeom>
        </p:spPr>
      </p:pic>
      <p:pic>
        <p:nvPicPr>
          <p:cNvPr id="11" name="Milo plate" descr="Milo plate">
            <a:extLst>
              <a:ext uri="{FF2B5EF4-FFF2-40B4-BE49-F238E27FC236}">
                <a16:creationId xmlns:a16="http://schemas.microsoft.com/office/drawing/2014/main" id="{52FDACAE-1120-7B20-6318-3C4D6B767C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398286" y="1144964"/>
            <a:ext cx="1119187" cy="323732"/>
          </a:xfrm>
          <a:prstGeom prst="rect">
            <a:avLst/>
          </a:prstGeom>
        </p:spPr>
      </p:pic>
      <p:pic>
        <p:nvPicPr>
          <p:cNvPr id="12" name="Milo cookie 3" descr="Milo cookie 3">
            <a:extLst>
              <a:ext uri="{FF2B5EF4-FFF2-40B4-BE49-F238E27FC236}">
                <a16:creationId xmlns:a16="http://schemas.microsoft.com/office/drawing/2014/main" id="{1080941A-535D-9FAE-1AD1-71A4AF8EF2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8998172" y="1206473"/>
            <a:ext cx="277749" cy="137160"/>
          </a:xfrm>
          <a:prstGeom prst="rect">
            <a:avLst/>
          </a:prstGeom>
        </p:spPr>
      </p:pic>
      <p:pic>
        <p:nvPicPr>
          <p:cNvPr id="13" name="Milo cookie 3" descr="Milo cookie 3">
            <a:extLst>
              <a:ext uri="{FF2B5EF4-FFF2-40B4-BE49-F238E27FC236}">
                <a16:creationId xmlns:a16="http://schemas.microsoft.com/office/drawing/2014/main" id="{EDB25C7F-766B-FBED-EFCC-0C76931638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9150572" y="1175993"/>
            <a:ext cx="277749" cy="137160"/>
          </a:xfrm>
          <a:prstGeom prst="rect">
            <a:avLst/>
          </a:prstGeom>
        </p:spPr>
      </p:pic>
      <p:pic>
        <p:nvPicPr>
          <p:cNvPr id="14" name="Milo cookie 3" descr="Milo cookie 3">
            <a:extLst>
              <a:ext uri="{FF2B5EF4-FFF2-40B4-BE49-F238E27FC236}">
                <a16:creationId xmlns:a16="http://schemas.microsoft.com/office/drawing/2014/main" id="{25F0C5ED-9769-BB60-5335-6B2A0773B8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8834342" y="1236953"/>
            <a:ext cx="277749" cy="137160"/>
          </a:xfrm>
          <a:prstGeom prst="rect">
            <a:avLst/>
          </a:prstGeom>
        </p:spPr>
      </p:pic>
      <p:pic>
        <p:nvPicPr>
          <p:cNvPr id="15" name="Milo cookie 3" descr="Milo cookie 3">
            <a:extLst>
              <a:ext uri="{FF2B5EF4-FFF2-40B4-BE49-F238E27FC236}">
                <a16:creationId xmlns:a16="http://schemas.microsoft.com/office/drawing/2014/main" id="{AB539BAD-F2EF-420A-109C-043EBDE62B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8712422" y="1240763"/>
            <a:ext cx="277749" cy="137160"/>
          </a:xfrm>
          <a:prstGeom prst="rect">
            <a:avLst/>
          </a:prstGeom>
        </p:spPr>
      </p:pic>
      <p:pic>
        <p:nvPicPr>
          <p:cNvPr id="16" name="Milo cookie 3" descr="Milo cookie 3">
            <a:extLst>
              <a:ext uri="{FF2B5EF4-FFF2-40B4-BE49-F238E27FC236}">
                <a16:creationId xmlns:a16="http://schemas.microsoft.com/office/drawing/2014/main" id="{3C5E40F6-9577-01EC-A313-23A527C08A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8556212" y="1233143"/>
            <a:ext cx="277749" cy="137160"/>
          </a:xfrm>
          <a:prstGeom prst="rect">
            <a:avLst/>
          </a:prstGeom>
        </p:spPr>
      </p:pic>
      <p:pic>
        <p:nvPicPr>
          <p:cNvPr id="17" name="Milo cookie 3" descr="Milo cookie 3">
            <a:extLst>
              <a:ext uri="{FF2B5EF4-FFF2-40B4-BE49-F238E27FC236}">
                <a16:creationId xmlns:a16="http://schemas.microsoft.com/office/drawing/2014/main" id="{66071767-9240-62BF-1FCA-8CF55DBF83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8708612" y="1145513"/>
            <a:ext cx="277749" cy="137160"/>
          </a:xfrm>
          <a:prstGeom prst="rect">
            <a:avLst/>
          </a:prstGeom>
        </p:spPr>
      </p:pic>
      <p:pic>
        <p:nvPicPr>
          <p:cNvPr id="18" name="Milo cookie 3" descr="Milo cookie 3">
            <a:extLst>
              <a:ext uri="{FF2B5EF4-FFF2-40B4-BE49-F238E27FC236}">
                <a16:creationId xmlns:a16="http://schemas.microsoft.com/office/drawing/2014/main" id="{C90AB14D-201A-3FC4-AE82-4E13DC6B51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8906732" y="1149323"/>
            <a:ext cx="277749" cy="137160"/>
          </a:xfrm>
          <a:prstGeom prst="rect">
            <a:avLst/>
          </a:prstGeom>
        </p:spPr>
      </p:pic>
      <p:pic>
        <p:nvPicPr>
          <p:cNvPr id="19" name="Heavy box tumbling down stairs" descr="Heavy box tumbling down stairs">
            <a:extLst>
              <a:ext uri="{FF2B5EF4-FFF2-40B4-BE49-F238E27FC236}">
                <a16:creationId xmlns:a16="http://schemas.microsoft.com/office/drawing/2014/main" id="{91E45AA3-01EF-2C46-639A-91FF5DCEB0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 rot="18523869">
            <a:off x="5829611" y="1325844"/>
            <a:ext cx="2873833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23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ntinuous solid wall beside Finn; only Cleo passage remains" descr="Continuous solid wall beside Finn; only Cleo passage remains">
            <a:extLst>
              <a:ext uri="{FF2B5EF4-FFF2-40B4-BE49-F238E27FC236}">
                <a16:creationId xmlns:a16="http://schemas.microsoft.com/office/drawing/2014/main" id="{0895B668-6796-48A9-842A-83BDEC479D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Study story caption">
            <a:extLst>
              <a:ext uri="{FF2B5EF4-FFF2-40B4-BE49-F238E27FC236}">
                <a16:creationId xmlns:a16="http://schemas.microsoft.com/office/drawing/2014/main" id="{ADEDC548-7E22-4DD6-9B5E-A52553EEA778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38100" rIns="152400" bIns="381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Finn still has 8 cookies. Cleo now has 0 cookies.</a:t>
            </a:r>
          </a:p>
        </p:txBody>
      </p:sp>
      <p:pic>
        <p:nvPicPr>
          <p:cNvPr id="16" name="Cleo character" descr="Cleo character">
            <a:extLst>
              <a:ext uri="{FF2B5EF4-FFF2-40B4-BE49-F238E27FC236}">
                <a16:creationId xmlns:a16="http://schemas.microsoft.com/office/drawing/2014/main" id="{8AF6BBAD-4915-8176-161B-CE02D075A2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66020" y="95250"/>
            <a:ext cx="1330565" cy="2095500"/>
          </a:xfrm>
          <a:prstGeom prst="rect">
            <a:avLst/>
          </a:prstGeom>
        </p:spPr>
      </p:pic>
      <p:pic>
        <p:nvPicPr>
          <p:cNvPr id="17" name="Cleo plate" descr="Cleo plate">
            <a:extLst>
              <a:ext uri="{FF2B5EF4-FFF2-40B4-BE49-F238E27FC236}">
                <a16:creationId xmlns:a16="http://schemas.microsoft.com/office/drawing/2014/main" id="{06A67D56-0D25-18F6-9289-3B1805C75C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135990" y="970802"/>
            <a:ext cx="1190625" cy="344396"/>
          </a:xfrm>
          <a:prstGeom prst="rect">
            <a:avLst/>
          </a:prstGeom>
        </p:spPr>
      </p:pic>
      <p:pic>
        <p:nvPicPr>
          <p:cNvPr id="20" name="Cleo broken cookie 1" descr="Cleo broken cookie 1">
            <a:extLst>
              <a:ext uri="{FF2B5EF4-FFF2-40B4-BE49-F238E27FC236}">
                <a16:creationId xmlns:a16="http://schemas.microsoft.com/office/drawing/2014/main" id="{E0A509BD-AB17-AD02-21A6-D27A9EBFB7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243185" y="2430780"/>
            <a:ext cx="381000" cy="271146"/>
          </a:xfrm>
          <a:prstGeom prst="rect">
            <a:avLst/>
          </a:prstGeom>
        </p:spPr>
      </p:pic>
      <p:pic>
        <p:nvPicPr>
          <p:cNvPr id="21" name="Cleo broken cookie 2" descr="Cleo broken cookie 2">
            <a:extLst>
              <a:ext uri="{FF2B5EF4-FFF2-40B4-BE49-F238E27FC236}">
                <a16:creationId xmlns:a16="http://schemas.microsoft.com/office/drawing/2014/main" id="{7EA29CA2-6BCD-55A3-48CE-648DD64790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719435" y="2449830"/>
            <a:ext cx="381000" cy="271146"/>
          </a:xfrm>
          <a:prstGeom prst="rect">
            <a:avLst/>
          </a:prstGeom>
        </p:spPr>
      </p:pic>
      <p:pic>
        <p:nvPicPr>
          <p:cNvPr id="22" name="Finn character" descr="Finn character">
            <a:extLst>
              <a:ext uri="{FF2B5EF4-FFF2-40B4-BE49-F238E27FC236}">
                <a16:creationId xmlns:a16="http://schemas.microsoft.com/office/drawing/2014/main" id="{3DA2728E-2F6E-996F-B1A1-4EB1755E81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8892540" y="-26670"/>
            <a:ext cx="1186091" cy="2238375"/>
          </a:xfrm>
          <a:prstGeom prst="rect">
            <a:avLst/>
          </a:prstGeom>
        </p:spPr>
      </p:pic>
      <p:pic>
        <p:nvPicPr>
          <p:cNvPr id="23" name="Milo plate" descr="Milo plate">
            <a:extLst>
              <a:ext uri="{FF2B5EF4-FFF2-40B4-BE49-F238E27FC236}">
                <a16:creationId xmlns:a16="http://schemas.microsoft.com/office/drawing/2014/main" id="{AEDC4C71-B5EB-D976-2462-324EE58A46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958356" y="1064954"/>
            <a:ext cx="1119187" cy="323732"/>
          </a:xfrm>
          <a:prstGeom prst="rect">
            <a:avLst/>
          </a:prstGeom>
        </p:spPr>
      </p:pic>
      <p:pic>
        <p:nvPicPr>
          <p:cNvPr id="24" name="Milo cookie 3" descr="Milo cookie 3">
            <a:extLst>
              <a:ext uri="{FF2B5EF4-FFF2-40B4-BE49-F238E27FC236}">
                <a16:creationId xmlns:a16="http://schemas.microsoft.com/office/drawing/2014/main" id="{0630157D-74CE-0790-1187-78D7A1D55F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9558242" y="1126463"/>
            <a:ext cx="277749" cy="137160"/>
          </a:xfrm>
          <a:prstGeom prst="rect">
            <a:avLst/>
          </a:prstGeom>
        </p:spPr>
      </p:pic>
      <p:pic>
        <p:nvPicPr>
          <p:cNvPr id="25" name="Milo cookie 3" descr="Milo cookie 3">
            <a:extLst>
              <a:ext uri="{FF2B5EF4-FFF2-40B4-BE49-F238E27FC236}">
                <a16:creationId xmlns:a16="http://schemas.microsoft.com/office/drawing/2014/main" id="{387B4F44-67AC-984F-74A7-709E34BDCB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9710642" y="1095983"/>
            <a:ext cx="277749" cy="137160"/>
          </a:xfrm>
          <a:prstGeom prst="rect">
            <a:avLst/>
          </a:prstGeom>
        </p:spPr>
      </p:pic>
      <p:pic>
        <p:nvPicPr>
          <p:cNvPr id="26" name="Milo cookie 3" descr="Milo cookie 3">
            <a:extLst>
              <a:ext uri="{FF2B5EF4-FFF2-40B4-BE49-F238E27FC236}">
                <a16:creationId xmlns:a16="http://schemas.microsoft.com/office/drawing/2014/main" id="{B9BDFF8F-74A2-093F-7B93-0264F59994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9394412" y="1156943"/>
            <a:ext cx="277749" cy="137160"/>
          </a:xfrm>
          <a:prstGeom prst="rect">
            <a:avLst/>
          </a:prstGeom>
        </p:spPr>
      </p:pic>
      <p:pic>
        <p:nvPicPr>
          <p:cNvPr id="27" name="Milo cookie 3" descr="Milo cookie 3">
            <a:extLst>
              <a:ext uri="{FF2B5EF4-FFF2-40B4-BE49-F238E27FC236}">
                <a16:creationId xmlns:a16="http://schemas.microsoft.com/office/drawing/2014/main" id="{BEB4289C-A7FC-9C43-77D5-8C20EB79E4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9272492" y="1160753"/>
            <a:ext cx="277749" cy="137160"/>
          </a:xfrm>
          <a:prstGeom prst="rect">
            <a:avLst/>
          </a:prstGeom>
        </p:spPr>
      </p:pic>
      <p:pic>
        <p:nvPicPr>
          <p:cNvPr id="28" name="Milo cookie 3" descr="Milo cookie 3">
            <a:extLst>
              <a:ext uri="{FF2B5EF4-FFF2-40B4-BE49-F238E27FC236}">
                <a16:creationId xmlns:a16="http://schemas.microsoft.com/office/drawing/2014/main" id="{5AFBB92E-CC04-7F81-8829-34B51CDFCB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9116282" y="1153133"/>
            <a:ext cx="277749" cy="137160"/>
          </a:xfrm>
          <a:prstGeom prst="rect">
            <a:avLst/>
          </a:prstGeom>
        </p:spPr>
      </p:pic>
      <p:pic>
        <p:nvPicPr>
          <p:cNvPr id="29" name="Milo cookie 3" descr="Milo cookie 3">
            <a:extLst>
              <a:ext uri="{FF2B5EF4-FFF2-40B4-BE49-F238E27FC236}">
                <a16:creationId xmlns:a16="http://schemas.microsoft.com/office/drawing/2014/main" id="{52CDD373-4519-7C81-329D-27C35F7061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9268682" y="1065503"/>
            <a:ext cx="277749" cy="137160"/>
          </a:xfrm>
          <a:prstGeom prst="rect">
            <a:avLst/>
          </a:prstGeom>
        </p:spPr>
      </p:pic>
      <p:pic>
        <p:nvPicPr>
          <p:cNvPr id="30" name="Milo cookie 3" descr="Milo cookie 3">
            <a:extLst>
              <a:ext uri="{FF2B5EF4-FFF2-40B4-BE49-F238E27FC236}">
                <a16:creationId xmlns:a16="http://schemas.microsoft.com/office/drawing/2014/main" id="{9F30BE02-2AD5-E4B8-25C8-F35B4D51E1B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9466802" y="1069313"/>
            <a:ext cx="277749" cy="137160"/>
          </a:xfrm>
          <a:prstGeom prst="rect">
            <a:avLst/>
          </a:prstGeom>
        </p:spPr>
      </p:pic>
      <p:pic>
        <p:nvPicPr>
          <p:cNvPr id="31" name="Heavy box tumbling down stairs" descr="Heavy box tumbling down stairs">
            <a:extLst>
              <a:ext uri="{FF2B5EF4-FFF2-40B4-BE49-F238E27FC236}">
                <a16:creationId xmlns:a16="http://schemas.microsoft.com/office/drawing/2014/main" id="{BFF959CF-9469-7F1E-FFE3-7470F3DD46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 rot="17367135">
            <a:off x="5829611" y="662904"/>
            <a:ext cx="2873833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22150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70</Words>
  <Application>Microsoft Macintosh PowerPoint</Application>
  <DocSecurity>0</DocSecurity>
  <PresentationFormat>Widescreen</PresentationFormat>
  <Paragraphs>10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David Rose</cp:lastModifiedBy>
  <cp:revision>2</cp:revision>
  <dcterms:created xsi:type="dcterms:W3CDTF">2026-10-25T15:37:51Z</dcterms:created>
  <dcterms:modified xsi:type="dcterms:W3CDTF">2026-10-26T17:25:11Z</dcterms:modified>
</cp:coreProperties>
</file>